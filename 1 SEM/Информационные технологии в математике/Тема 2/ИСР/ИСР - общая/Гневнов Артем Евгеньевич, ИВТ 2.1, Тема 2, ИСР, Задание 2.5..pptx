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7A80BA3A-DEF6-468B-92B5-B6BC83D916CF}"/>
    <pc:docChg chg="undo redo custSel addSld modSld sldOrd">
      <pc:chgData name="Artyom" userId="2f0d4a8a008de216" providerId="LiveId" clId="{7A80BA3A-DEF6-468B-92B5-B6BC83D916CF}" dt="2022-12-13T19:56:42.240" v="1065" actId="1076"/>
      <pc:docMkLst>
        <pc:docMk/>
      </pc:docMkLst>
      <pc:sldChg chg="modSp new mod">
        <pc:chgData name="Artyom" userId="2f0d4a8a008de216" providerId="LiveId" clId="{7A80BA3A-DEF6-468B-92B5-B6BC83D916CF}" dt="2022-12-13T19:56:42.240" v="1065" actId="1076"/>
        <pc:sldMkLst>
          <pc:docMk/>
          <pc:sldMk cId="315044713" sldId="256"/>
        </pc:sldMkLst>
        <pc:spChg chg="mod">
          <ac:chgData name="Artyom" userId="2f0d4a8a008de216" providerId="LiveId" clId="{7A80BA3A-DEF6-468B-92B5-B6BC83D916CF}" dt="2022-12-13T09:27:21.869" v="61" actId="14100"/>
          <ac:spMkLst>
            <pc:docMk/>
            <pc:sldMk cId="315044713" sldId="256"/>
            <ac:spMk id="2" creationId="{A1E55C89-8DB1-46E5-BF4C-79E8C6EF18C9}"/>
          </ac:spMkLst>
        </pc:spChg>
        <pc:spChg chg="mod">
          <ac:chgData name="Artyom" userId="2f0d4a8a008de216" providerId="LiveId" clId="{7A80BA3A-DEF6-468B-92B5-B6BC83D916CF}" dt="2022-12-13T19:56:42.240" v="1065" actId="1076"/>
          <ac:spMkLst>
            <pc:docMk/>
            <pc:sldMk cId="315044713" sldId="256"/>
            <ac:spMk id="3" creationId="{F0F08537-C602-46AD-891D-380B488EBA59}"/>
          </ac:spMkLst>
        </pc:spChg>
      </pc:sldChg>
      <pc:sldChg chg="addSp modSp new mod">
        <pc:chgData name="Artyom" userId="2f0d4a8a008de216" providerId="LiveId" clId="{7A80BA3A-DEF6-468B-92B5-B6BC83D916CF}" dt="2022-12-13T19:40:15.367" v="187" actId="1076"/>
        <pc:sldMkLst>
          <pc:docMk/>
          <pc:sldMk cId="2365143696" sldId="257"/>
        </pc:sldMkLst>
        <pc:spChg chg="mod">
          <ac:chgData name="Artyom" userId="2f0d4a8a008de216" providerId="LiveId" clId="{7A80BA3A-DEF6-468B-92B5-B6BC83D916CF}" dt="2022-12-13T19:38:40.871" v="111" actId="1076"/>
          <ac:spMkLst>
            <pc:docMk/>
            <pc:sldMk cId="2365143696" sldId="257"/>
            <ac:spMk id="2" creationId="{8616B30B-A15E-47E1-B790-770D8BCECEC7}"/>
          </ac:spMkLst>
        </pc:spChg>
        <pc:spChg chg="mod">
          <ac:chgData name="Artyom" userId="2f0d4a8a008de216" providerId="LiveId" clId="{7A80BA3A-DEF6-468B-92B5-B6BC83D916CF}" dt="2022-12-13T19:39:17.212" v="183" actId="1076"/>
          <ac:spMkLst>
            <pc:docMk/>
            <pc:sldMk cId="2365143696" sldId="257"/>
            <ac:spMk id="3" creationId="{421947A4-FF1F-4276-BBEC-439280B71A1A}"/>
          </ac:spMkLst>
        </pc:spChg>
        <pc:picChg chg="add mod">
          <ac:chgData name="Artyom" userId="2f0d4a8a008de216" providerId="LiveId" clId="{7A80BA3A-DEF6-468B-92B5-B6BC83D916CF}" dt="2022-12-13T19:40:15.367" v="187" actId="1076"/>
          <ac:picMkLst>
            <pc:docMk/>
            <pc:sldMk cId="2365143696" sldId="257"/>
            <ac:picMk id="5" creationId="{0D48B79A-774A-4278-9D0C-E59FD32AF442}"/>
          </ac:picMkLst>
        </pc:picChg>
      </pc:sldChg>
      <pc:sldChg chg="addSp modSp new mod">
        <pc:chgData name="Artyom" userId="2f0d4a8a008de216" providerId="LiveId" clId="{7A80BA3A-DEF6-468B-92B5-B6BC83D916CF}" dt="2022-12-13T19:44:20.465" v="394" actId="123"/>
        <pc:sldMkLst>
          <pc:docMk/>
          <pc:sldMk cId="2410262307" sldId="258"/>
        </pc:sldMkLst>
        <pc:spChg chg="mod">
          <ac:chgData name="Artyom" userId="2f0d4a8a008de216" providerId="LiveId" clId="{7A80BA3A-DEF6-468B-92B5-B6BC83D916CF}" dt="2022-12-13T19:40:44.460" v="205" actId="1076"/>
          <ac:spMkLst>
            <pc:docMk/>
            <pc:sldMk cId="2410262307" sldId="258"/>
            <ac:spMk id="2" creationId="{8BD5E166-841B-4DAF-9445-2FAE5C4BD067}"/>
          </ac:spMkLst>
        </pc:spChg>
        <pc:spChg chg="mod">
          <ac:chgData name="Artyom" userId="2f0d4a8a008de216" providerId="LiveId" clId="{7A80BA3A-DEF6-468B-92B5-B6BC83D916CF}" dt="2022-12-13T19:44:20.465" v="394" actId="123"/>
          <ac:spMkLst>
            <pc:docMk/>
            <pc:sldMk cId="2410262307" sldId="258"/>
            <ac:spMk id="3" creationId="{4D89F795-60E5-4E1B-8C8C-8662E0C22174}"/>
          </ac:spMkLst>
        </pc:spChg>
        <pc:picChg chg="add mod">
          <ac:chgData name="Artyom" userId="2f0d4a8a008de216" providerId="LiveId" clId="{7A80BA3A-DEF6-468B-92B5-B6BC83D916CF}" dt="2022-12-13T19:42:23.737" v="210" actId="1076"/>
          <ac:picMkLst>
            <pc:docMk/>
            <pc:sldMk cId="2410262307" sldId="258"/>
            <ac:picMk id="5" creationId="{444A48C6-EDF2-4A53-AEC3-BFA640A2FD6B}"/>
          </ac:picMkLst>
        </pc:picChg>
      </pc:sldChg>
      <pc:sldChg chg="addSp delSp modSp new mod">
        <pc:chgData name="Artyom" userId="2f0d4a8a008de216" providerId="LiveId" clId="{7A80BA3A-DEF6-468B-92B5-B6BC83D916CF}" dt="2022-12-13T19:48:26.984" v="542" actId="1076"/>
        <pc:sldMkLst>
          <pc:docMk/>
          <pc:sldMk cId="4204866202" sldId="259"/>
        </pc:sldMkLst>
        <pc:spChg chg="mod">
          <ac:chgData name="Artyom" userId="2f0d4a8a008de216" providerId="LiveId" clId="{7A80BA3A-DEF6-468B-92B5-B6BC83D916CF}" dt="2022-12-13T19:46:13.425" v="422" actId="1076"/>
          <ac:spMkLst>
            <pc:docMk/>
            <pc:sldMk cId="4204866202" sldId="259"/>
            <ac:spMk id="2" creationId="{581704FE-7625-4766-83CB-70FF25C7407B}"/>
          </ac:spMkLst>
        </pc:spChg>
        <pc:spChg chg="mod">
          <ac:chgData name="Artyom" userId="2f0d4a8a008de216" providerId="LiveId" clId="{7A80BA3A-DEF6-468B-92B5-B6BC83D916CF}" dt="2022-12-13T19:47:41.685" v="536" actId="1076"/>
          <ac:spMkLst>
            <pc:docMk/>
            <pc:sldMk cId="4204866202" sldId="259"/>
            <ac:spMk id="3" creationId="{6371B8F6-B069-4274-8820-4E4856742515}"/>
          </ac:spMkLst>
        </pc:spChg>
        <pc:picChg chg="add del mod">
          <ac:chgData name="Artyom" userId="2f0d4a8a008de216" providerId="LiveId" clId="{7A80BA3A-DEF6-468B-92B5-B6BC83D916CF}" dt="2022-12-13T19:47:45.951" v="540" actId="22"/>
          <ac:picMkLst>
            <pc:docMk/>
            <pc:sldMk cId="4204866202" sldId="259"/>
            <ac:picMk id="5" creationId="{1DEDCB44-148A-45BA-B848-DCF0F427E64A}"/>
          </ac:picMkLst>
        </pc:picChg>
        <pc:picChg chg="add mod">
          <ac:chgData name="Artyom" userId="2f0d4a8a008de216" providerId="LiveId" clId="{7A80BA3A-DEF6-468B-92B5-B6BC83D916CF}" dt="2022-12-13T19:48:26.984" v="542" actId="1076"/>
          <ac:picMkLst>
            <pc:docMk/>
            <pc:sldMk cId="4204866202" sldId="259"/>
            <ac:picMk id="7" creationId="{4AD7B706-0F19-4468-905B-918CCCBFE072}"/>
          </ac:picMkLst>
        </pc:picChg>
      </pc:sldChg>
      <pc:sldChg chg="addSp modSp new mod ord">
        <pc:chgData name="Artyom" userId="2f0d4a8a008de216" providerId="LiveId" clId="{7A80BA3A-DEF6-468B-92B5-B6BC83D916CF}" dt="2022-12-13T19:50:41.840" v="643" actId="1076"/>
        <pc:sldMkLst>
          <pc:docMk/>
          <pc:sldMk cId="1200310461" sldId="260"/>
        </pc:sldMkLst>
        <pc:spChg chg="mod">
          <ac:chgData name="Artyom" userId="2f0d4a8a008de216" providerId="LiveId" clId="{7A80BA3A-DEF6-468B-92B5-B6BC83D916CF}" dt="2022-12-13T19:50:22.755" v="636" actId="1076"/>
          <ac:spMkLst>
            <pc:docMk/>
            <pc:sldMk cId="1200310461" sldId="260"/>
            <ac:spMk id="2" creationId="{397F9D66-729A-449C-9F4D-7354A00C2440}"/>
          </ac:spMkLst>
        </pc:spChg>
        <pc:spChg chg="mod">
          <ac:chgData name="Artyom" userId="2f0d4a8a008de216" providerId="LiveId" clId="{7A80BA3A-DEF6-468B-92B5-B6BC83D916CF}" dt="2022-12-13T19:50:41.840" v="643" actId="1076"/>
          <ac:spMkLst>
            <pc:docMk/>
            <pc:sldMk cId="1200310461" sldId="260"/>
            <ac:spMk id="3" creationId="{0203F5C0-BB84-496A-B6E0-F80FE9D1B83F}"/>
          </ac:spMkLst>
        </pc:spChg>
        <pc:picChg chg="add mod">
          <ac:chgData name="Artyom" userId="2f0d4a8a008de216" providerId="LiveId" clId="{7A80BA3A-DEF6-468B-92B5-B6BC83D916CF}" dt="2022-12-13T19:50:29.426" v="640" actId="1076"/>
          <ac:picMkLst>
            <pc:docMk/>
            <pc:sldMk cId="1200310461" sldId="260"/>
            <ac:picMk id="5" creationId="{E2C15D90-9C4B-4E17-97C9-4509D6D39F61}"/>
          </ac:picMkLst>
        </pc:picChg>
      </pc:sldChg>
      <pc:sldChg chg="addSp modSp new mod">
        <pc:chgData name="Artyom" userId="2f0d4a8a008de216" providerId="LiveId" clId="{7A80BA3A-DEF6-468B-92B5-B6BC83D916CF}" dt="2022-12-13T19:53:29.820" v="855" actId="313"/>
        <pc:sldMkLst>
          <pc:docMk/>
          <pc:sldMk cId="3369233547" sldId="261"/>
        </pc:sldMkLst>
        <pc:spChg chg="mod">
          <ac:chgData name="Artyom" userId="2f0d4a8a008de216" providerId="LiveId" clId="{7A80BA3A-DEF6-468B-92B5-B6BC83D916CF}" dt="2022-12-13T19:52:01.007" v="746" actId="1076"/>
          <ac:spMkLst>
            <pc:docMk/>
            <pc:sldMk cId="3369233547" sldId="261"/>
            <ac:spMk id="2" creationId="{DD106017-43CC-4DB0-AD9D-B73085645DB2}"/>
          </ac:spMkLst>
        </pc:spChg>
        <pc:spChg chg="mod">
          <ac:chgData name="Artyom" userId="2f0d4a8a008de216" providerId="LiveId" clId="{7A80BA3A-DEF6-468B-92B5-B6BC83D916CF}" dt="2022-12-13T19:53:29.820" v="855" actId="313"/>
          <ac:spMkLst>
            <pc:docMk/>
            <pc:sldMk cId="3369233547" sldId="261"/>
            <ac:spMk id="3" creationId="{58F45EE4-118A-4324-B4C6-EF90F7B3262F}"/>
          </ac:spMkLst>
        </pc:spChg>
        <pc:picChg chg="add mod">
          <ac:chgData name="Artyom" userId="2f0d4a8a008de216" providerId="LiveId" clId="{7A80BA3A-DEF6-468B-92B5-B6BC83D916CF}" dt="2022-12-13T19:52:36.207" v="750" actId="14100"/>
          <ac:picMkLst>
            <pc:docMk/>
            <pc:sldMk cId="3369233547" sldId="261"/>
            <ac:picMk id="5" creationId="{66010F3B-249E-43AF-9074-55987231E5E2}"/>
          </ac:picMkLst>
        </pc:picChg>
      </pc:sldChg>
      <pc:sldChg chg="addSp modSp new mod">
        <pc:chgData name="Artyom" userId="2f0d4a8a008de216" providerId="LiveId" clId="{7A80BA3A-DEF6-468B-92B5-B6BC83D916CF}" dt="2022-12-13T19:54:10.398" v="860" actId="1076"/>
        <pc:sldMkLst>
          <pc:docMk/>
          <pc:sldMk cId="3409148393" sldId="262"/>
        </pc:sldMkLst>
        <pc:spChg chg="mod">
          <ac:chgData name="Artyom" userId="2f0d4a8a008de216" providerId="LiveId" clId="{7A80BA3A-DEF6-468B-92B5-B6BC83D916CF}" dt="2022-12-13T19:52:55.944" v="773" actId="1076"/>
          <ac:spMkLst>
            <pc:docMk/>
            <pc:sldMk cId="3409148393" sldId="262"/>
            <ac:spMk id="2" creationId="{21C2C883-0F09-4705-8CB9-4F02A2B85007}"/>
          </ac:spMkLst>
        </pc:spChg>
        <pc:spChg chg="mod">
          <ac:chgData name="Artyom" userId="2f0d4a8a008de216" providerId="LiveId" clId="{7A80BA3A-DEF6-468B-92B5-B6BC83D916CF}" dt="2022-12-13T19:53:35.819" v="856" actId="14100"/>
          <ac:spMkLst>
            <pc:docMk/>
            <pc:sldMk cId="3409148393" sldId="262"/>
            <ac:spMk id="3" creationId="{104ED350-DAE4-42EF-879D-7B888ECC0B14}"/>
          </ac:spMkLst>
        </pc:spChg>
        <pc:picChg chg="add mod">
          <ac:chgData name="Artyom" userId="2f0d4a8a008de216" providerId="LiveId" clId="{7A80BA3A-DEF6-468B-92B5-B6BC83D916CF}" dt="2022-12-13T19:54:10.398" v="860" actId="1076"/>
          <ac:picMkLst>
            <pc:docMk/>
            <pc:sldMk cId="3409148393" sldId="262"/>
            <ac:picMk id="5" creationId="{FFD8A82D-303D-4D3E-B96F-1D311885DCC2}"/>
          </ac:picMkLst>
        </pc:picChg>
      </pc:sldChg>
      <pc:sldChg chg="addSp modSp new mod">
        <pc:chgData name="Artyom" userId="2f0d4a8a008de216" providerId="LiveId" clId="{7A80BA3A-DEF6-468B-92B5-B6BC83D916CF}" dt="2022-12-13T19:55:29.109" v="983" actId="14100"/>
        <pc:sldMkLst>
          <pc:docMk/>
          <pc:sldMk cId="3581581675" sldId="263"/>
        </pc:sldMkLst>
        <pc:spChg chg="mod">
          <ac:chgData name="Artyom" userId="2f0d4a8a008de216" providerId="LiveId" clId="{7A80BA3A-DEF6-468B-92B5-B6BC83D916CF}" dt="2022-12-13T19:54:32.573" v="891" actId="14100"/>
          <ac:spMkLst>
            <pc:docMk/>
            <pc:sldMk cId="3581581675" sldId="263"/>
            <ac:spMk id="2" creationId="{2F4E5744-C54C-47DC-957C-BDB328980A7D}"/>
          </ac:spMkLst>
        </pc:spChg>
        <pc:spChg chg="mod">
          <ac:chgData name="Artyom" userId="2f0d4a8a008de216" providerId="LiveId" clId="{7A80BA3A-DEF6-468B-92B5-B6BC83D916CF}" dt="2022-12-13T19:55:10.846" v="980" actId="1076"/>
          <ac:spMkLst>
            <pc:docMk/>
            <pc:sldMk cId="3581581675" sldId="263"/>
            <ac:spMk id="3" creationId="{422C9C0B-7454-4E93-B83E-105B0590D9F7}"/>
          </ac:spMkLst>
        </pc:spChg>
        <pc:picChg chg="add mod">
          <ac:chgData name="Artyom" userId="2f0d4a8a008de216" providerId="LiveId" clId="{7A80BA3A-DEF6-468B-92B5-B6BC83D916CF}" dt="2022-12-13T19:55:29.109" v="983" actId="14100"/>
          <ac:picMkLst>
            <pc:docMk/>
            <pc:sldMk cId="3581581675" sldId="263"/>
            <ac:picMk id="5" creationId="{B43BC25D-16E8-4FD8-8815-54593179B054}"/>
          </ac:picMkLst>
        </pc:picChg>
      </pc:sldChg>
      <pc:sldChg chg="modSp new mod">
        <pc:chgData name="Artyom" userId="2f0d4a8a008de216" providerId="LiveId" clId="{7A80BA3A-DEF6-468B-92B5-B6BC83D916CF}" dt="2022-12-13T19:56:36.038" v="1064" actId="14100"/>
        <pc:sldMkLst>
          <pc:docMk/>
          <pc:sldMk cId="3997813081" sldId="264"/>
        </pc:sldMkLst>
        <pc:spChg chg="mod">
          <ac:chgData name="Artyom" userId="2f0d4a8a008de216" providerId="LiveId" clId="{7A80BA3A-DEF6-468B-92B5-B6BC83D916CF}" dt="2022-12-13T19:55:54.505" v="990" actId="1076"/>
          <ac:spMkLst>
            <pc:docMk/>
            <pc:sldMk cId="3997813081" sldId="264"/>
            <ac:spMk id="2" creationId="{8D7DCACF-4F72-4933-8A6E-F9EEAE6278A3}"/>
          </ac:spMkLst>
        </pc:spChg>
        <pc:spChg chg="mod">
          <ac:chgData name="Artyom" userId="2f0d4a8a008de216" providerId="LiveId" clId="{7A80BA3A-DEF6-468B-92B5-B6BC83D916CF}" dt="2022-12-13T19:56:36.038" v="1064" actId="14100"/>
          <ac:spMkLst>
            <pc:docMk/>
            <pc:sldMk cId="3997813081" sldId="264"/>
            <ac:spMk id="3" creationId="{BCB0781D-3EA3-40EF-A866-D1257B7693C7}"/>
          </ac:spMkLst>
        </pc:spChg>
      </pc:sldChg>
      <pc:sldMasterChg chg="addSldLayout">
        <pc:chgData name="Artyom" userId="2f0d4a8a008de216" providerId="LiveId" clId="{7A80BA3A-DEF6-468B-92B5-B6BC83D916CF}" dt="2022-12-13T09:23:30.260" v="0" actId="680"/>
        <pc:sldMasterMkLst>
          <pc:docMk/>
          <pc:sldMasterMk cId="3226922493" sldId="2147483648"/>
        </pc:sldMasterMkLst>
        <pc:sldLayoutChg chg="add">
          <pc:chgData name="Artyom" userId="2f0d4a8a008de216" providerId="LiveId" clId="{7A80BA3A-DEF6-468B-92B5-B6BC83D916CF}" dt="2022-12-13T09:23:30.260" v="0" actId="680"/>
          <pc:sldLayoutMkLst>
            <pc:docMk/>
            <pc:sldMasterMk cId="3226922493" sldId="2147483648"/>
            <pc:sldLayoutMk cId="1272531288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1C82E3-EB5E-4B6E-AC57-4D1F5388B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60852BE-7480-42F7-B459-A4F13BFCF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72531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922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55C89-8DB1-46E5-BF4C-79E8C6EF1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7767" y="310718"/>
            <a:ext cx="10227076" cy="3291320"/>
          </a:xfrm>
        </p:spPr>
        <p:txBody>
          <a:bodyPr/>
          <a:lstStyle/>
          <a:p>
            <a:r>
              <a:rPr lang="ru-RU" dirty="0"/>
              <a:t>«Этапы решения задач с матрицами</a:t>
            </a:r>
            <a:br>
              <a:rPr lang="ru-RU" dirty="0"/>
            </a:br>
            <a:r>
              <a:rPr lang="ru-RU" dirty="0"/>
              <a:t>средствами электронных таблиц»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F08537-C602-46AD-891D-380B488EB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0051" y="4436539"/>
            <a:ext cx="9144000" cy="1655762"/>
          </a:xfrm>
        </p:spPr>
        <p:txBody>
          <a:bodyPr/>
          <a:lstStyle/>
          <a:p>
            <a:r>
              <a:rPr lang="ru-RU" dirty="0"/>
              <a:t>Выполнил: Гневнов Артем Евгеньевич, ИВТ 2.1.</a:t>
            </a:r>
          </a:p>
        </p:txBody>
      </p:sp>
    </p:spTree>
    <p:extLst>
      <p:ext uri="{BB962C8B-B14F-4D97-AF65-F5344CB8AC3E}">
        <p14:creationId xmlns:p14="http://schemas.microsoft.com/office/powerpoint/2010/main" val="315044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16B30B-A15E-47E1-B790-770D8BCECE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3953" y="275207"/>
            <a:ext cx="8484093" cy="864417"/>
          </a:xfrm>
        </p:spPr>
        <p:txBody>
          <a:bodyPr/>
          <a:lstStyle/>
          <a:p>
            <a:r>
              <a:rPr lang="ru-RU" dirty="0"/>
              <a:t>Ввод матрицы в </a:t>
            </a:r>
            <a:r>
              <a:rPr lang="en-US" dirty="0"/>
              <a:t>Excel</a:t>
            </a:r>
            <a:r>
              <a:rPr lang="ru-RU" dirty="0"/>
              <a:t>	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1947A4-FF1F-4276-BBEC-439280B71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148" y="1949758"/>
            <a:ext cx="4572000" cy="2958483"/>
          </a:xfrm>
        </p:spPr>
        <p:txBody>
          <a:bodyPr/>
          <a:lstStyle/>
          <a:p>
            <a:pPr marL="457200" indent="-457200" algn="just">
              <a:buAutoNum type="arabicPeriod"/>
            </a:pPr>
            <a:r>
              <a:rPr lang="ru-RU" dirty="0"/>
              <a:t>Даём матрице название.</a:t>
            </a:r>
          </a:p>
          <a:p>
            <a:pPr marL="457200" indent="-457200" algn="just">
              <a:buAutoNum type="arabicPeriod"/>
            </a:pPr>
            <a:r>
              <a:rPr lang="ru-RU" dirty="0"/>
              <a:t>Заполняем матрицу элементами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48B79A-774A-4278-9D0C-E59FD32AF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816" y="1473515"/>
            <a:ext cx="3012656" cy="20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143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7F9D66-729A-449C-9F4D-7354A00C2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9501"/>
            <a:ext cx="9144000" cy="1079299"/>
          </a:xfrm>
        </p:spPr>
        <p:txBody>
          <a:bodyPr/>
          <a:lstStyle/>
          <a:p>
            <a:r>
              <a:rPr lang="ru-RU" dirty="0"/>
              <a:t>Создание единичной матрицы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203F5C0-BB84-496A-B6E0-F80FE9D1B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671" y="1828800"/>
            <a:ext cx="2346664" cy="3624309"/>
          </a:xfrm>
        </p:spPr>
        <p:txBody>
          <a:bodyPr/>
          <a:lstStyle/>
          <a:p>
            <a:pPr algn="just"/>
            <a:r>
              <a:rPr lang="ru-RU" dirty="0"/>
              <a:t>Для создания единичной матрицы вводим «=</a:t>
            </a:r>
            <a:r>
              <a:rPr lang="ru-RU" dirty="0" err="1"/>
              <a:t>медин</a:t>
            </a:r>
            <a:r>
              <a:rPr lang="ru-RU" dirty="0"/>
              <a:t>(порядок матрицы)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2C15D90-9C4B-4E17-97C9-4509D6D39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614" y="2085996"/>
            <a:ext cx="2959381" cy="250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310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D5E166-841B-4DAF-9445-2FAE5C4B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2641" y="328472"/>
            <a:ext cx="6406718" cy="1041971"/>
          </a:xfrm>
        </p:spPr>
        <p:txBody>
          <a:bodyPr/>
          <a:lstStyle/>
          <a:p>
            <a:r>
              <a:rPr lang="ru-RU" dirty="0"/>
              <a:t>Сложение матриц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D89F795-60E5-4E1B-8C8C-8662E0C22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086" y="1370443"/>
            <a:ext cx="6134470" cy="3887357"/>
          </a:xfrm>
        </p:spPr>
        <p:txBody>
          <a:bodyPr/>
          <a:lstStyle/>
          <a:p>
            <a:pPr algn="just"/>
            <a:r>
              <a:rPr lang="ru-RU" dirty="0"/>
              <a:t>В новой матрице вводим «=» и суммируем первые элементы наших матриц, далее протягиваем ячейку под размер необходимой матрицы.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4A48C6-EDF2-4A53-AEC3-BFA640A2F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312" y="1748157"/>
            <a:ext cx="4389500" cy="289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62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1704FE-7625-4766-83CB-70FF25C74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7786" y="195307"/>
            <a:ext cx="7516427" cy="1308301"/>
          </a:xfrm>
        </p:spPr>
        <p:txBody>
          <a:bodyPr/>
          <a:lstStyle/>
          <a:p>
            <a:r>
              <a:rPr lang="ru-RU" dirty="0"/>
              <a:t>Произведение матриц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71B8F6-B069-4274-8820-4E4856742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047" y="1612407"/>
            <a:ext cx="4051177" cy="3633186"/>
          </a:xfrm>
        </p:spPr>
        <p:txBody>
          <a:bodyPr/>
          <a:lstStyle/>
          <a:p>
            <a:pPr algn="just"/>
            <a:r>
              <a:rPr lang="ru-RU" dirty="0"/>
              <a:t>Для умножения матрицы на матрицу в новой матрице вводим «=</a:t>
            </a:r>
            <a:r>
              <a:rPr lang="ru-RU" dirty="0" err="1"/>
              <a:t>мумнож</a:t>
            </a:r>
            <a:r>
              <a:rPr lang="ru-RU" dirty="0"/>
              <a:t>(Матрица А, Матрица В)»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AD7B706-0F19-4468-905B-918CCCBFE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527" y="1612407"/>
            <a:ext cx="6782388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866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106017-43CC-4DB0-AD9D-B73085645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6352" y="993235"/>
            <a:ext cx="8439705" cy="962072"/>
          </a:xfrm>
        </p:spPr>
        <p:txBody>
          <a:bodyPr/>
          <a:lstStyle/>
          <a:p>
            <a:r>
              <a:rPr lang="ru-RU" dirty="0"/>
              <a:t>Транспонирование матрицы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F45EE4-118A-4324-B4C6-EF90F7B32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685" y="2035206"/>
            <a:ext cx="3367597" cy="3240350"/>
          </a:xfrm>
        </p:spPr>
        <p:txBody>
          <a:bodyPr/>
          <a:lstStyle/>
          <a:p>
            <a:pPr algn="just"/>
            <a:r>
              <a:rPr lang="ru-RU" dirty="0"/>
              <a:t>Для транспонирования матрицы нужно ввести «=</a:t>
            </a:r>
            <a:r>
              <a:rPr lang="ru-RU" dirty="0" err="1"/>
              <a:t>трансп</a:t>
            </a:r>
            <a:r>
              <a:rPr lang="ru-RU" dirty="0"/>
              <a:t>(ячейки матрицы)»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010F3B-249E-43AF-9074-55987231E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617" y="2147786"/>
            <a:ext cx="7471040" cy="237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33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C2C883-0F09-4705-8CB9-4F02A2B85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6815" y="328474"/>
            <a:ext cx="7738369" cy="997582"/>
          </a:xfrm>
        </p:spPr>
        <p:txBody>
          <a:bodyPr/>
          <a:lstStyle/>
          <a:p>
            <a:r>
              <a:rPr lang="ru-RU" dirty="0"/>
              <a:t>Поиск определителя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04ED350-DAE4-42EF-879D-7B888ECC0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64311"/>
            <a:ext cx="4273118" cy="3393489"/>
          </a:xfrm>
        </p:spPr>
        <p:txBody>
          <a:bodyPr/>
          <a:lstStyle/>
          <a:p>
            <a:r>
              <a:rPr lang="ru-RU" dirty="0"/>
              <a:t>Для нахождения определителя матрицы нужно ввести «=</a:t>
            </a:r>
            <a:r>
              <a:rPr lang="ru-RU" dirty="0" err="1"/>
              <a:t>мопред</a:t>
            </a:r>
            <a:r>
              <a:rPr lang="ru-RU" dirty="0"/>
              <a:t>(ячейки матрицы)»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D8A82D-303D-4D3E-B96F-1D311885D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916" y="1640150"/>
            <a:ext cx="4629399" cy="324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48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E5744-C54C-47DC-957C-BDB328980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75113"/>
          </a:xfrm>
        </p:spPr>
        <p:txBody>
          <a:bodyPr/>
          <a:lstStyle/>
          <a:p>
            <a:r>
              <a:rPr lang="ru-RU" dirty="0"/>
              <a:t>Нахождение обратной матрицы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2C9C0B-7454-4E93-B83E-105B0590D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5728" y="2521259"/>
            <a:ext cx="2755037" cy="2938508"/>
          </a:xfrm>
        </p:spPr>
        <p:txBody>
          <a:bodyPr/>
          <a:lstStyle/>
          <a:p>
            <a:pPr algn="just"/>
            <a:r>
              <a:rPr lang="ru-RU" dirty="0"/>
              <a:t>Для нахождения обратной матрицы необходимо ввести «</a:t>
            </a:r>
            <a:r>
              <a:rPr lang="ru-RU" dirty="0" err="1"/>
              <a:t>мобр</a:t>
            </a:r>
            <a:r>
              <a:rPr lang="ru-RU" dirty="0"/>
              <a:t>(</a:t>
            </a:r>
            <a:r>
              <a:rPr lang="ru-RU" dirty="0" err="1"/>
              <a:t>ячекйки</a:t>
            </a:r>
            <a:r>
              <a:rPr lang="ru-RU" dirty="0"/>
              <a:t> матрицы)»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3BC25D-16E8-4FD8-8815-54593179B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408" y="2346865"/>
            <a:ext cx="7167959" cy="263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581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DCACF-4F72-4933-8A6E-F9EEAE627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3899" y="483171"/>
            <a:ext cx="8782975" cy="777458"/>
          </a:xfrm>
        </p:spPr>
        <p:txBody>
          <a:bodyPr/>
          <a:lstStyle/>
          <a:p>
            <a:r>
              <a:rPr lang="ru-RU" dirty="0"/>
              <a:t>Итог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B0781D-3EA3-40EF-A866-D1257B769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3794" y="2574525"/>
            <a:ext cx="9274206" cy="2683276"/>
          </a:xfrm>
        </p:spPr>
        <p:txBody>
          <a:bodyPr/>
          <a:lstStyle/>
          <a:p>
            <a:r>
              <a:rPr lang="en-US" sz="3200" dirty="0"/>
              <a:t>Excel</a:t>
            </a:r>
            <a:r>
              <a:rPr lang="ru-RU" sz="3200" dirty="0"/>
              <a:t> имеет весь функционал для работы с матрицами </a:t>
            </a:r>
          </a:p>
        </p:txBody>
      </p:sp>
    </p:spTree>
    <p:extLst>
      <p:ext uri="{BB962C8B-B14F-4D97-AF65-F5344CB8AC3E}">
        <p14:creationId xmlns:p14="http://schemas.microsoft.com/office/powerpoint/2010/main" val="39978130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139</Words>
  <Application>Microsoft Office PowerPoint</Application>
  <PresentationFormat>Широкоэкранный</PresentationFormat>
  <Paragraphs>19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«Этапы решения задач с матрицами средствами электронных таблиц»</vt:lpstr>
      <vt:lpstr>Ввод матрицы в Excel </vt:lpstr>
      <vt:lpstr>Создание единичной матрицы</vt:lpstr>
      <vt:lpstr>Сложение матриц</vt:lpstr>
      <vt:lpstr>Произведение матриц</vt:lpstr>
      <vt:lpstr>Транспонирование матрицы</vt:lpstr>
      <vt:lpstr>Поиск определителя</vt:lpstr>
      <vt:lpstr>Нахождение обратной матрицы</vt:lpstr>
      <vt:lpstr>Итог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«Этапы решения задач с матрицами средствами электронных таблиц»</dc:title>
  <dc:creator>Artyom</dc:creator>
  <cp:lastModifiedBy>Artyom</cp:lastModifiedBy>
  <cp:revision>3</cp:revision>
  <dcterms:created xsi:type="dcterms:W3CDTF">2022-12-13T09:23:29Z</dcterms:created>
  <dcterms:modified xsi:type="dcterms:W3CDTF">2022-12-13T19:56:44Z</dcterms:modified>
</cp:coreProperties>
</file>