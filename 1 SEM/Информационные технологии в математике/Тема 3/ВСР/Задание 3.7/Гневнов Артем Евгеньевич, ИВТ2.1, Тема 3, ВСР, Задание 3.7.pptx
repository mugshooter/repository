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53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yom" userId="2f0d4a8a008de216" providerId="LiveId" clId="{E1299277-3C67-4D6A-ACCF-E6AF21BB6596}"/>
    <pc:docChg chg="undo redo custSel addSld modSld">
      <pc:chgData name="Artyom" userId="2f0d4a8a008de216" providerId="LiveId" clId="{E1299277-3C67-4D6A-ACCF-E6AF21BB6596}" dt="2022-12-16T17:28:45.579" v="438" actId="1076"/>
      <pc:docMkLst>
        <pc:docMk/>
      </pc:docMkLst>
      <pc:sldChg chg="addSp modSp new mod">
        <pc:chgData name="Artyom" userId="2f0d4a8a008de216" providerId="LiveId" clId="{E1299277-3C67-4D6A-ACCF-E6AF21BB6596}" dt="2022-12-16T17:28:03.531" v="430" actId="2711"/>
        <pc:sldMkLst>
          <pc:docMk/>
          <pc:sldMk cId="2279648205" sldId="256"/>
        </pc:sldMkLst>
        <pc:spChg chg="mod">
          <ac:chgData name="Artyom" userId="2f0d4a8a008de216" providerId="LiveId" clId="{E1299277-3C67-4D6A-ACCF-E6AF21BB6596}" dt="2022-12-16T17:17:04.770" v="82" actId="14100"/>
          <ac:spMkLst>
            <pc:docMk/>
            <pc:sldMk cId="2279648205" sldId="256"/>
            <ac:spMk id="2" creationId="{D170FA28-78D9-40DA-8908-63DAB14AE866}"/>
          </ac:spMkLst>
        </pc:spChg>
        <pc:spChg chg="mod">
          <ac:chgData name="Artyom" userId="2f0d4a8a008de216" providerId="LiveId" clId="{E1299277-3C67-4D6A-ACCF-E6AF21BB6596}" dt="2022-12-16T17:17:11.824" v="84" actId="1076"/>
          <ac:spMkLst>
            <pc:docMk/>
            <pc:sldMk cId="2279648205" sldId="256"/>
            <ac:spMk id="3" creationId="{778C159A-498D-402F-B9D7-4445A7EB1EE0}"/>
          </ac:spMkLst>
        </pc:spChg>
        <pc:spChg chg="add mod">
          <ac:chgData name="Artyom" userId="2f0d4a8a008de216" providerId="LiveId" clId="{E1299277-3C67-4D6A-ACCF-E6AF21BB6596}" dt="2022-12-16T17:21:04.243" v="288" actId="20577"/>
          <ac:spMkLst>
            <pc:docMk/>
            <pc:sldMk cId="2279648205" sldId="256"/>
            <ac:spMk id="5" creationId="{3101657F-8F3D-44F6-B4EF-D1F4E23BF58C}"/>
          </ac:spMkLst>
        </pc:spChg>
        <pc:spChg chg="add mod">
          <ac:chgData name="Artyom" userId="2f0d4a8a008de216" providerId="LiveId" clId="{E1299277-3C67-4D6A-ACCF-E6AF21BB6596}" dt="2022-12-16T17:28:03.531" v="430" actId="2711"/>
          <ac:spMkLst>
            <pc:docMk/>
            <pc:sldMk cId="2279648205" sldId="256"/>
            <ac:spMk id="7" creationId="{1D99A885-512B-451D-A1BD-1E9EE077311C}"/>
          </ac:spMkLst>
        </pc:spChg>
      </pc:sldChg>
      <pc:sldChg chg="addSp delSp modSp new mod">
        <pc:chgData name="Artyom" userId="2f0d4a8a008de216" providerId="LiveId" clId="{E1299277-3C67-4D6A-ACCF-E6AF21BB6596}" dt="2022-12-16T17:28:45.579" v="438" actId="1076"/>
        <pc:sldMkLst>
          <pc:docMk/>
          <pc:sldMk cId="4046007027" sldId="257"/>
        </pc:sldMkLst>
        <pc:spChg chg="del">
          <ac:chgData name="Artyom" userId="2f0d4a8a008de216" providerId="LiveId" clId="{E1299277-3C67-4D6A-ACCF-E6AF21BB6596}" dt="2022-12-16T17:21:35.832" v="290" actId="478"/>
          <ac:spMkLst>
            <pc:docMk/>
            <pc:sldMk cId="4046007027" sldId="257"/>
            <ac:spMk id="2" creationId="{65E7F05B-0B79-4D55-9403-50F87CBF23B2}"/>
          </ac:spMkLst>
        </pc:spChg>
        <pc:spChg chg="del">
          <ac:chgData name="Artyom" userId="2f0d4a8a008de216" providerId="LiveId" clId="{E1299277-3C67-4D6A-ACCF-E6AF21BB6596}" dt="2022-12-16T17:21:34.843" v="289" actId="478"/>
          <ac:spMkLst>
            <pc:docMk/>
            <pc:sldMk cId="4046007027" sldId="257"/>
            <ac:spMk id="3" creationId="{25F16AFF-AD62-4C94-853D-127503C30A7B}"/>
          </ac:spMkLst>
        </pc:spChg>
        <pc:spChg chg="add del mod">
          <ac:chgData name="Artyom" userId="2f0d4a8a008de216" providerId="LiveId" clId="{E1299277-3C67-4D6A-ACCF-E6AF21BB6596}" dt="2022-12-16T17:28:09.152" v="431" actId="21"/>
          <ac:spMkLst>
            <pc:docMk/>
            <pc:sldMk cId="4046007027" sldId="257"/>
            <ac:spMk id="17" creationId="{87454A76-83F7-4819-A792-D21A700A6F69}"/>
          </ac:spMkLst>
        </pc:spChg>
        <pc:picChg chg="add mod">
          <ac:chgData name="Artyom" userId="2f0d4a8a008de216" providerId="LiveId" clId="{E1299277-3C67-4D6A-ACCF-E6AF21BB6596}" dt="2022-12-16T17:28:22.284" v="433" actId="14100"/>
          <ac:picMkLst>
            <pc:docMk/>
            <pc:sldMk cId="4046007027" sldId="257"/>
            <ac:picMk id="5" creationId="{95EE7585-4138-45D0-91AA-96DD8400B87A}"/>
          </ac:picMkLst>
        </pc:picChg>
        <pc:picChg chg="add del mod">
          <ac:chgData name="Artyom" userId="2f0d4a8a008de216" providerId="LiveId" clId="{E1299277-3C67-4D6A-ACCF-E6AF21BB6596}" dt="2022-12-16T17:21:56.240" v="296" actId="22"/>
          <ac:picMkLst>
            <pc:docMk/>
            <pc:sldMk cId="4046007027" sldId="257"/>
            <ac:picMk id="7" creationId="{F8D6D514-02AD-4404-80A4-D30D3F7053C3}"/>
          </ac:picMkLst>
        </pc:picChg>
        <pc:picChg chg="add mod">
          <ac:chgData name="Artyom" userId="2f0d4a8a008de216" providerId="LiveId" clId="{E1299277-3C67-4D6A-ACCF-E6AF21BB6596}" dt="2022-12-16T17:28:35.358" v="436" actId="1076"/>
          <ac:picMkLst>
            <pc:docMk/>
            <pc:sldMk cId="4046007027" sldId="257"/>
            <ac:picMk id="9" creationId="{987CB1C0-38D2-42BB-A64F-58E4824467DD}"/>
          </ac:picMkLst>
        </pc:picChg>
        <pc:picChg chg="add mod">
          <ac:chgData name="Artyom" userId="2f0d4a8a008de216" providerId="LiveId" clId="{E1299277-3C67-4D6A-ACCF-E6AF21BB6596}" dt="2022-12-16T17:28:40.563" v="437" actId="1076"/>
          <ac:picMkLst>
            <pc:docMk/>
            <pc:sldMk cId="4046007027" sldId="257"/>
            <ac:picMk id="11" creationId="{AE84B3CD-384E-4FB8-A22B-3EBC846A477D}"/>
          </ac:picMkLst>
        </pc:picChg>
        <pc:picChg chg="add mod">
          <ac:chgData name="Artyom" userId="2f0d4a8a008de216" providerId="LiveId" clId="{E1299277-3C67-4D6A-ACCF-E6AF21BB6596}" dt="2022-12-16T17:27:15.495" v="425" actId="1076"/>
          <ac:picMkLst>
            <pc:docMk/>
            <pc:sldMk cId="4046007027" sldId="257"/>
            <ac:picMk id="13" creationId="{93CD7145-C356-455C-ABD2-88C7D5F2148F}"/>
          </ac:picMkLst>
        </pc:picChg>
        <pc:picChg chg="add mod">
          <ac:chgData name="Artyom" userId="2f0d4a8a008de216" providerId="LiveId" clId="{E1299277-3C67-4D6A-ACCF-E6AF21BB6596}" dt="2022-12-16T17:28:45.579" v="438" actId="1076"/>
          <ac:picMkLst>
            <pc:docMk/>
            <pc:sldMk cId="4046007027" sldId="257"/>
            <ac:picMk id="15" creationId="{ADA18183-BA98-45F4-89A3-383106099D05}"/>
          </ac:picMkLst>
        </pc:picChg>
      </pc:sldChg>
      <pc:sldMasterChg chg="addSldLayout">
        <pc:chgData name="Artyom" userId="2f0d4a8a008de216" providerId="LiveId" clId="{E1299277-3C67-4D6A-ACCF-E6AF21BB6596}" dt="2022-12-16T17:13:26.731" v="0" actId="680"/>
        <pc:sldMasterMkLst>
          <pc:docMk/>
          <pc:sldMasterMk cId="3863976486" sldId="2147483648"/>
        </pc:sldMasterMkLst>
        <pc:sldLayoutChg chg="add">
          <pc:chgData name="Artyom" userId="2f0d4a8a008de216" providerId="LiveId" clId="{E1299277-3C67-4D6A-ACCF-E6AF21BB6596}" dt="2022-12-16T17:13:26.731" v="0" actId="680"/>
          <pc:sldLayoutMkLst>
            <pc:docMk/>
            <pc:sldMasterMk cId="3863976486" sldId="2147483648"/>
            <pc:sldLayoutMk cId="3076578173" sldId="21474836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93AA40-9748-4ECF-9B36-DE854DADF0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55DA6D0-7B92-4B8B-88C4-A0B610500D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076578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3976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70FA28-78D9-40DA-8908-63DAB14AE8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635" y="181005"/>
            <a:ext cx="5578137" cy="3769558"/>
          </a:xfrm>
        </p:spPr>
        <p:txBody>
          <a:bodyPr/>
          <a:lstStyle/>
          <a:p>
            <a:r>
              <a:rPr lang="ru-RU" sz="3600" dirty="0"/>
              <a:t>Основные возможности Maxima, используемые при работе со встроенными</a:t>
            </a:r>
            <a:br>
              <a:rPr lang="ru-RU" sz="3600" dirty="0"/>
            </a:br>
            <a:r>
              <a:rPr lang="ru-RU" sz="3600" dirty="0"/>
              <a:t>математическими и с пользовательскими функциями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78C159A-498D-402F-B9D7-4445A7EB1E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2712" y="4591975"/>
            <a:ext cx="4645981" cy="1828800"/>
          </a:xfrm>
        </p:spPr>
        <p:txBody>
          <a:bodyPr/>
          <a:lstStyle/>
          <a:p>
            <a:r>
              <a:rPr lang="ru-RU" dirty="0"/>
              <a:t>Автор: Гневнов Артем Евгеньевич, 1 курс ИВТ 2.1.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01657F-8F3D-44F6-B4EF-D1F4E23BF58C}"/>
              </a:ext>
            </a:extLst>
          </p:cNvPr>
          <p:cNvSpPr txBox="1"/>
          <p:nvPr/>
        </p:nvSpPr>
        <p:spPr>
          <a:xfrm>
            <a:off x="6646416" y="956480"/>
            <a:ext cx="4788023" cy="3248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Данный электронный буклет посвящён основным принципам работы и записи функций в СКА 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Maxima</a:t>
            </a:r>
            <a:r>
              <a:rPr lang="ru-RU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(22.04.0).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dirty="0">
                <a:ea typeface="Calibri" panose="020F0502020204030204" pitchFamily="34" charset="0"/>
                <a:cs typeface="Times New Roman" panose="02020603050405020304" pitchFamily="18" charset="0"/>
              </a:rPr>
              <a:t>Для записи математической функции необходимо ввести функцию и нажать «</a:t>
            </a:r>
            <a:r>
              <a:rPr lang="en-US" dirty="0" err="1">
                <a:ea typeface="Calibri" panose="020F0502020204030204" pitchFamily="34" charset="0"/>
                <a:cs typeface="Times New Roman" panose="02020603050405020304" pitchFamily="18" charset="0"/>
              </a:rPr>
              <a:t>Shift+Enter</a:t>
            </a:r>
            <a:r>
              <a:rPr lang="ru-RU" dirty="0">
                <a:ea typeface="Calibri" panose="020F0502020204030204" pitchFamily="34" charset="0"/>
                <a:cs typeface="Times New Roman" panose="02020603050405020304" pitchFamily="18" charset="0"/>
              </a:rPr>
              <a:t>».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dirty="0">
                <a:ea typeface="Calibri" panose="020F0502020204030204" pitchFamily="34" charset="0"/>
                <a:cs typeface="Times New Roman" panose="02020603050405020304" pitchFamily="18" charset="0"/>
              </a:rPr>
              <a:t>Для создания пользовательской функции нужно сначала написать функцию, например, f(x): =(x/2) *4, после ввести значения «x» (например, f (8)).</a:t>
            </a:r>
            <a:endParaRPr lang="ru-RU" sz="1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99A885-512B-451D-A1BD-1E9EE077311C}"/>
              </a:ext>
            </a:extLst>
          </p:cNvPr>
          <p:cNvSpPr txBox="1"/>
          <p:nvPr/>
        </p:nvSpPr>
        <p:spPr>
          <a:xfrm>
            <a:off x="6646416" y="4535761"/>
            <a:ext cx="4788023" cy="1958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Так же стоит отметить, что для отдельных функций необходимо приписывать к названию функции «, </a:t>
            </a:r>
            <a:r>
              <a:rPr lang="en-US" sz="18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numer</a:t>
            </a:r>
            <a:r>
              <a:rPr lang="ru-RU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».</a:t>
            </a: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dirty="0">
                <a:ea typeface="Calibri" panose="020F0502020204030204" pitchFamily="34" charset="0"/>
                <a:cs typeface="Times New Roman" panose="02020603050405020304" pitchFamily="18" charset="0"/>
              </a:rPr>
              <a:t>Для вычисления тригонометрических функций необходимо перевести градусы в радианы по формуле (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x*</a:t>
            </a:r>
            <a:r>
              <a:rPr lang="el-GR" b="0" i="0" dirty="0">
                <a:solidFill>
                  <a:srgbClr val="333333"/>
                </a:solidFill>
                <a:effectLst/>
              </a:rPr>
              <a:t>π</a:t>
            </a:r>
            <a:r>
              <a:rPr lang="en-US" dirty="0">
                <a:solidFill>
                  <a:srgbClr val="333333"/>
                </a:solidFill>
              </a:rPr>
              <a:t>/180)</a:t>
            </a:r>
            <a:endParaRPr lang="ru-RU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9648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5EE7585-4138-45D0-91AA-96DD8400B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742" y="470850"/>
            <a:ext cx="4159322" cy="272423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87CB1C0-38D2-42BB-A64F-58E4824467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42" y="3257298"/>
            <a:ext cx="4363508" cy="2557637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E84B3CD-384E-4FB8-A22B-3EBC846A47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70850"/>
            <a:ext cx="4907705" cy="1516511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93CD7145-C356-455C-ABD2-88C7D5F214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9247" y="2217254"/>
            <a:ext cx="3840813" cy="2248095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ADA18183-BA98-45F4-89A3-383106099D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4695242"/>
            <a:ext cx="2545301" cy="2126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00702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127</Words>
  <Application>Microsoft Office PowerPoint</Application>
  <PresentationFormat>Широкоэкранный</PresentationFormat>
  <Paragraphs>7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Тема Office</vt:lpstr>
      <vt:lpstr>Основные возможности Maxima, используемые при работе со встроенными математическими и с пользовательскими функциями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Основные возможности Maxima, используемые при работе со встроенными математическими и с пользовательскими функциями</dc:title>
  <dc:creator>Artyom</dc:creator>
  <cp:lastModifiedBy>Artyom</cp:lastModifiedBy>
  <cp:revision>1</cp:revision>
  <dcterms:created xsi:type="dcterms:W3CDTF">2022-12-16T17:13:16Z</dcterms:created>
  <dcterms:modified xsi:type="dcterms:W3CDTF">2022-12-16T17:28:48Z</dcterms:modified>
</cp:coreProperties>
</file>