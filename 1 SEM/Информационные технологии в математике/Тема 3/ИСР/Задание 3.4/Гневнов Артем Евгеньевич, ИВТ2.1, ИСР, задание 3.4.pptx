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666" y="-3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E43DE7E6-C89F-4260-B6F3-DE7A116E5D6D}"/>
    <pc:docChg chg="undo redo custSel addSld modSld">
      <pc:chgData name="Artyom" userId="2f0d4a8a008de216" providerId="LiveId" clId="{E43DE7E6-C89F-4260-B6F3-DE7A116E5D6D}" dt="2022-12-16T14:57:25.291" v="1265" actId="1076"/>
      <pc:docMkLst>
        <pc:docMk/>
      </pc:docMkLst>
      <pc:sldChg chg="addSp delSp modSp new mod">
        <pc:chgData name="Artyom" userId="2f0d4a8a008de216" providerId="LiveId" clId="{E43DE7E6-C89F-4260-B6F3-DE7A116E5D6D}" dt="2022-12-16T14:57:25.291" v="1265" actId="1076"/>
        <pc:sldMkLst>
          <pc:docMk/>
          <pc:sldMk cId="2676543854" sldId="256"/>
        </pc:sldMkLst>
        <pc:spChg chg="mod">
          <ac:chgData name="Artyom" userId="2f0d4a8a008de216" providerId="LiveId" clId="{E43DE7E6-C89F-4260-B6F3-DE7A116E5D6D}" dt="2022-12-16T14:34:47.883" v="13" actId="20577"/>
          <ac:spMkLst>
            <pc:docMk/>
            <pc:sldMk cId="2676543854" sldId="256"/>
            <ac:spMk id="2" creationId="{F780EF9E-680E-4F61-95A3-98073EA2B343}"/>
          </ac:spMkLst>
        </pc:spChg>
        <pc:spChg chg="mod">
          <ac:chgData name="Artyom" userId="2f0d4a8a008de216" providerId="LiveId" clId="{E43DE7E6-C89F-4260-B6F3-DE7A116E5D6D}" dt="2022-12-16T14:52:20.284" v="932" actId="20577"/>
          <ac:spMkLst>
            <pc:docMk/>
            <pc:sldMk cId="2676543854" sldId="256"/>
            <ac:spMk id="3" creationId="{56F8433A-382A-48B8-B39F-7A6AB0E2D212}"/>
          </ac:spMkLst>
        </pc:spChg>
        <pc:spChg chg="add mod">
          <ac:chgData name="Artyom" userId="2f0d4a8a008de216" providerId="LiveId" clId="{E43DE7E6-C89F-4260-B6F3-DE7A116E5D6D}" dt="2022-12-16T14:53:30.669" v="952" actId="14100"/>
          <ac:spMkLst>
            <pc:docMk/>
            <pc:sldMk cId="2676543854" sldId="256"/>
            <ac:spMk id="6" creationId="{3B04BA5D-86D6-4214-B8E2-A64D304B9703}"/>
          </ac:spMkLst>
        </pc:spChg>
        <pc:spChg chg="add mod">
          <ac:chgData name="Artyom" userId="2f0d4a8a008de216" providerId="LiveId" clId="{E43DE7E6-C89F-4260-B6F3-DE7A116E5D6D}" dt="2022-12-16T14:53:41.790" v="956" actId="1076"/>
          <ac:spMkLst>
            <pc:docMk/>
            <pc:sldMk cId="2676543854" sldId="256"/>
            <ac:spMk id="7" creationId="{2C434729-2AA0-4322-80C4-9396FBD50E82}"/>
          </ac:spMkLst>
        </pc:spChg>
        <pc:spChg chg="add mod">
          <ac:chgData name="Artyom" userId="2f0d4a8a008de216" providerId="LiveId" clId="{E43DE7E6-C89F-4260-B6F3-DE7A116E5D6D}" dt="2022-12-16T14:56:37.329" v="1260" actId="20577"/>
          <ac:spMkLst>
            <pc:docMk/>
            <pc:sldMk cId="2676543854" sldId="256"/>
            <ac:spMk id="8" creationId="{C279B239-454F-476B-A1C6-34C0A0B28E91}"/>
          </ac:spMkLst>
        </pc:spChg>
        <pc:picChg chg="add mod">
          <ac:chgData name="Artyom" userId="2f0d4a8a008de216" providerId="LiveId" clId="{E43DE7E6-C89F-4260-B6F3-DE7A116E5D6D}" dt="2022-12-16T14:53:38.417" v="955" actId="14100"/>
          <ac:picMkLst>
            <pc:docMk/>
            <pc:sldMk cId="2676543854" sldId="256"/>
            <ac:picMk id="5" creationId="{F6DAEE4B-081B-4D91-A7DD-CE459203EEDE}"/>
          </ac:picMkLst>
        </pc:picChg>
        <pc:picChg chg="add del">
          <ac:chgData name="Artyom" userId="2f0d4a8a008de216" providerId="LiveId" clId="{E43DE7E6-C89F-4260-B6F3-DE7A116E5D6D}" dt="2022-12-16T14:57:15.726" v="1262" actId="22"/>
          <ac:picMkLst>
            <pc:docMk/>
            <pc:sldMk cId="2676543854" sldId="256"/>
            <ac:picMk id="10" creationId="{FC446482-B475-4168-823F-A6E7462726C4}"/>
          </ac:picMkLst>
        </pc:picChg>
        <pc:picChg chg="add mod">
          <ac:chgData name="Artyom" userId="2f0d4a8a008de216" providerId="LiveId" clId="{E43DE7E6-C89F-4260-B6F3-DE7A116E5D6D}" dt="2022-12-16T14:57:25.291" v="1265" actId="1076"/>
          <ac:picMkLst>
            <pc:docMk/>
            <pc:sldMk cId="2676543854" sldId="256"/>
            <ac:picMk id="12" creationId="{2B78B379-E6DA-49FF-AB81-BFCCA65BBF33}"/>
          </ac:picMkLst>
        </pc:picChg>
      </pc:sldChg>
      <pc:sldMasterChg chg="addSldLayout">
        <pc:chgData name="Artyom" userId="2f0d4a8a008de216" providerId="LiveId" clId="{E43DE7E6-C89F-4260-B6F3-DE7A116E5D6D}" dt="2022-12-16T14:32:27.213" v="0" actId="680"/>
        <pc:sldMasterMkLst>
          <pc:docMk/>
          <pc:sldMasterMk cId="3614454281" sldId="2147483648"/>
        </pc:sldMasterMkLst>
        <pc:sldLayoutChg chg="add">
          <pc:chgData name="Artyom" userId="2f0d4a8a008de216" providerId="LiveId" clId="{E43DE7E6-C89F-4260-B6F3-DE7A116E5D6D}" dt="2022-12-16T14:32:27.213" v="0" actId="680"/>
          <pc:sldLayoutMkLst>
            <pc:docMk/>
            <pc:sldMasterMk cId="3614454281" sldId="2147483648"/>
            <pc:sldLayoutMk cId="941679239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16-12-22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471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16-12-22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02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16-12-22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951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16-12-22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934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16-12-22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458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16-12-22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05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16-12-22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167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16-12-22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073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16-12-22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072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16-12-22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95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16-12-22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213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16-12-22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442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80EF9E-680E-4F61-95A3-98073EA2B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301" y="0"/>
            <a:ext cx="5996809" cy="2340205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Основы работы с системой</a:t>
            </a:r>
            <a:br>
              <a:rPr lang="ru-RU" dirty="0"/>
            </a:br>
            <a:r>
              <a:rPr lang="ru-RU" dirty="0"/>
              <a:t>компьютерной алгебры Maxima</a:t>
            </a:r>
            <a:r>
              <a:rPr lang="en-US" dirty="0"/>
              <a:t>(22.04.0)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F8433A-382A-48B8-B39F-7A6AB0E2D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460" y="2468880"/>
            <a:ext cx="6408420" cy="535686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Среди возможностей Maxima:</a:t>
            </a:r>
          </a:p>
          <a:p>
            <a:pPr algn="just"/>
            <a:r>
              <a:rPr lang="ru-RU" dirty="0"/>
              <a:t>Решение уравнений, построение двухмерных и трехмерных графиков, упрощение выражений, использование широкого спектра математических функций, дифференцирование и интегрирование функций и многое другое. С каждой новой версией в Maxima появляются новые функциональные возможности и виды решаемых задач.</a:t>
            </a:r>
            <a:endParaRPr lang="en-US" dirty="0"/>
          </a:p>
          <a:p>
            <a:pPr algn="just"/>
            <a:r>
              <a:rPr lang="ru-RU" dirty="0"/>
              <a:t>Ввод команд:</a:t>
            </a:r>
          </a:p>
          <a:p>
            <a:pPr marL="342900" indent="-342900" algn="just">
              <a:buAutoNum type="arabicPeriod"/>
            </a:pPr>
            <a:r>
              <a:rPr lang="ru-RU" dirty="0"/>
              <a:t>Нажать на пустую область окна ввода</a:t>
            </a:r>
            <a:r>
              <a:rPr lang="en-US" dirty="0"/>
              <a:t>;</a:t>
            </a:r>
            <a:endParaRPr lang="ru-RU" dirty="0"/>
          </a:p>
          <a:p>
            <a:pPr marL="342900" indent="-342900" algn="just">
              <a:buAutoNum type="arabicPeriod"/>
            </a:pPr>
            <a:r>
              <a:rPr lang="ru-RU" dirty="0"/>
              <a:t>Ввести команду</a:t>
            </a:r>
            <a:r>
              <a:rPr lang="en-US" dirty="0"/>
              <a:t>;</a:t>
            </a:r>
          </a:p>
          <a:p>
            <a:pPr marL="342900" indent="-342900" algn="just">
              <a:buAutoNum type="arabicPeriod"/>
            </a:pPr>
            <a:r>
              <a:rPr lang="ru-RU" dirty="0"/>
              <a:t>Нажать комбинацию «</a:t>
            </a:r>
            <a:r>
              <a:rPr lang="en-US" dirty="0" err="1"/>
              <a:t>Shift+Enter</a:t>
            </a:r>
            <a:r>
              <a:rPr lang="ru-RU" dirty="0"/>
              <a:t>».</a:t>
            </a:r>
          </a:p>
          <a:p>
            <a:pPr algn="just"/>
            <a:r>
              <a:rPr lang="ru-RU" dirty="0"/>
              <a:t>Особенности ввода чисел:</a:t>
            </a:r>
          </a:p>
          <a:p>
            <a:pPr marL="342900" indent="-342900" algn="just">
              <a:buAutoNum type="arabicPeriod"/>
            </a:pPr>
            <a:r>
              <a:rPr lang="ru-RU" dirty="0"/>
              <a:t>Для присваивания переменной числа необходимо ввести «:». Например, </a:t>
            </a:r>
            <a:r>
              <a:rPr lang="en-US" dirty="0"/>
              <a:t>a:6</a:t>
            </a:r>
            <a:r>
              <a:rPr lang="ru-RU" dirty="0"/>
              <a:t> (При пользовательской функции используется «:=»)</a:t>
            </a:r>
            <a:r>
              <a:rPr lang="en-US" dirty="0"/>
              <a:t>;</a:t>
            </a:r>
          </a:p>
          <a:p>
            <a:pPr marL="342900" indent="-342900" algn="just">
              <a:buAutoNum type="arabicPeriod"/>
            </a:pPr>
            <a:r>
              <a:rPr lang="ru-RU" dirty="0"/>
              <a:t>Десятичные дроби необходимо вводить через точку. Например, а:2.5</a:t>
            </a:r>
            <a:r>
              <a:rPr lang="en-US" dirty="0"/>
              <a:t>.</a:t>
            </a:r>
          </a:p>
          <a:p>
            <a:pPr algn="just"/>
            <a:r>
              <a:rPr lang="ru-RU" dirty="0"/>
              <a:t>Для создания пользовательской функции (рисунок 1) нужно сначала написать функцию, например, </a:t>
            </a:r>
            <a:r>
              <a:rPr lang="en-US" dirty="0"/>
              <a:t>f(x):=(x/2)*4</a:t>
            </a:r>
            <a:r>
              <a:rPr lang="ru-RU" dirty="0"/>
              <a:t>, после ввести значения «</a:t>
            </a:r>
            <a:r>
              <a:rPr lang="en-US" dirty="0"/>
              <a:t>x</a:t>
            </a:r>
            <a:r>
              <a:rPr lang="ru-RU" dirty="0"/>
              <a:t>»</a:t>
            </a:r>
            <a:r>
              <a:rPr lang="en-US" dirty="0"/>
              <a:t> </a:t>
            </a:r>
            <a:r>
              <a:rPr lang="ru-RU" dirty="0"/>
              <a:t>(например </a:t>
            </a:r>
            <a:r>
              <a:rPr lang="en-US" dirty="0"/>
              <a:t>f(8))</a:t>
            </a:r>
            <a:r>
              <a:rPr lang="ru-RU" dirty="0"/>
              <a:t>.</a:t>
            </a:r>
          </a:p>
          <a:p>
            <a:pPr algn="just"/>
            <a:endParaRPr lang="en-US" dirty="0"/>
          </a:p>
          <a:p>
            <a:pPr algn="just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DAEE4B-081B-4D91-A7DD-CE459203E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068" y="7688578"/>
            <a:ext cx="1609489" cy="14782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04BA5D-86D6-4214-B8E2-A64D304B9703}"/>
                  </a:ext>
                </a:extLst>
              </p:cNvPr>
              <p:cNvSpPr txBox="1"/>
              <p:nvPr/>
            </p:nvSpPr>
            <p:spPr>
              <a:xfrm>
                <a:off x="198119" y="7688579"/>
                <a:ext cx="4386167" cy="2889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Название и обозначение констант, используемых при работе в СКА </a:t>
                </a:r>
                <a:r>
                  <a:rPr lang="en-US" dirty="0"/>
                  <a:t>Maxima</a:t>
                </a:r>
                <a:r>
                  <a:rPr lang="ru-RU" dirty="0"/>
                  <a:t>:</a:t>
                </a:r>
              </a:p>
              <a:p>
                <a:r>
                  <a:rPr lang="el-GR" dirty="0"/>
                  <a:t>π</a:t>
                </a:r>
                <a:r>
                  <a:rPr lang="ru-RU" dirty="0"/>
                  <a:t> (число Пи)</a:t>
                </a:r>
                <a:r>
                  <a:rPr lang="el-GR" dirty="0"/>
                  <a:t> - %</a:t>
                </a:r>
                <a:r>
                  <a:rPr lang="en-US" dirty="0"/>
                  <a:t>pi</a:t>
                </a:r>
              </a:p>
              <a:p>
                <a:r>
                  <a:rPr lang="en-US" dirty="0"/>
                  <a:t>e (</a:t>
                </a:r>
                <a:r>
                  <a:rPr lang="ru-RU" dirty="0"/>
                  <a:t>экспонент) </a:t>
                </a:r>
                <a:r>
                  <a:rPr lang="en-US" dirty="0"/>
                  <a:t>—%e</a:t>
                </a:r>
              </a:p>
              <a:p>
                <a:r>
                  <a:rPr lang="en-US" dirty="0"/>
                  <a:t>+∞</a:t>
                </a:r>
                <a:r>
                  <a:rPr lang="ru-RU" dirty="0"/>
                  <a:t> (плюс бесконечность)</a:t>
                </a:r>
                <a:r>
                  <a:rPr lang="en-US" dirty="0"/>
                  <a:t> – inf</a:t>
                </a:r>
              </a:p>
              <a:p>
                <a:r>
                  <a:rPr lang="en-US" dirty="0"/>
                  <a:t>-∞</a:t>
                </a:r>
                <a:r>
                  <a:rPr lang="ru-RU" dirty="0"/>
                  <a:t> (минус бесконечность)</a:t>
                </a:r>
                <a:r>
                  <a:rPr lang="en-US" dirty="0"/>
                  <a:t> – minf</a:t>
                </a:r>
              </a:p>
              <a:p>
                <a:r>
                  <a:rPr lang="ru-RU" dirty="0"/>
                  <a:t>Мнимая единица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ru-RU" dirty="0"/>
                  <a:t> — %</a:t>
                </a:r>
                <a:r>
                  <a:rPr lang="en-US" dirty="0" err="1"/>
                  <a:t>i</a:t>
                </a:r>
                <a:endParaRPr lang="en-US" dirty="0"/>
              </a:p>
              <a:p>
                <a:r>
                  <a:rPr lang="ru-RU" dirty="0"/>
                  <a:t>Истина – </a:t>
                </a:r>
                <a:r>
                  <a:rPr lang="en-US" dirty="0"/>
                  <a:t>True</a:t>
                </a:r>
                <a:endParaRPr lang="ru-RU" dirty="0"/>
              </a:p>
              <a:p>
                <a:r>
                  <a:rPr lang="ru-RU" dirty="0"/>
                  <a:t>Ложь – </a:t>
                </a:r>
                <a:r>
                  <a:rPr lang="en-US" dirty="0"/>
                  <a:t>False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04BA5D-86D6-4214-B8E2-A64D304B9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19" y="7688579"/>
                <a:ext cx="4386167" cy="2889317"/>
              </a:xfrm>
              <a:prstGeom prst="rect">
                <a:avLst/>
              </a:prstGeom>
              <a:blipFill>
                <a:blip r:embed="rId3"/>
                <a:stretch>
                  <a:fillRect l="-1111" t="-10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C434729-2AA0-4322-80C4-9396FBD50E82}"/>
              </a:ext>
            </a:extLst>
          </p:cNvPr>
          <p:cNvSpPr txBox="1"/>
          <p:nvPr/>
        </p:nvSpPr>
        <p:spPr>
          <a:xfrm>
            <a:off x="4919773" y="9166859"/>
            <a:ext cx="938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Рисунок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9B239-454F-476B-A1C6-34C0A0B28E91}"/>
              </a:ext>
            </a:extLst>
          </p:cNvPr>
          <p:cNvSpPr txBox="1"/>
          <p:nvPr/>
        </p:nvSpPr>
        <p:spPr>
          <a:xfrm>
            <a:off x="198119" y="10577895"/>
            <a:ext cx="65179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 вычислении тригонометрических функций необходимо переводить значение угла из градусов в радианы, это может выглядеть так :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B78B379-E6DA-49FF-AB81-BFCCA65BB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699" y="11137276"/>
            <a:ext cx="1684166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438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224</Words>
  <Application>Microsoft Office PowerPoint</Application>
  <PresentationFormat>Широкоэкранный</PresentationFormat>
  <Paragraphs>21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Тема Office</vt:lpstr>
      <vt:lpstr>Основы работы с системой компьютерной алгебры Maxima(22.04.0)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работы с системой компьютерной алгебры Maxima(22.04.0)</dc:title>
  <dc:creator>Artyom</dc:creator>
  <cp:lastModifiedBy>Artyom</cp:lastModifiedBy>
  <cp:revision>2</cp:revision>
  <dcterms:created xsi:type="dcterms:W3CDTF">2022-12-16T14:32:22Z</dcterms:created>
  <dcterms:modified xsi:type="dcterms:W3CDTF">2022-12-16T14:57:27Z</dcterms:modified>
</cp:coreProperties>
</file>