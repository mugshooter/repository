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533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tyom" userId="2f0d4a8a008de216" providerId="LiveId" clId="{23BF26F3-71C1-48C0-BC5B-3BA82FEE7E6C}"/>
    <pc:docChg chg="undo custSel addSld modSld">
      <pc:chgData name="Artyom" userId="2f0d4a8a008de216" providerId="LiveId" clId="{23BF26F3-71C1-48C0-BC5B-3BA82FEE7E6C}" dt="2022-12-17T14:31:37.591" v="1603" actId="14100"/>
      <pc:docMkLst>
        <pc:docMk/>
      </pc:docMkLst>
      <pc:sldChg chg="modSp new mod">
        <pc:chgData name="Artyom" userId="2f0d4a8a008de216" providerId="LiveId" clId="{23BF26F3-71C1-48C0-BC5B-3BA82FEE7E6C}" dt="2022-12-17T13:42:39.916" v="62" actId="1076"/>
        <pc:sldMkLst>
          <pc:docMk/>
          <pc:sldMk cId="2325547748" sldId="256"/>
        </pc:sldMkLst>
        <pc:spChg chg="mod">
          <ac:chgData name="Artyom" userId="2f0d4a8a008de216" providerId="LiveId" clId="{23BF26F3-71C1-48C0-BC5B-3BA82FEE7E6C}" dt="2022-12-17T13:42:14.789" v="6" actId="20577"/>
          <ac:spMkLst>
            <pc:docMk/>
            <pc:sldMk cId="2325547748" sldId="256"/>
            <ac:spMk id="2" creationId="{D6706683-6B1B-4611-990D-4E3893473A35}"/>
          </ac:spMkLst>
        </pc:spChg>
        <pc:spChg chg="mod">
          <ac:chgData name="Artyom" userId="2f0d4a8a008de216" providerId="LiveId" clId="{23BF26F3-71C1-48C0-BC5B-3BA82FEE7E6C}" dt="2022-12-17T13:42:39.916" v="62" actId="1076"/>
          <ac:spMkLst>
            <pc:docMk/>
            <pc:sldMk cId="2325547748" sldId="256"/>
            <ac:spMk id="3" creationId="{B2445F58-5FBF-46C4-AE0E-548B942CD064}"/>
          </ac:spMkLst>
        </pc:spChg>
      </pc:sldChg>
      <pc:sldChg chg="addSp modSp new mod">
        <pc:chgData name="Artyom" userId="2f0d4a8a008de216" providerId="LiveId" clId="{23BF26F3-71C1-48C0-BC5B-3BA82FEE7E6C}" dt="2022-12-17T14:14:34.184" v="1495" actId="1076"/>
        <pc:sldMkLst>
          <pc:docMk/>
          <pc:sldMk cId="1028863553" sldId="257"/>
        </pc:sldMkLst>
        <pc:spChg chg="mod">
          <ac:chgData name="Artyom" userId="2f0d4a8a008de216" providerId="LiveId" clId="{23BF26F3-71C1-48C0-BC5B-3BA82FEE7E6C}" dt="2022-12-17T14:14:34.184" v="1495" actId="1076"/>
          <ac:spMkLst>
            <pc:docMk/>
            <pc:sldMk cId="1028863553" sldId="257"/>
            <ac:spMk id="2" creationId="{A40EAD0E-65B0-43EB-B78E-E6906A812A51}"/>
          </ac:spMkLst>
        </pc:spChg>
        <pc:spChg chg="mod">
          <ac:chgData name="Artyom" userId="2f0d4a8a008de216" providerId="LiveId" clId="{23BF26F3-71C1-48C0-BC5B-3BA82FEE7E6C}" dt="2022-12-17T13:47:31.581" v="246" actId="20577"/>
          <ac:spMkLst>
            <pc:docMk/>
            <pc:sldMk cId="1028863553" sldId="257"/>
            <ac:spMk id="3" creationId="{5B44C445-D94B-46F7-B8DF-68482A7AF012}"/>
          </ac:spMkLst>
        </pc:spChg>
        <pc:spChg chg="add mod">
          <ac:chgData name="Artyom" userId="2f0d4a8a008de216" providerId="LiveId" clId="{23BF26F3-71C1-48C0-BC5B-3BA82FEE7E6C}" dt="2022-12-17T13:45:35.255" v="222" actId="20577"/>
          <ac:spMkLst>
            <pc:docMk/>
            <pc:sldMk cId="1028863553" sldId="257"/>
            <ac:spMk id="6" creationId="{61998289-3299-46E3-9C1B-BB3C74C31F65}"/>
          </ac:spMkLst>
        </pc:spChg>
        <pc:spChg chg="add mod">
          <ac:chgData name="Artyom" userId="2f0d4a8a008de216" providerId="LiveId" clId="{23BF26F3-71C1-48C0-BC5B-3BA82FEE7E6C}" dt="2022-12-17T13:48:25.228" v="269" actId="1076"/>
          <ac:spMkLst>
            <pc:docMk/>
            <pc:sldMk cId="1028863553" sldId="257"/>
            <ac:spMk id="13" creationId="{8D42A900-A1BD-4A6B-8322-2F3689D48AEE}"/>
          </ac:spMkLst>
        </pc:spChg>
        <pc:spChg chg="add mod">
          <ac:chgData name="Artyom" userId="2f0d4a8a008de216" providerId="LiveId" clId="{23BF26F3-71C1-48C0-BC5B-3BA82FEE7E6C}" dt="2022-12-17T13:48:36.776" v="280" actId="1076"/>
          <ac:spMkLst>
            <pc:docMk/>
            <pc:sldMk cId="1028863553" sldId="257"/>
            <ac:spMk id="14" creationId="{8E2E6887-81AE-4FF7-8909-5C407E56049B}"/>
          </ac:spMkLst>
        </pc:spChg>
        <pc:spChg chg="add mod">
          <ac:chgData name="Artyom" userId="2f0d4a8a008de216" providerId="LiveId" clId="{23BF26F3-71C1-48C0-BC5B-3BA82FEE7E6C}" dt="2022-12-17T13:48:49.268" v="293" actId="1076"/>
          <ac:spMkLst>
            <pc:docMk/>
            <pc:sldMk cId="1028863553" sldId="257"/>
            <ac:spMk id="15" creationId="{BEF85A2E-7DD0-4188-89D1-E089E767D679}"/>
          </ac:spMkLst>
        </pc:spChg>
        <pc:picChg chg="add mod">
          <ac:chgData name="Artyom" userId="2f0d4a8a008de216" providerId="LiveId" clId="{23BF26F3-71C1-48C0-BC5B-3BA82FEE7E6C}" dt="2022-12-17T13:45:37.740" v="223" actId="1076"/>
          <ac:picMkLst>
            <pc:docMk/>
            <pc:sldMk cId="1028863553" sldId="257"/>
            <ac:picMk id="5" creationId="{26B7B1E5-AF2D-4E82-832F-5D1D403AD728}"/>
          </ac:picMkLst>
        </pc:picChg>
        <pc:picChg chg="add mod">
          <ac:chgData name="Artyom" userId="2f0d4a8a008de216" providerId="LiveId" clId="{23BF26F3-71C1-48C0-BC5B-3BA82FEE7E6C}" dt="2022-12-17T13:47:56.331" v="253" actId="1076"/>
          <ac:picMkLst>
            <pc:docMk/>
            <pc:sldMk cId="1028863553" sldId="257"/>
            <ac:picMk id="8" creationId="{EAB51C40-7B92-40F6-9C0B-BCC60CACB61A}"/>
          </ac:picMkLst>
        </pc:picChg>
        <pc:picChg chg="add mod">
          <ac:chgData name="Artyom" userId="2f0d4a8a008de216" providerId="LiveId" clId="{23BF26F3-71C1-48C0-BC5B-3BA82FEE7E6C}" dt="2022-12-17T13:48:10.235" v="258" actId="1076"/>
          <ac:picMkLst>
            <pc:docMk/>
            <pc:sldMk cId="1028863553" sldId="257"/>
            <ac:picMk id="10" creationId="{6CF6028E-A32C-4C99-BE09-637C17795285}"/>
          </ac:picMkLst>
        </pc:picChg>
        <pc:picChg chg="add mod">
          <ac:chgData name="Artyom" userId="2f0d4a8a008de216" providerId="LiveId" clId="{23BF26F3-71C1-48C0-BC5B-3BA82FEE7E6C}" dt="2022-12-17T13:48:07.046" v="257" actId="1076"/>
          <ac:picMkLst>
            <pc:docMk/>
            <pc:sldMk cId="1028863553" sldId="257"/>
            <ac:picMk id="12" creationId="{E6037A7E-BFDD-4FA4-A4DC-EF8D7903AFAF}"/>
          </ac:picMkLst>
        </pc:picChg>
      </pc:sldChg>
      <pc:sldChg chg="addSp modSp new mod">
        <pc:chgData name="Artyom" userId="2f0d4a8a008de216" providerId="LiveId" clId="{23BF26F3-71C1-48C0-BC5B-3BA82FEE7E6C}" dt="2022-12-17T13:54:50.730" v="651" actId="1076"/>
        <pc:sldMkLst>
          <pc:docMk/>
          <pc:sldMk cId="1297049175" sldId="258"/>
        </pc:sldMkLst>
        <pc:spChg chg="mod">
          <ac:chgData name="Artyom" userId="2f0d4a8a008de216" providerId="LiveId" clId="{23BF26F3-71C1-48C0-BC5B-3BA82FEE7E6C}" dt="2022-12-17T13:53:07.770" v="583" actId="1076"/>
          <ac:spMkLst>
            <pc:docMk/>
            <pc:sldMk cId="1297049175" sldId="258"/>
            <ac:spMk id="2" creationId="{C8129AC0-F427-4E4E-B821-4D63BA9B1F7E}"/>
          </ac:spMkLst>
        </pc:spChg>
        <pc:spChg chg="mod">
          <ac:chgData name="Artyom" userId="2f0d4a8a008de216" providerId="LiveId" clId="{23BF26F3-71C1-48C0-BC5B-3BA82FEE7E6C}" dt="2022-12-17T13:54:50.730" v="651" actId="1076"/>
          <ac:spMkLst>
            <pc:docMk/>
            <pc:sldMk cId="1297049175" sldId="258"/>
            <ac:spMk id="3" creationId="{16D58A5B-2E0C-4C50-B550-D0E9F445F399}"/>
          </ac:spMkLst>
        </pc:spChg>
        <pc:picChg chg="add mod">
          <ac:chgData name="Artyom" userId="2f0d4a8a008de216" providerId="LiveId" clId="{23BF26F3-71C1-48C0-BC5B-3BA82FEE7E6C}" dt="2022-12-17T13:53:02.913" v="582" actId="1076"/>
          <ac:picMkLst>
            <pc:docMk/>
            <pc:sldMk cId="1297049175" sldId="258"/>
            <ac:picMk id="5" creationId="{58DD3BB3-F837-4F05-ADE2-889E101D63F4}"/>
          </ac:picMkLst>
        </pc:picChg>
      </pc:sldChg>
      <pc:sldChg chg="addSp modSp new mod">
        <pc:chgData name="Artyom" userId="2f0d4a8a008de216" providerId="LiveId" clId="{23BF26F3-71C1-48C0-BC5B-3BA82FEE7E6C}" dt="2022-12-17T13:56:48.333" v="709" actId="1076"/>
        <pc:sldMkLst>
          <pc:docMk/>
          <pc:sldMk cId="2353831287" sldId="259"/>
        </pc:sldMkLst>
        <pc:spChg chg="mod">
          <ac:chgData name="Artyom" userId="2f0d4a8a008de216" providerId="LiveId" clId="{23BF26F3-71C1-48C0-BC5B-3BA82FEE7E6C}" dt="2022-12-17T13:54:45.275" v="650" actId="1076"/>
          <ac:spMkLst>
            <pc:docMk/>
            <pc:sldMk cId="2353831287" sldId="259"/>
            <ac:spMk id="2" creationId="{A8263A54-D39C-46D5-AA22-FD2775228973}"/>
          </ac:spMkLst>
        </pc:spChg>
        <pc:spChg chg="mod">
          <ac:chgData name="Artyom" userId="2f0d4a8a008de216" providerId="LiveId" clId="{23BF26F3-71C1-48C0-BC5B-3BA82FEE7E6C}" dt="2022-12-17T13:56:48.333" v="709" actId="1076"/>
          <ac:spMkLst>
            <pc:docMk/>
            <pc:sldMk cId="2353831287" sldId="259"/>
            <ac:spMk id="3" creationId="{54900CCB-7CC5-4D62-8202-1F8BD618EB2D}"/>
          </ac:spMkLst>
        </pc:spChg>
        <pc:picChg chg="add mod">
          <ac:chgData name="Artyom" userId="2f0d4a8a008de216" providerId="LiveId" clId="{23BF26F3-71C1-48C0-BC5B-3BA82FEE7E6C}" dt="2022-12-17T13:55:59.100" v="697" actId="1076"/>
          <ac:picMkLst>
            <pc:docMk/>
            <pc:sldMk cId="2353831287" sldId="259"/>
            <ac:picMk id="5" creationId="{D0EE779B-8FE4-452E-9222-948D60FB6884}"/>
          </ac:picMkLst>
        </pc:picChg>
        <pc:picChg chg="add mod">
          <ac:chgData name="Artyom" userId="2f0d4a8a008de216" providerId="LiveId" clId="{23BF26F3-71C1-48C0-BC5B-3BA82FEE7E6C}" dt="2022-12-17T13:56:24.580" v="701" actId="1076"/>
          <ac:picMkLst>
            <pc:docMk/>
            <pc:sldMk cId="2353831287" sldId="259"/>
            <ac:picMk id="7" creationId="{52902DC8-E589-4A99-B52D-F8CF2831EFE9}"/>
          </ac:picMkLst>
        </pc:picChg>
      </pc:sldChg>
      <pc:sldChg chg="addSp modSp new mod">
        <pc:chgData name="Artyom" userId="2f0d4a8a008de216" providerId="LiveId" clId="{23BF26F3-71C1-48C0-BC5B-3BA82FEE7E6C}" dt="2022-12-17T13:58:40.342" v="763" actId="1076"/>
        <pc:sldMkLst>
          <pc:docMk/>
          <pc:sldMk cId="109658580" sldId="260"/>
        </pc:sldMkLst>
        <pc:spChg chg="mod">
          <ac:chgData name="Artyom" userId="2f0d4a8a008de216" providerId="LiveId" clId="{23BF26F3-71C1-48C0-BC5B-3BA82FEE7E6C}" dt="2022-12-17T13:56:43.439" v="707" actId="20577"/>
          <ac:spMkLst>
            <pc:docMk/>
            <pc:sldMk cId="109658580" sldId="260"/>
            <ac:spMk id="2" creationId="{27831B0D-58B6-494F-B011-9EF0CFA0B3D3}"/>
          </ac:spMkLst>
        </pc:spChg>
        <pc:spChg chg="mod">
          <ac:chgData name="Artyom" userId="2f0d4a8a008de216" providerId="LiveId" clId="{23BF26F3-71C1-48C0-BC5B-3BA82FEE7E6C}" dt="2022-12-17T13:58:16.638" v="758" actId="123"/>
          <ac:spMkLst>
            <pc:docMk/>
            <pc:sldMk cId="109658580" sldId="260"/>
            <ac:spMk id="3" creationId="{845AC52B-A12A-4BB3-8A6F-D85F84F13562}"/>
          </ac:spMkLst>
        </pc:spChg>
        <pc:picChg chg="add mod">
          <ac:chgData name="Artyom" userId="2f0d4a8a008de216" providerId="LiveId" clId="{23BF26F3-71C1-48C0-BC5B-3BA82FEE7E6C}" dt="2022-12-17T13:58:24.252" v="759"/>
          <ac:picMkLst>
            <pc:docMk/>
            <pc:sldMk cId="109658580" sldId="260"/>
            <ac:picMk id="4" creationId="{55221E30-F806-462F-A4D2-DC869CCE5C2D}"/>
          </ac:picMkLst>
        </pc:picChg>
        <pc:picChg chg="add mod">
          <ac:chgData name="Artyom" userId="2f0d4a8a008de216" providerId="LiveId" clId="{23BF26F3-71C1-48C0-BC5B-3BA82FEE7E6C}" dt="2022-12-17T13:58:40.342" v="763" actId="1076"/>
          <ac:picMkLst>
            <pc:docMk/>
            <pc:sldMk cId="109658580" sldId="260"/>
            <ac:picMk id="6" creationId="{5821108A-B639-4644-9129-1B42C709ECF2}"/>
          </ac:picMkLst>
        </pc:picChg>
      </pc:sldChg>
      <pc:sldChg chg="addSp modSp new mod">
        <pc:chgData name="Artyom" userId="2f0d4a8a008de216" providerId="LiveId" clId="{23BF26F3-71C1-48C0-BC5B-3BA82FEE7E6C}" dt="2022-12-17T14:05:05.307" v="1101" actId="14100"/>
        <pc:sldMkLst>
          <pc:docMk/>
          <pc:sldMk cId="396583502" sldId="261"/>
        </pc:sldMkLst>
        <pc:spChg chg="mod">
          <ac:chgData name="Artyom" userId="2f0d4a8a008de216" providerId="LiveId" clId="{23BF26F3-71C1-48C0-BC5B-3BA82FEE7E6C}" dt="2022-12-17T14:00:28.379" v="798" actId="1076"/>
          <ac:spMkLst>
            <pc:docMk/>
            <pc:sldMk cId="396583502" sldId="261"/>
            <ac:spMk id="2" creationId="{A2B2AC48-CFBF-4E9D-AB44-E92A6EFC5017}"/>
          </ac:spMkLst>
        </pc:spChg>
        <pc:spChg chg="mod">
          <ac:chgData name="Artyom" userId="2f0d4a8a008de216" providerId="LiveId" clId="{23BF26F3-71C1-48C0-BC5B-3BA82FEE7E6C}" dt="2022-12-17T14:05:05.307" v="1101" actId="14100"/>
          <ac:spMkLst>
            <pc:docMk/>
            <pc:sldMk cId="396583502" sldId="261"/>
            <ac:spMk id="3" creationId="{D1DAF4CC-E837-4149-B488-0F36BF507B3F}"/>
          </ac:spMkLst>
        </pc:spChg>
        <pc:picChg chg="add mod">
          <ac:chgData name="Artyom" userId="2f0d4a8a008de216" providerId="LiveId" clId="{23BF26F3-71C1-48C0-BC5B-3BA82FEE7E6C}" dt="2022-12-17T14:01:51.812" v="804" actId="1076"/>
          <ac:picMkLst>
            <pc:docMk/>
            <pc:sldMk cId="396583502" sldId="261"/>
            <ac:picMk id="5" creationId="{682EC6F9-9EFE-41B8-89B7-CF4B4F16B302}"/>
          </ac:picMkLst>
        </pc:picChg>
      </pc:sldChg>
      <pc:sldChg chg="addSp modSp new mod">
        <pc:chgData name="Artyom" userId="2f0d4a8a008de216" providerId="LiveId" clId="{23BF26F3-71C1-48C0-BC5B-3BA82FEE7E6C}" dt="2022-12-17T14:05:54.766" v="1133" actId="1076"/>
        <pc:sldMkLst>
          <pc:docMk/>
          <pc:sldMk cId="1516243986" sldId="262"/>
        </pc:sldMkLst>
        <pc:spChg chg="mod">
          <ac:chgData name="Artyom" userId="2f0d4a8a008de216" providerId="LiveId" clId="{23BF26F3-71C1-48C0-BC5B-3BA82FEE7E6C}" dt="2022-12-17T14:05:27.956" v="1130" actId="1076"/>
          <ac:spMkLst>
            <pc:docMk/>
            <pc:sldMk cId="1516243986" sldId="262"/>
            <ac:spMk id="2" creationId="{57ACA38A-2906-40CE-B5CB-FBD330566DCF}"/>
          </ac:spMkLst>
        </pc:spChg>
        <pc:picChg chg="add mod">
          <ac:chgData name="Artyom" userId="2f0d4a8a008de216" providerId="LiveId" clId="{23BF26F3-71C1-48C0-BC5B-3BA82FEE7E6C}" dt="2022-12-17T14:05:54.766" v="1133" actId="1076"/>
          <ac:picMkLst>
            <pc:docMk/>
            <pc:sldMk cId="1516243986" sldId="262"/>
            <ac:picMk id="5" creationId="{CEA51D1F-EA1C-49FE-B71A-A74E2A69E5AC}"/>
          </ac:picMkLst>
        </pc:picChg>
      </pc:sldChg>
      <pc:sldChg chg="addSp modSp new mod">
        <pc:chgData name="Artyom" userId="2f0d4a8a008de216" providerId="LiveId" clId="{23BF26F3-71C1-48C0-BC5B-3BA82FEE7E6C}" dt="2022-12-17T14:07:31.082" v="1226" actId="14100"/>
        <pc:sldMkLst>
          <pc:docMk/>
          <pc:sldMk cId="2903870850" sldId="263"/>
        </pc:sldMkLst>
        <pc:spChg chg="mod">
          <ac:chgData name="Artyom" userId="2f0d4a8a008de216" providerId="LiveId" clId="{23BF26F3-71C1-48C0-BC5B-3BA82FEE7E6C}" dt="2022-12-17T14:06:20.124" v="1137" actId="1076"/>
          <ac:spMkLst>
            <pc:docMk/>
            <pc:sldMk cId="2903870850" sldId="263"/>
            <ac:spMk id="2" creationId="{5DE09373-90DE-4288-BC1F-94FCB56ECA40}"/>
          </ac:spMkLst>
        </pc:spChg>
        <pc:spChg chg="mod">
          <ac:chgData name="Artyom" userId="2f0d4a8a008de216" providerId="LiveId" clId="{23BF26F3-71C1-48C0-BC5B-3BA82FEE7E6C}" dt="2022-12-17T14:07:08.934" v="1223" actId="14100"/>
          <ac:spMkLst>
            <pc:docMk/>
            <pc:sldMk cId="2903870850" sldId="263"/>
            <ac:spMk id="3" creationId="{FC4698F1-6F1F-4CBF-B94B-0F0D51B0C911}"/>
          </ac:spMkLst>
        </pc:spChg>
        <pc:picChg chg="add mod">
          <ac:chgData name="Artyom" userId="2f0d4a8a008de216" providerId="LiveId" clId="{23BF26F3-71C1-48C0-BC5B-3BA82FEE7E6C}" dt="2022-12-17T14:07:31.082" v="1226" actId="14100"/>
          <ac:picMkLst>
            <pc:docMk/>
            <pc:sldMk cId="2903870850" sldId="263"/>
            <ac:picMk id="5" creationId="{8F491B39-0629-4933-8213-A1EE9A625252}"/>
          </ac:picMkLst>
        </pc:picChg>
      </pc:sldChg>
      <pc:sldChg chg="addSp modSp new mod">
        <pc:chgData name="Artyom" userId="2f0d4a8a008de216" providerId="LiveId" clId="{23BF26F3-71C1-48C0-BC5B-3BA82FEE7E6C}" dt="2022-12-17T14:31:37.591" v="1603" actId="14100"/>
        <pc:sldMkLst>
          <pc:docMk/>
          <pc:sldMk cId="3760215696" sldId="264"/>
        </pc:sldMkLst>
        <pc:spChg chg="mod">
          <ac:chgData name="Artyom" userId="2f0d4a8a008de216" providerId="LiveId" clId="{23BF26F3-71C1-48C0-BC5B-3BA82FEE7E6C}" dt="2022-12-17T14:08:05.673" v="1230" actId="1076"/>
          <ac:spMkLst>
            <pc:docMk/>
            <pc:sldMk cId="3760215696" sldId="264"/>
            <ac:spMk id="2" creationId="{EC804073-236C-426A-B962-BD95917E5B55}"/>
          </ac:spMkLst>
        </pc:spChg>
        <pc:spChg chg="mod">
          <ac:chgData name="Artyom" userId="2f0d4a8a008de216" providerId="LiveId" clId="{23BF26F3-71C1-48C0-BC5B-3BA82FEE7E6C}" dt="2022-12-17T14:31:37.591" v="1603" actId="14100"/>
          <ac:spMkLst>
            <pc:docMk/>
            <pc:sldMk cId="3760215696" sldId="264"/>
            <ac:spMk id="3" creationId="{52318DCF-8673-422D-9AF7-40B5DE05906D}"/>
          </ac:spMkLst>
        </pc:spChg>
        <pc:picChg chg="add mod">
          <ac:chgData name="Artyom" userId="2f0d4a8a008de216" providerId="LiveId" clId="{23BF26F3-71C1-48C0-BC5B-3BA82FEE7E6C}" dt="2022-12-17T14:09:58.711" v="1359" actId="1076"/>
          <ac:picMkLst>
            <pc:docMk/>
            <pc:sldMk cId="3760215696" sldId="264"/>
            <ac:picMk id="5" creationId="{E110A489-AC80-4262-9604-1F380679CCB0}"/>
          </ac:picMkLst>
        </pc:picChg>
        <pc:picChg chg="add mod">
          <ac:chgData name="Artyom" userId="2f0d4a8a008de216" providerId="LiveId" clId="{23BF26F3-71C1-48C0-BC5B-3BA82FEE7E6C}" dt="2022-12-17T14:10:15.993" v="1363" actId="1076"/>
          <ac:picMkLst>
            <pc:docMk/>
            <pc:sldMk cId="3760215696" sldId="264"/>
            <ac:picMk id="7" creationId="{FC18AD3F-F77A-4E8A-98E5-EB64DE01F77D}"/>
          </ac:picMkLst>
        </pc:picChg>
      </pc:sldChg>
      <pc:sldChg chg="modSp new mod">
        <pc:chgData name="Artyom" userId="2f0d4a8a008de216" providerId="LiveId" clId="{23BF26F3-71C1-48C0-BC5B-3BA82FEE7E6C}" dt="2022-12-17T14:11:16.708" v="1485" actId="403"/>
        <pc:sldMkLst>
          <pc:docMk/>
          <pc:sldMk cId="3018178597" sldId="265"/>
        </pc:sldMkLst>
        <pc:spChg chg="mod">
          <ac:chgData name="Artyom" userId="2f0d4a8a008de216" providerId="LiveId" clId="{23BF26F3-71C1-48C0-BC5B-3BA82FEE7E6C}" dt="2022-12-17T14:10:25.180" v="1370" actId="1076"/>
          <ac:spMkLst>
            <pc:docMk/>
            <pc:sldMk cId="3018178597" sldId="265"/>
            <ac:spMk id="2" creationId="{B3B75E17-BF5A-40FF-BBBE-C9611ECCFBA3}"/>
          </ac:spMkLst>
        </pc:spChg>
        <pc:spChg chg="mod">
          <ac:chgData name="Artyom" userId="2f0d4a8a008de216" providerId="LiveId" clId="{23BF26F3-71C1-48C0-BC5B-3BA82FEE7E6C}" dt="2022-12-17T14:11:16.708" v="1485" actId="403"/>
          <ac:spMkLst>
            <pc:docMk/>
            <pc:sldMk cId="3018178597" sldId="265"/>
            <ac:spMk id="3" creationId="{24778068-4A28-4DE8-8E1B-60DD1541BDFE}"/>
          </ac:spMkLst>
        </pc:spChg>
      </pc:sldChg>
      <pc:sldMasterChg chg="addSldLayout">
        <pc:chgData name="Artyom" userId="2f0d4a8a008de216" providerId="LiveId" clId="{23BF26F3-71C1-48C0-BC5B-3BA82FEE7E6C}" dt="2022-12-17T13:42:03.925" v="0" actId="680"/>
        <pc:sldMasterMkLst>
          <pc:docMk/>
          <pc:sldMasterMk cId="3522259191" sldId="2147483648"/>
        </pc:sldMasterMkLst>
        <pc:sldLayoutChg chg="add">
          <pc:chgData name="Artyom" userId="2f0d4a8a008de216" providerId="LiveId" clId="{23BF26F3-71C1-48C0-BC5B-3BA82FEE7E6C}" dt="2022-12-17T13:42:03.925" v="0" actId="680"/>
          <pc:sldLayoutMkLst>
            <pc:docMk/>
            <pc:sldMasterMk cId="3522259191" sldId="2147483648"/>
            <pc:sldLayoutMk cId="1360389585" sldId="214748364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AE54A1-DB74-42C3-AB03-8B7A053CBB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F50DF32-76F8-426D-AD5E-16C23D5306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3603895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22591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706683-6B1B-4611-990D-4E3893473A3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Работа с матрицами в прикладной компьютерной программе Maxima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2445F58-5FBF-46C4-AE0E-548B942CD0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43576"/>
            <a:ext cx="9144000" cy="1655762"/>
          </a:xfrm>
        </p:spPr>
        <p:txBody>
          <a:bodyPr/>
          <a:lstStyle/>
          <a:p>
            <a:r>
              <a:rPr lang="ru-RU" dirty="0"/>
              <a:t>Выполнил: Гневнов Артем Евгеньевич, ИВТ 2.1, 1 курс</a:t>
            </a:r>
          </a:p>
        </p:txBody>
      </p:sp>
    </p:spTree>
    <p:extLst>
      <p:ext uri="{BB962C8B-B14F-4D97-AF65-F5344CB8AC3E}">
        <p14:creationId xmlns:p14="http://schemas.microsoft.com/office/powerpoint/2010/main" val="23255477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0EAD0E-65B0-43EB-B78E-E6906A812A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1506" y="282698"/>
            <a:ext cx="8128987" cy="1153189"/>
          </a:xfrm>
        </p:spPr>
        <p:txBody>
          <a:bodyPr/>
          <a:lstStyle/>
          <a:p>
            <a:r>
              <a:rPr lang="ru-RU" dirty="0"/>
              <a:t>Ввод и вывод матрицы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B44C445-D94B-46F7-B8DF-68482A7AF0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93181" y="1435887"/>
            <a:ext cx="9144000" cy="1655762"/>
          </a:xfrm>
        </p:spPr>
        <p:txBody>
          <a:bodyPr/>
          <a:lstStyle/>
          <a:p>
            <a:r>
              <a:rPr lang="ru-RU" dirty="0"/>
              <a:t>Ввод матрицы осуществляется двумя способами: с клавиатуры при помощи функции «</a:t>
            </a:r>
            <a:r>
              <a:rPr lang="en-US" dirty="0"/>
              <a:t>matrix</a:t>
            </a:r>
            <a:r>
              <a:rPr lang="ru-RU" dirty="0"/>
              <a:t>» (рисунок 1) и через меню (Рисунок 2,3,4)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6B7B1E5-AF2D-4E82-832F-5D1D403AD7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759" y="2995968"/>
            <a:ext cx="4408309" cy="154076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1998289-3299-46E3-9C1B-BB3C74C31F65}"/>
              </a:ext>
            </a:extLst>
          </p:cNvPr>
          <p:cNvSpPr txBox="1"/>
          <p:nvPr/>
        </p:nvSpPr>
        <p:spPr>
          <a:xfrm>
            <a:off x="1402672" y="5024761"/>
            <a:ext cx="11528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Рисунок 1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AB51C40-7B92-40F6-9C0B-BCC60CACB6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6124" y="3091649"/>
            <a:ext cx="3154953" cy="1158340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6CF6028E-A32C-4C99-BE09-637C177952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99581" y="3091649"/>
            <a:ext cx="1798476" cy="1752752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E6037A7E-BFDD-4FA4-A4DC-EF8D7903AF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6124" y="4747411"/>
            <a:ext cx="3276884" cy="146316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D42A900-A1BD-4A6B-8322-2F3689D48AEE}"/>
              </a:ext>
            </a:extLst>
          </p:cNvPr>
          <p:cNvSpPr txBox="1"/>
          <p:nvPr/>
        </p:nvSpPr>
        <p:spPr>
          <a:xfrm>
            <a:off x="6257160" y="4314034"/>
            <a:ext cx="11528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Рисунок 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E2E6887-81AE-4FF7-8909-5C407E56049B}"/>
              </a:ext>
            </a:extLst>
          </p:cNvPr>
          <p:cNvSpPr txBox="1"/>
          <p:nvPr/>
        </p:nvSpPr>
        <p:spPr>
          <a:xfrm>
            <a:off x="10322379" y="5024761"/>
            <a:ext cx="11528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Рисунок 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EF85A2E-7DD0-4188-89D1-E089E767D679}"/>
              </a:ext>
            </a:extLst>
          </p:cNvPr>
          <p:cNvSpPr txBox="1"/>
          <p:nvPr/>
        </p:nvSpPr>
        <p:spPr>
          <a:xfrm>
            <a:off x="6318126" y="6274623"/>
            <a:ext cx="11528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Рисунок 4</a:t>
            </a:r>
          </a:p>
        </p:txBody>
      </p:sp>
    </p:spTree>
    <p:extLst>
      <p:ext uri="{BB962C8B-B14F-4D97-AF65-F5344CB8AC3E}">
        <p14:creationId xmlns:p14="http://schemas.microsoft.com/office/powerpoint/2010/main" val="10288635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129AC0-F427-4E4E-B821-4D63BA9B1F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86505" y="825623"/>
            <a:ext cx="8418990" cy="837784"/>
          </a:xfrm>
        </p:spPr>
        <p:txBody>
          <a:bodyPr/>
          <a:lstStyle/>
          <a:p>
            <a:r>
              <a:rPr lang="ru-RU" dirty="0"/>
              <a:t>Сложение и вычитание матриц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6D58A5B-2E0C-4C50-B550-D0E9F445F3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6334" y="2082259"/>
            <a:ext cx="3518516" cy="3533313"/>
          </a:xfrm>
        </p:spPr>
        <p:txBody>
          <a:bodyPr/>
          <a:lstStyle/>
          <a:p>
            <a:pPr algn="just"/>
            <a:r>
              <a:rPr lang="ru-RU" dirty="0"/>
              <a:t>Для сложения матрицы А и В, необходимо чтобы они были одинакового размера. Вводим в окно ввода А+В и нажимаем «</a:t>
            </a:r>
            <a:r>
              <a:rPr lang="en-US" dirty="0" err="1"/>
              <a:t>Shift+Enter</a:t>
            </a:r>
            <a:r>
              <a:rPr lang="ru-RU" dirty="0"/>
              <a:t>». Вычитание проводится также.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8DD3BB3-F837-4F05-ADE2-889E101D63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2760" y="1825883"/>
            <a:ext cx="2765212" cy="4046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70491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263A54-D39C-46D5-AA22-FD27752289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31145" y="214959"/>
            <a:ext cx="8729709" cy="1655763"/>
          </a:xfrm>
        </p:spPr>
        <p:txBody>
          <a:bodyPr/>
          <a:lstStyle/>
          <a:p>
            <a:r>
              <a:rPr lang="ru-RU" dirty="0"/>
              <a:t>Поэлементное произведение матриц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4900CCB-7CC5-4D62-8202-1F8BD618EB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2248" y="2112886"/>
            <a:ext cx="3447496" cy="3497802"/>
          </a:xfrm>
        </p:spPr>
        <p:txBody>
          <a:bodyPr/>
          <a:lstStyle/>
          <a:p>
            <a:pPr algn="just"/>
            <a:r>
              <a:rPr lang="ru-RU" dirty="0"/>
              <a:t>Для поэлементного произведения матриц А и В, необходимо чтобы они были одинакового размера. Вводим в окно ввода А*В и нажимаем «</a:t>
            </a:r>
            <a:r>
              <a:rPr lang="en-US" dirty="0" err="1"/>
              <a:t>Shift+Enter</a:t>
            </a:r>
            <a:r>
              <a:rPr lang="ru-RU" dirty="0"/>
              <a:t>».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0EE779B-8FE4-452E-9222-948D60FB68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9056" y="2120228"/>
            <a:ext cx="3188197" cy="2091969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2902DC8-E589-4A99-B52D-F8CF2831EF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9056" y="4123304"/>
            <a:ext cx="1762760" cy="1141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38312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831B0D-58B6-494F-B011-9EF0CFA0B3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80225" y="616336"/>
            <a:ext cx="9031550" cy="910623"/>
          </a:xfrm>
        </p:spPr>
        <p:txBody>
          <a:bodyPr/>
          <a:lstStyle/>
          <a:p>
            <a:r>
              <a:rPr lang="ru-RU" dirty="0"/>
              <a:t>Произведение матриц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45AC52B-A12A-4BB3-8A6F-D85F84F135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4291" y="2201662"/>
            <a:ext cx="3696070" cy="3304713"/>
          </a:xfrm>
        </p:spPr>
        <p:txBody>
          <a:bodyPr/>
          <a:lstStyle/>
          <a:p>
            <a:pPr algn="just"/>
            <a:r>
              <a:rPr lang="ru-RU" dirty="0"/>
              <a:t>Для произведения матриц А и В, необходимо чтобы число столбцов А равнялось числу строк В. Вводим в окно ввода А.В и нажимаем «</a:t>
            </a:r>
            <a:r>
              <a:rPr lang="en-US" dirty="0" err="1"/>
              <a:t>Shift+Enter</a:t>
            </a:r>
            <a:r>
              <a:rPr lang="ru-RU" dirty="0"/>
              <a:t>».</a:t>
            </a:r>
          </a:p>
          <a:p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5221E30-F806-462F-A4D2-DC869CCE5C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9056" y="2120228"/>
            <a:ext cx="3188197" cy="2091969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821108A-B639-4644-9129-1B42C709EC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9959" y="4212197"/>
            <a:ext cx="1672082" cy="93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6585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B2AC48-CFBF-4E9D-AB44-E92A6EFC50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21027"/>
            <a:ext cx="8978283" cy="1336752"/>
          </a:xfrm>
        </p:spPr>
        <p:txBody>
          <a:bodyPr/>
          <a:lstStyle/>
          <a:p>
            <a:r>
              <a:rPr lang="ru-RU" dirty="0"/>
              <a:t>Нахождение матричного многочлена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1DAF4CC-E837-4149-B488-0F36BF507B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6535" y="2234676"/>
            <a:ext cx="4281997" cy="3926427"/>
          </a:xfrm>
        </p:spPr>
        <p:txBody>
          <a:bodyPr/>
          <a:lstStyle/>
          <a:p>
            <a:pPr marL="457200" indent="-457200" algn="just">
              <a:buAutoNum type="arabicPeriod"/>
            </a:pPr>
            <a:r>
              <a:rPr lang="ru-RU" dirty="0"/>
              <a:t>Вводим матричное уравнение</a:t>
            </a:r>
          </a:p>
          <a:p>
            <a:pPr marL="457200" indent="-457200" algn="just">
              <a:buAutoNum type="arabicPeriod"/>
            </a:pPr>
            <a:r>
              <a:rPr lang="ru-RU" dirty="0"/>
              <a:t>Вводим матрицу</a:t>
            </a:r>
          </a:p>
          <a:p>
            <a:pPr marL="457200" indent="-457200" algn="just">
              <a:buAutoNum type="arabicPeriod"/>
            </a:pPr>
            <a:r>
              <a:rPr lang="ru-RU" dirty="0"/>
              <a:t>Подставляем матрицу в уравнение</a:t>
            </a:r>
            <a:endParaRPr lang="en-US" dirty="0"/>
          </a:p>
          <a:p>
            <a:pPr algn="just"/>
            <a:r>
              <a:rPr lang="ru-RU" dirty="0"/>
              <a:t>Так же если присутствует свободный член уравнения, нужно умножить его на единичную матрицу Е порядка подставляемой матрицы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82EC6F9-9EFE-41B8-89B7-CF4B4F16B3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9320" y="2234676"/>
            <a:ext cx="4128777" cy="3642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5835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ACA38A-2906-40CE-B5CB-FBD330566D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71347" y="376639"/>
            <a:ext cx="9049305" cy="1363385"/>
          </a:xfrm>
        </p:spPr>
        <p:txBody>
          <a:bodyPr/>
          <a:lstStyle/>
          <a:p>
            <a:r>
              <a:rPr lang="ru-RU" dirty="0"/>
              <a:t>Транспонирование матрицы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5A6D5BB-73B7-4EB0-A7C4-6B412D81A04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EA51D1F-EA1C-49FE-B71A-A74E2A69E5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9836" y="2308880"/>
            <a:ext cx="4535316" cy="3292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62439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E09373-90DE-4288-BC1F-94FCB56ECA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8896" y="334724"/>
            <a:ext cx="9209103" cy="1736247"/>
          </a:xfrm>
        </p:spPr>
        <p:txBody>
          <a:bodyPr/>
          <a:lstStyle/>
          <a:p>
            <a:r>
              <a:rPr lang="ru-RU" dirty="0"/>
              <a:t>Приведите матрицы к ступенчатому виду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C4698F1-6F1F-4CBF-B94B-0F0D51B0C9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8680" y="2601667"/>
            <a:ext cx="3678314" cy="2185364"/>
          </a:xfrm>
        </p:spPr>
        <p:txBody>
          <a:bodyPr/>
          <a:lstStyle/>
          <a:p>
            <a:pPr algn="just"/>
            <a:r>
              <a:rPr lang="ru-RU" dirty="0"/>
              <a:t>Существует 2 функции для нахождения ступенчатой матрицы : «</a:t>
            </a:r>
            <a:r>
              <a:rPr lang="en-US" dirty="0" err="1"/>
              <a:t>triangularize</a:t>
            </a:r>
            <a:r>
              <a:rPr lang="ru-RU" dirty="0"/>
              <a:t>» и «</a:t>
            </a:r>
            <a:r>
              <a:rPr lang="en-US" dirty="0"/>
              <a:t>echelon</a:t>
            </a:r>
            <a:r>
              <a:rPr lang="ru-RU" dirty="0"/>
              <a:t>»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F491B39-0629-4933-8213-A1EE9A6252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5258" y="2255456"/>
            <a:ext cx="4531200" cy="4233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38708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804073-236C-426A-B962-BD95917E5B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67761"/>
            <a:ext cx="9144000" cy="1558693"/>
          </a:xfrm>
        </p:spPr>
        <p:txBody>
          <a:bodyPr/>
          <a:lstStyle/>
          <a:p>
            <a:r>
              <a:rPr lang="ru-RU" dirty="0"/>
              <a:t>Удаление элементов из матрицы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2318DCF-8673-422D-9AF7-40B5DE0590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8782" y="2059619"/>
            <a:ext cx="3509638" cy="3915054"/>
          </a:xfrm>
        </p:spPr>
        <p:txBody>
          <a:bodyPr/>
          <a:lstStyle/>
          <a:p>
            <a:pPr algn="just"/>
            <a:r>
              <a:rPr lang="ru-RU" dirty="0"/>
              <a:t>Для удаления элементов используется функция </a:t>
            </a:r>
            <a:r>
              <a:rPr lang="en-US" dirty="0"/>
              <a:t>submatrix(x, A, y)</a:t>
            </a:r>
            <a:r>
              <a:rPr lang="ru-RU" dirty="0"/>
              <a:t>, где </a:t>
            </a:r>
            <a:r>
              <a:rPr lang="en-US" dirty="0"/>
              <a:t>x</a:t>
            </a:r>
            <a:r>
              <a:rPr lang="ru-RU" dirty="0"/>
              <a:t> – удаляемая строка,</a:t>
            </a:r>
            <a:r>
              <a:rPr lang="en-US" dirty="0"/>
              <a:t> A – </a:t>
            </a:r>
            <a:r>
              <a:rPr lang="ru-RU" dirty="0"/>
              <a:t>название матрицы,</a:t>
            </a:r>
            <a:r>
              <a:rPr lang="en-US" dirty="0"/>
              <a:t> y – </a:t>
            </a:r>
            <a:r>
              <a:rPr lang="ru-RU" dirty="0"/>
              <a:t>удаляемый столбец.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110A489-AC80-4262-9604-1F380679CC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6581" y="2059618"/>
            <a:ext cx="5938760" cy="1893517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C18AD3F-F77A-4E8A-98E5-EB64DE01F7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6581" y="4086299"/>
            <a:ext cx="2663007" cy="1783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02156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B75E17-BF5A-40FF-BBBE-C9611ECCFB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48648" y="443882"/>
            <a:ext cx="8294703" cy="828907"/>
          </a:xfrm>
        </p:spPr>
        <p:txBody>
          <a:bodyPr/>
          <a:lstStyle/>
          <a:p>
            <a:r>
              <a:rPr lang="ru-RU" dirty="0"/>
              <a:t>Итог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4778068-4A28-4DE8-8E1B-60DD1541BD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787588"/>
            <a:ext cx="9404412" cy="2470212"/>
          </a:xfrm>
        </p:spPr>
        <p:txBody>
          <a:bodyPr/>
          <a:lstStyle/>
          <a:p>
            <a:r>
              <a:rPr lang="ru-RU" sz="2800" dirty="0"/>
              <a:t>В презентации были разобраны примеры работы с матрицами в СКА </a:t>
            </a:r>
            <a:r>
              <a:rPr lang="en-US" sz="2800" dirty="0"/>
              <a:t>Maxima</a:t>
            </a:r>
            <a:r>
              <a:rPr lang="ru-RU" sz="2800" dirty="0"/>
              <a:t> и функции, используемые при работе с ними.</a:t>
            </a:r>
          </a:p>
        </p:txBody>
      </p:sp>
    </p:spTree>
    <p:extLst>
      <p:ext uri="{BB962C8B-B14F-4D97-AF65-F5344CB8AC3E}">
        <p14:creationId xmlns:p14="http://schemas.microsoft.com/office/powerpoint/2010/main" val="301817859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264</Words>
  <Application>Microsoft Office PowerPoint</Application>
  <PresentationFormat>Широкоэкранный</PresentationFormat>
  <Paragraphs>26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Тема Office</vt:lpstr>
      <vt:lpstr>Работа с матрицами в прикладной компьютерной программе Maxima</vt:lpstr>
      <vt:lpstr>Ввод и вывод матрицы</vt:lpstr>
      <vt:lpstr>Сложение и вычитание матриц</vt:lpstr>
      <vt:lpstr>Поэлементное произведение матриц</vt:lpstr>
      <vt:lpstr>Произведение матриц</vt:lpstr>
      <vt:lpstr>Нахождение матричного многочлена</vt:lpstr>
      <vt:lpstr>Транспонирование матрицы</vt:lpstr>
      <vt:lpstr>Приведите матрицы к ступенчатому виду</vt:lpstr>
      <vt:lpstr>Удаление элементов из матрицы</vt:lpstr>
      <vt:lpstr>Итог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Работа с матрицами в прикладной компьютерной программе Maxima</dc:title>
  <dc:creator>Artyom</dc:creator>
  <cp:lastModifiedBy>Artyom</cp:lastModifiedBy>
  <cp:revision>3</cp:revision>
  <dcterms:created xsi:type="dcterms:W3CDTF">2022-12-17T13:42:02Z</dcterms:created>
  <dcterms:modified xsi:type="dcterms:W3CDTF">2022-12-17T14:31:39Z</dcterms:modified>
</cp:coreProperties>
</file>