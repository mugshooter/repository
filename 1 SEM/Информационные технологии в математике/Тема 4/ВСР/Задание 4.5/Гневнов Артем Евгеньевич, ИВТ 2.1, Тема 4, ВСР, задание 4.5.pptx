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110F9F40-BFA6-4C3D-98BE-36C8A664F24E}"/>
    <pc:docChg chg="undo custSel addSld modSld">
      <pc:chgData name="Artyom" userId="2f0d4a8a008de216" providerId="LiveId" clId="{110F9F40-BFA6-4C3D-98BE-36C8A664F24E}" dt="2022-12-17T14:46:23.786" v="276" actId="1076"/>
      <pc:docMkLst>
        <pc:docMk/>
      </pc:docMkLst>
      <pc:sldChg chg="addSp modSp new mod">
        <pc:chgData name="Artyom" userId="2f0d4a8a008de216" providerId="LiveId" clId="{110F9F40-BFA6-4C3D-98BE-36C8A664F24E}" dt="2022-12-17T14:39:57.546" v="192" actId="122"/>
        <pc:sldMkLst>
          <pc:docMk/>
          <pc:sldMk cId="1109981865" sldId="256"/>
        </pc:sldMkLst>
        <pc:spChg chg="mod">
          <ac:chgData name="Artyom" userId="2f0d4a8a008de216" providerId="LiveId" clId="{110F9F40-BFA6-4C3D-98BE-36C8A664F24E}" dt="2022-12-17T14:39:57.546" v="192" actId="122"/>
          <ac:spMkLst>
            <pc:docMk/>
            <pc:sldMk cId="1109981865" sldId="256"/>
            <ac:spMk id="2" creationId="{32D533A7-AAF8-49EE-9F96-625A000683A6}"/>
          </ac:spMkLst>
        </pc:spChg>
        <pc:spChg chg="mod">
          <ac:chgData name="Artyom" userId="2f0d4a8a008de216" providerId="LiveId" clId="{110F9F40-BFA6-4C3D-98BE-36C8A664F24E}" dt="2022-12-17T14:39:45.549" v="186" actId="1076"/>
          <ac:spMkLst>
            <pc:docMk/>
            <pc:sldMk cId="1109981865" sldId="256"/>
            <ac:spMk id="3" creationId="{FFCEFA35-DDAD-4397-A1E1-E24900B444FC}"/>
          </ac:spMkLst>
        </pc:spChg>
        <pc:spChg chg="add mod">
          <ac:chgData name="Artyom" userId="2f0d4a8a008de216" providerId="LiveId" clId="{110F9F40-BFA6-4C3D-98BE-36C8A664F24E}" dt="2022-12-17T14:37:01.134" v="105" actId="1076"/>
          <ac:spMkLst>
            <pc:docMk/>
            <pc:sldMk cId="1109981865" sldId="256"/>
            <ac:spMk id="5" creationId="{D20EAEF9-3D03-4035-91C1-E1807D530121}"/>
          </ac:spMkLst>
        </pc:spChg>
        <pc:spChg chg="add mod">
          <ac:chgData name="Artyom" userId="2f0d4a8a008de216" providerId="LiveId" clId="{110F9F40-BFA6-4C3D-98BE-36C8A664F24E}" dt="2022-12-17T14:39:12.381" v="180"/>
          <ac:spMkLst>
            <pc:docMk/>
            <pc:sldMk cId="1109981865" sldId="256"/>
            <ac:spMk id="7" creationId="{F0377F31-DF6D-4784-A2D3-E1D4CD4F2E01}"/>
          </ac:spMkLst>
        </pc:spChg>
        <pc:spChg chg="add mod">
          <ac:chgData name="Artyom" userId="2f0d4a8a008de216" providerId="LiveId" clId="{110F9F40-BFA6-4C3D-98BE-36C8A664F24E}" dt="2022-12-17T14:39:34.554" v="185" actId="14100"/>
          <ac:spMkLst>
            <pc:docMk/>
            <pc:sldMk cId="1109981865" sldId="256"/>
            <ac:spMk id="9" creationId="{B8321701-868E-41F0-ADB5-0846FCE06430}"/>
          </ac:spMkLst>
        </pc:spChg>
      </pc:sldChg>
      <pc:sldChg chg="addSp delSp modSp new mod">
        <pc:chgData name="Artyom" userId="2f0d4a8a008de216" providerId="LiveId" clId="{110F9F40-BFA6-4C3D-98BE-36C8A664F24E}" dt="2022-12-17T14:46:23.786" v="276" actId="1076"/>
        <pc:sldMkLst>
          <pc:docMk/>
          <pc:sldMk cId="230237303" sldId="257"/>
        </pc:sldMkLst>
        <pc:spChg chg="del">
          <ac:chgData name="Artyom" userId="2f0d4a8a008de216" providerId="LiveId" clId="{110F9F40-BFA6-4C3D-98BE-36C8A664F24E}" dt="2022-12-17T14:40:32.466" v="194" actId="478"/>
          <ac:spMkLst>
            <pc:docMk/>
            <pc:sldMk cId="230237303" sldId="257"/>
            <ac:spMk id="2" creationId="{DD6BE25D-85D2-414B-8CB4-84536D413163}"/>
          </ac:spMkLst>
        </pc:spChg>
        <pc:spChg chg="del">
          <ac:chgData name="Artyom" userId="2f0d4a8a008de216" providerId="LiveId" clId="{110F9F40-BFA6-4C3D-98BE-36C8A664F24E}" dt="2022-12-17T14:40:33.476" v="195" actId="478"/>
          <ac:spMkLst>
            <pc:docMk/>
            <pc:sldMk cId="230237303" sldId="257"/>
            <ac:spMk id="3" creationId="{EF590C21-FA7E-4512-9209-5A56091EADD2}"/>
          </ac:spMkLst>
        </pc:spChg>
        <pc:spChg chg="add mod">
          <ac:chgData name="Artyom" userId="2f0d4a8a008de216" providerId="LiveId" clId="{110F9F40-BFA6-4C3D-98BE-36C8A664F24E}" dt="2022-12-17T14:44:51.504" v="251" actId="1076"/>
          <ac:spMkLst>
            <pc:docMk/>
            <pc:sldMk cId="230237303" sldId="257"/>
            <ac:spMk id="5" creationId="{A5A269D6-80A7-4A13-944F-7CD2280A52E9}"/>
          </ac:spMkLst>
        </pc:spChg>
        <pc:spChg chg="add mod">
          <ac:chgData name="Artyom" userId="2f0d4a8a008de216" providerId="LiveId" clId="{110F9F40-BFA6-4C3D-98BE-36C8A664F24E}" dt="2022-12-17T14:44:27.257" v="247" actId="1076"/>
          <ac:spMkLst>
            <pc:docMk/>
            <pc:sldMk cId="230237303" sldId="257"/>
            <ac:spMk id="8" creationId="{FE6DF9EC-2891-4208-AB14-BED2B6399228}"/>
          </ac:spMkLst>
        </pc:spChg>
        <pc:spChg chg="add mod">
          <ac:chgData name="Artyom" userId="2f0d4a8a008de216" providerId="LiveId" clId="{110F9F40-BFA6-4C3D-98BE-36C8A664F24E}" dt="2022-12-17T14:46:15.474" v="275" actId="1076"/>
          <ac:spMkLst>
            <pc:docMk/>
            <pc:sldMk cId="230237303" sldId="257"/>
            <ac:spMk id="12" creationId="{0E7D02FC-2C3E-41A3-9840-F724ABA6A6A9}"/>
          </ac:spMkLst>
        </pc:spChg>
        <pc:spChg chg="add mod">
          <ac:chgData name="Artyom" userId="2f0d4a8a008de216" providerId="LiveId" clId="{110F9F40-BFA6-4C3D-98BE-36C8A664F24E}" dt="2022-12-17T14:44:59.898" v="253" actId="1076"/>
          <ac:spMkLst>
            <pc:docMk/>
            <pc:sldMk cId="230237303" sldId="257"/>
            <ac:spMk id="16" creationId="{F0E6535F-3156-4597-B9E4-5368E6BF900F}"/>
          </ac:spMkLst>
        </pc:spChg>
        <pc:spChg chg="add mod">
          <ac:chgData name="Artyom" userId="2f0d4a8a008de216" providerId="LiveId" clId="{110F9F40-BFA6-4C3D-98BE-36C8A664F24E}" dt="2022-12-17T14:45:37.182" v="264" actId="1076"/>
          <ac:spMkLst>
            <pc:docMk/>
            <pc:sldMk cId="230237303" sldId="257"/>
            <ac:spMk id="19" creationId="{58A2A4C9-3DBF-472A-B3B8-3AB3AE06B460}"/>
          </ac:spMkLst>
        </pc:spChg>
        <pc:spChg chg="add mod">
          <ac:chgData name="Artyom" userId="2f0d4a8a008de216" providerId="LiveId" clId="{110F9F40-BFA6-4C3D-98BE-36C8A664F24E}" dt="2022-12-17T14:46:23.786" v="276" actId="1076"/>
          <ac:spMkLst>
            <pc:docMk/>
            <pc:sldMk cId="230237303" sldId="257"/>
            <ac:spMk id="23" creationId="{4335CCAB-E22E-4695-9BD9-4EDAFF404ED2}"/>
          </ac:spMkLst>
        </pc:spChg>
        <pc:picChg chg="add mod">
          <ac:chgData name="Artyom" userId="2f0d4a8a008de216" providerId="LiveId" clId="{110F9F40-BFA6-4C3D-98BE-36C8A664F24E}" dt="2022-12-17T14:44:44.522" v="250" actId="1076"/>
          <ac:picMkLst>
            <pc:docMk/>
            <pc:sldMk cId="230237303" sldId="257"/>
            <ac:picMk id="6" creationId="{D7833BB9-34A9-49A4-AFA3-97D44CE33D07}"/>
          </ac:picMkLst>
        </pc:picChg>
        <pc:picChg chg="add mod">
          <ac:chgData name="Artyom" userId="2f0d4a8a008de216" providerId="LiveId" clId="{110F9F40-BFA6-4C3D-98BE-36C8A664F24E}" dt="2022-12-17T14:45:31.082" v="261" actId="14100"/>
          <ac:picMkLst>
            <pc:docMk/>
            <pc:sldMk cId="230237303" sldId="257"/>
            <ac:picMk id="9" creationId="{35D64781-2681-4043-9ED4-96D66FCB25C2}"/>
          </ac:picMkLst>
        </pc:picChg>
        <pc:picChg chg="add mod">
          <ac:chgData name="Artyom" userId="2f0d4a8a008de216" providerId="LiveId" clId="{110F9F40-BFA6-4C3D-98BE-36C8A664F24E}" dt="2022-12-17T14:45:35.101" v="263" actId="1076"/>
          <ac:picMkLst>
            <pc:docMk/>
            <pc:sldMk cId="230237303" sldId="257"/>
            <ac:picMk id="10" creationId="{40A75183-AD04-4426-B171-81B0CC6D9323}"/>
          </ac:picMkLst>
        </pc:picChg>
        <pc:picChg chg="add mod">
          <ac:chgData name="Artyom" userId="2f0d4a8a008de216" providerId="LiveId" clId="{110F9F40-BFA6-4C3D-98BE-36C8A664F24E}" dt="2022-12-17T14:46:05.725" v="273" actId="1076"/>
          <ac:picMkLst>
            <pc:docMk/>
            <pc:sldMk cId="230237303" sldId="257"/>
            <ac:picMk id="13" creationId="{917694A0-975F-4023-AE9F-C91C4B5E259F}"/>
          </ac:picMkLst>
        </pc:picChg>
        <pc:picChg chg="add mod">
          <ac:chgData name="Artyom" userId="2f0d4a8a008de216" providerId="LiveId" clId="{110F9F40-BFA6-4C3D-98BE-36C8A664F24E}" dt="2022-12-17T14:46:10.345" v="274" actId="1076"/>
          <ac:picMkLst>
            <pc:docMk/>
            <pc:sldMk cId="230237303" sldId="257"/>
            <ac:picMk id="14" creationId="{D9BC8022-E662-49B3-A58F-8C640D27A61E}"/>
          </ac:picMkLst>
        </pc:picChg>
        <pc:picChg chg="add mod">
          <ac:chgData name="Artyom" userId="2f0d4a8a008de216" providerId="LiveId" clId="{110F9F40-BFA6-4C3D-98BE-36C8A664F24E}" dt="2022-12-17T14:44:56.555" v="252" actId="1076"/>
          <ac:picMkLst>
            <pc:docMk/>
            <pc:sldMk cId="230237303" sldId="257"/>
            <ac:picMk id="17" creationId="{5A883E4D-D379-4E56-9CD2-628325C6F35B}"/>
          </ac:picMkLst>
        </pc:picChg>
        <pc:picChg chg="add mod">
          <ac:chgData name="Artyom" userId="2f0d4a8a008de216" providerId="LiveId" clId="{110F9F40-BFA6-4C3D-98BE-36C8A664F24E}" dt="2022-12-17T14:45:39.863" v="265" actId="14100"/>
          <ac:picMkLst>
            <pc:docMk/>
            <pc:sldMk cId="230237303" sldId="257"/>
            <ac:picMk id="21" creationId="{E2BEF31E-1E8F-4B0B-8330-FDDCAAD4B045}"/>
          </ac:picMkLst>
        </pc:picChg>
        <pc:picChg chg="add mod">
          <ac:chgData name="Artyom" userId="2f0d4a8a008de216" providerId="LiveId" clId="{110F9F40-BFA6-4C3D-98BE-36C8A664F24E}" dt="2022-12-17T14:46:02.476" v="272" actId="1076"/>
          <ac:picMkLst>
            <pc:docMk/>
            <pc:sldMk cId="230237303" sldId="257"/>
            <ac:picMk id="24" creationId="{8C281870-E753-461B-B16C-FDD1828A4FCC}"/>
          </ac:picMkLst>
        </pc:picChg>
      </pc:sldChg>
      <pc:sldMasterChg chg="addSldLayout">
        <pc:chgData name="Artyom" userId="2f0d4a8a008de216" providerId="LiveId" clId="{110F9F40-BFA6-4C3D-98BE-36C8A664F24E}" dt="2022-12-17T14:34:39.567" v="0" actId="680"/>
        <pc:sldMasterMkLst>
          <pc:docMk/>
          <pc:sldMasterMk cId="3026829372" sldId="2147483648"/>
        </pc:sldMasterMkLst>
        <pc:sldLayoutChg chg="add">
          <pc:chgData name="Artyom" userId="2f0d4a8a008de216" providerId="LiveId" clId="{110F9F40-BFA6-4C3D-98BE-36C8A664F24E}" dt="2022-12-17T14:34:39.567" v="0" actId="680"/>
          <pc:sldLayoutMkLst>
            <pc:docMk/>
            <pc:sldMasterMk cId="3026829372" sldId="2147483648"/>
            <pc:sldLayoutMk cId="1544575480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33E87C-3F33-4F29-8114-CFF6F7E420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6B81295-6ED2-4C37-B5F3-D996D2B59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54457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829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533A7-AAF8-49EE-9F96-625A00068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46" y="148624"/>
            <a:ext cx="6394879" cy="3739796"/>
          </a:xfrm>
        </p:spPr>
        <p:txBody>
          <a:bodyPr/>
          <a:lstStyle/>
          <a:p>
            <a:r>
              <a:rPr lang="ru-RU" sz="4800" dirty="0"/>
              <a:t>Основные возможности Maxima, используемые при выполнении действий</a:t>
            </a:r>
            <a:br>
              <a:rPr lang="ru-RU" sz="4800" dirty="0"/>
            </a:br>
            <a:r>
              <a:rPr lang="ru-RU" sz="4800" dirty="0"/>
              <a:t>с матрицами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CEFA35-DDAD-4397-A1E1-E24900B444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104" y="4350058"/>
            <a:ext cx="5720179" cy="1307237"/>
          </a:xfrm>
        </p:spPr>
        <p:txBody>
          <a:bodyPr/>
          <a:lstStyle/>
          <a:p>
            <a:r>
              <a:rPr lang="ru-RU" dirty="0"/>
              <a:t>Автор: Гневнов Артем Евгеньевич, ИВТ 2.1, 1 курс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0EAEF9-3D03-4035-91C1-E1807D530121}"/>
              </a:ext>
            </a:extLst>
          </p:cNvPr>
          <p:cNvSpPr txBox="1"/>
          <p:nvPr/>
        </p:nvSpPr>
        <p:spPr>
          <a:xfrm>
            <a:off x="7480917" y="579164"/>
            <a:ext cx="48235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Ввод матрицы осуществляется двумя способами: с клавиатуры при помощи функции «</a:t>
            </a:r>
            <a:r>
              <a:rPr lang="ru-RU" dirty="0" err="1"/>
              <a:t>matrix</a:t>
            </a:r>
            <a:r>
              <a:rPr lang="ru-RU" dirty="0"/>
              <a:t>» или через меню.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77F31-DF6D-4784-A2D3-E1D4CD4F2E01}"/>
              </a:ext>
            </a:extLst>
          </p:cNvPr>
          <p:cNvSpPr txBox="1"/>
          <p:nvPr/>
        </p:nvSpPr>
        <p:spPr>
          <a:xfrm>
            <a:off x="7480916" y="1502494"/>
            <a:ext cx="4344139" cy="21537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Нахождение осуществляется следующим образом матричного многочлена: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1. Вводим матричное уравнение через пользовательскую функцию;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2. Вводим матрицу</a:t>
            </a:r>
            <a:r>
              <a:rPr lang="en-US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Подставляем матрицу в уравнение</a:t>
            </a:r>
            <a:r>
              <a:rPr lang="en-US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solidFill>
                <a:srgbClr val="1A1A1A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ru-RU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321701-868E-41F0-ADB5-0846FCE06430}"/>
              </a:ext>
            </a:extLst>
          </p:cNvPr>
          <p:cNvSpPr txBox="1"/>
          <p:nvPr/>
        </p:nvSpPr>
        <p:spPr>
          <a:xfrm>
            <a:off x="7001522" y="3428834"/>
            <a:ext cx="4823534" cy="1307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rgbClr val="1A1A1A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Так же если присутствует свободный член уравнения, нужно умножить его на единичную матрицу Е порядка подставляемой матрицы.</a:t>
            </a:r>
            <a:endParaRPr lang="ru-RU" sz="14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981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A269D6-80A7-4A13-944F-7CD2280A52E9}"/>
              </a:ext>
            </a:extLst>
          </p:cNvPr>
          <p:cNvSpPr txBox="1"/>
          <p:nvPr/>
        </p:nvSpPr>
        <p:spPr>
          <a:xfrm>
            <a:off x="1406623" y="333479"/>
            <a:ext cx="2021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Сложение матриц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833BB9-34A9-49A4-AFA3-97D44CE33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09" y="717338"/>
            <a:ext cx="2087272" cy="30541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6DF9EC-2891-4208-AB14-BED2B6399228}"/>
              </a:ext>
            </a:extLst>
          </p:cNvPr>
          <p:cNvSpPr txBox="1"/>
          <p:nvPr/>
        </p:nvSpPr>
        <p:spPr>
          <a:xfrm>
            <a:off x="4304006" y="71007"/>
            <a:ext cx="30487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Поэлементное произведение матриц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D64781-2681-4043-9ED4-96D66FCB2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437" y="899689"/>
            <a:ext cx="2967360" cy="19470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A75183-AD04-4426-B171-81B0CC6D9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006" y="2729040"/>
            <a:ext cx="1545755" cy="10006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E7D02FC-2C3E-41A3-9840-F724ABA6A6A9}"/>
              </a:ext>
            </a:extLst>
          </p:cNvPr>
          <p:cNvSpPr txBox="1"/>
          <p:nvPr/>
        </p:nvSpPr>
        <p:spPr>
          <a:xfrm>
            <a:off x="8811087" y="297527"/>
            <a:ext cx="2483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Произведение матриц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17694A0-975F-4023-AE9F-C91C4B5E2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171" y="668445"/>
            <a:ext cx="3188197" cy="2091969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9BC8022-E662-49B3-A58F-8C640D27A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9171" y="2589120"/>
            <a:ext cx="1672082" cy="9330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E6535F-3156-4597-B9E4-5368E6BF900F}"/>
              </a:ext>
            </a:extLst>
          </p:cNvPr>
          <p:cNvSpPr txBox="1"/>
          <p:nvPr/>
        </p:nvSpPr>
        <p:spPr>
          <a:xfrm>
            <a:off x="808702" y="3785967"/>
            <a:ext cx="3835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Нахождение матричного многочлена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A883E4D-D379-4E56-9CD2-628325C6F3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233" y="4126323"/>
            <a:ext cx="2776823" cy="244966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8A2A4C9-3DBF-472A-B3B8-3AB3AE06B460}"/>
              </a:ext>
            </a:extLst>
          </p:cNvPr>
          <p:cNvSpPr txBox="1"/>
          <p:nvPr/>
        </p:nvSpPr>
        <p:spPr>
          <a:xfrm>
            <a:off x="4394760" y="3648003"/>
            <a:ext cx="2957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Удаление элементов из матрицы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E2BEF31E-1E8F-4B0B-8330-FDDCAAD4B0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006" y="4244297"/>
            <a:ext cx="4183046" cy="256180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335CCAB-E22E-4695-9BD9-4EDAFF404ED2}"/>
              </a:ext>
            </a:extLst>
          </p:cNvPr>
          <p:cNvSpPr txBox="1"/>
          <p:nvPr/>
        </p:nvSpPr>
        <p:spPr>
          <a:xfrm>
            <a:off x="8569171" y="3706375"/>
            <a:ext cx="2967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Транспонирование матрицы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8C281870-E753-461B-B16C-FDD1828A4F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9171" y="4287275"/>
            <a:ext cx="3130851" cy="227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73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103</Words>
  <Application>Microsoft Office PowerPoint</Application>
  <PresentationFormat>Широкоэкранный</PresentationFormat>
  <Paragraphs>14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Основные возможности Maxima, используемые при выполнении действий с матрицами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возможности Maxima, используемые при выполнении действий с матрицами</dc:title>
  <dc:creator>Artyom</dc:creator>
  <cp:lastModifiedBy>Artyom</cp:lastModifiedBy>
  <cp:revision>1</cp:revision>
  <dcterms:created xsi:type="dcterms:W3CDTF">2022-12-17T14:34:13Z</dcterms:created>
  <dcterms:modified xsi:type="dcterms:W3CDTF">2022-12-17T14:46:26Z</dcterms:modified>
</cp:coreProperties>
</file>