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140297B8-8A4B-4B48-A151-FF5B03B1B07F}"/>
    <pc:docChg chg="undo redo custSel addSld modSld">
      <pc:chgData name="Artyom" userId="2f0d4a8a008de216" providerId="LiveId" clId="{140297B8-8A4B-4B48-A151-FF5B03B1B07F}" dt="2022-12-17T22:47:13.766" v="771" actId="1076"/>
      <pc:docMkLst>
        <pc:docMk/>
      </pc:docMkLst>
      <pc:sldChg chg="addSp modSp new mod">
        <pc:chgData name="Artyom" userId="2f0d4a8a008de216" providerId="LiveId" clId="{140297B8-8A4B-4B48-A151-FF5B03B1B07F}" dt="2022-12-17T22:31:45.572" v="308" actId="20577"/>
        <pc:sldMkLst>
          <pc:docMk/>
          <pc:sldMk cId="1360474925" sldId="256"/>
        </pc:sldMkLst>
        <pc:spChg chg="mod">
          <ac:chgData name="Artyom" userId="2f0d4a8a008de216" providerId="LiveId" clId="{140297B8-8A4B-4B48-A151-FF5B03B1B07F}" dt="2022-12-17T22:28:36.508" v="94" actId="1076"/>
          <ac:spMkLst>
            <pc:docMk/>
            <pc:sldMk cId="1360474925" sldId="256"/>
            <ac:spMk id="2" creationId="{F6E1485F-C52C-4699-A7BC-7EEF86D64144}"/>
          </ac:spMkLst>
        </pc:spChg>
        <pc:spChg chg="mod">
          <ac:chgData name="Artyom" userId="2f0d4a8a008de216" providerId="LiveId" clId="{140297B8-8A4B-4B48-A151-FF5B03B1B07F}" dt="2022-12-17T22:28:40.354" v="95" actId="1076"/>
          <ac:spMkLst>
            <pc:docMk/>
            <pc:sldMk cId="1360474925" sldId="256"/>
            <ac:spMk id="3" creationId="{FFF5D7C6-CA08-4A38-891E-3BFF55F6EFC1}"/>
          </ac:spMkLst>
        </pc:spChg>
        <pc:spChg chg="add mod">
          <ac:chgData name="Artyom" userId="2f0d4a8a008de216" providerId="LiveId" clId="{140297B8-8A4B-4B48-A151-FF5B03B1B07F}" dt="2022-12-17T22:31:45.572" v="308" actId="20577"/>
          <ac:spMkLst>
            <pc:docMk/>
            <pc:sldMk cId="1360474925" sldId="256"/>
            <ac:spMk id="5" creationId="{0A677F70-B3C2-418D-A2BA-DC1CB91C9E3B}"/>
          </ac:spMkLst>
        </pc:spChg>
      </pc:sldChg>
      <pc:sldChg chg="addSp delSp modSp new mod">
        <pc:chgData name="Artyom" userId="2f0d4a8a008de216" providerId="LiveId" clId="{140297B8-8A4B-4B48-A151-FF5B03B1B07F}" dt="2022-12-17T22:47:13.766" v="771" actId="1076"/>
        <pc:sldMkLst>
          <pc:docMk/>
          <pc:sldMk cId="2795109729" sldId="257"/>
        </pc:sldMkLst>
        <pc:spChg chg="del">
          <ac:chgData name="Artyom" userId="2f0d4a8a008de216" providerId="LiveId" clId="{140297B8-8A4B-4B48-A151-FF5B03B1B07F}" dt="2022-12-17T22:32:07.260" v="309" actId="478"/>
          <ac:spMkLst>
            <pc:docMk/>
            <pc:sldMk cId="2795109729" sldId="257"/>
            <ac:spMk id="2" creationId="{F3EFC42B-8270-482A-B7CB-D6A01EA774B4}"/>
          </ac:spMkLst>
        </pc:spChg>
        <pc:spChg chg="del">
          <ac:chgData name="Artyom" userId="2f0d4a8a008de216" providerId="LiveId" clId="{140297B8-8A4B-4B48-A151-FF5B03B1B07F}" dt="2022-12-17T22:32:08.148" v="310" actId="478"/>
          <ac:spMkLst>
            <pc:docMk/>
            <pc:sldMk cId="2795109729" sldId="257"/>
            <ac:spMk id="3" creationId="{1078C2CC-C20B-4871-BFA0-6EF43A136515}"/>
          </ac:spMkLst>
        </pc:spChg>
        <pc:spChg chg="add del">
          <ac:chgData name="Artyom" userId="2f0d4a8a008de216" providerId="LiveId" clId="{140297B8-8A4B-4B48-A151-FF5B03B1B07F}" dt="2022-12-17T22:32:47.726" v="312" actId="22"/>
          <ac:spMkLst>
            <pc:docMk/>
            <pc:sldMk cId="2795109729" sldId="257"/>
            <ac:spMk id="5" creationId="{546CEBEB-4222-4904-BA9A-5B17823DA3E2}"/>
          </ac:spMkLst>
        </pc:spChg>
        <pc:spChg chg="add mod">
          <ac:chgData name="Artyom" userId="2f0d4a8a008de216" providerId="LiveId" clId="{140297B8-8A4B-4B48-A151-FF5B03B1B07F}" dt="2022-12-17T22:47:06.134" v="767" actId="1076"/>
          <ac:spMkLst>
            <pc:docMk/>
            <pc:sldMk cId="2795109729" sldId="257"/>
            <ac:spMk id="7" creationId="{5988A5CC-F4C4-48EE-AE33-9FFA28D07F58}"/>
          </ac:spMkLst>
        </pc:spChg>
        <pc:spChg chg="add del">
          <ac:chgData name="Artyom" userId="2f0d4a8a008de216" providerId="LiveId" clId="{140297B8-8A4B-4B48-A151-FF5B03B1B07F}" dt="2022-12-17T22:33:05.233" v="318" actId="22"/>
          <ac:spMkLst>
            <pc:docMk/>
            <pc:sldMk cId="2795109729" sldId="257"/>
            <ac:spMk id="9" creationId="{4F6D06D1-D5C7-42D7-8841-CA9ADE21F467}"/>
          </ac:spMkLst>
        </pc:spChg>
        <pc:spChg chg="add del">
          <ac:chgData name="Artyom" userId="2f0d4a8a008de216" providerId="LiveId" clId="{140297B8-8A4B-4B48-A151-FF5B03B1B07F}" dt="2022-12-17T22:35:25.520" v="330" actId="22"/>
          <ac:spMkLst>
            <pc:docMk/>
            <pc:sldMk cId="2795109729" sldId="257"/>
            <ac:spMk id="11" creationId="{67E1136B-471B-439A-A0DF-37C9730A7E43}"/>
          </ac:spMkLst>
        </pc:spChg>
        <pc:spChg chg="add mod">
          <ac:chgData name="Artyom" userId="2f0d4a8a008de216" providerId="LiveId" clId="{140297B8-8A4B-4B48-A151-FF5B03B1B07F}" dt="2022-12-17T22:44:50.834" v="731" actId="1076"/>
          <ac:spMkLst>
            <pc:docMk/>
            <pc:sldMk cId="2795109729" sldId="257"/>
            <ac:spMk id="13" creationId="{97A2236E-9C16-40CB-AB5A-BB4FD37741F7}"/>
          </ac:spMkLst>
        </pc:spChg>
        <pc:spChg chg="add mod">
          <ac:chgData name="Artyom" userId="2f0d4a8a008de216" providerId="LiveId" clId="{140297B8-8A4B-4B48-A151-FF5B03B1B07F}" dt="2022-12-17T22:47:02.050" v="766" actId="1076"/>
          <ac:spMkLst>
            <pc:docMk/>
            <pc:sldMk cId="2795109729" sldId="257"/>
            <ac:spMk id="15" creationId="{9994A16D-9F15-4B80-8FF3-D9E5A46B9BE7}"/>
          </ac:spMkLst>
        </pc:spChg>
        <pc:spChg chg="add mod">
          <ac:chgData name="Artyom" userId="2f0d4a8a008de216" providerId="LiveId" clId="{140297B8-8A4B-4B48-A151-FF5B03B1B07F}" dt="2022-12-17T22:44:58.727" v="733" actId="1076"/>
          <ac:spMkLst>
            <pc:docMk/>
            <pc:sldMk cId="2795109729" sldId="257"/>
            <ac:spMk id="17" creationId="{F90C2569-2B71-42D7-87E3-94E5876AECF3}"/>
          </ac:spMkLst>
        </pc:spChg>
        <pc:spChg chg="add del">
          <ac:chgData name="Artyom" userId="2f0d4a8a008de216" providerId="LiveId" clId="{140297B8-8A4B-4B48-A151-FF5B03B1B07F}" dt="2022-12-17T22:42:32.775" v="684" actId="22"/>
          <ac:spMkLst>
            <pc:docMk/>
            <pc:sldMk cId="2795109729" sldId="257"/>
            <ac:spMk id="20" creationId="{C0CCA2A9-DC00-4AC6-9FD2-60B962B6C75E}"/>
          </ac:spMkLst>
        </pc:spChg>
        <pc:spChg chg="add del">
          <ac:chgData name="Artyom" userId="2f0d4a8a008de216" providerId="LiveId" clId="{140297B8-8A4B-4B48-A151-FF5B03B1B07F}" dt="2022-12-17T22:42:34.856" v="686" actId="22"/>
          <ac:spMkLst>
            <pc:docMk/>
            <pc:sldMk cId="2795109729" sldId="257"/>
            <ac:spMk id="22" creationId="{A3F83524-ED16-4D8E-8526-C2F842888517}"/>
          </ac:spMkLst>
        </pc:spChg>
        <pc:spChg chg="add mod">
          <ac:chgData name="Artyom" userId="2f0d4a8a008de216" providerId="LiveId" clId="{140297B8-8A4B-4B48-A151-FF5B03B1B07F}" dt="2022-12-17T22:46:56.838" v="765" actId="20577"/>
          <ac:spMkLst>
            <pc:docMk/>
            <pc:sldMk cId="2795109729" sldId="257"/>
            <ac:spMk id="24" creationId="{613B901A-2B90-4D77-B925-CEDCBCE4F03E}"/>
          </ac:spMkLst>
        </pc:spChg>
        <pc:spChg chg="add del">
          <ac:chgData name="Artyom" userId="2f0d4a8a008de216" providerId="LiveId" clId="{140297B8-8A4B-4B48-A151-FF5B03B1B07F}" dt="2022-12-17T22:43:03.905" v="695" actId="22"/>
          <ac:spMkLst>
            <pc:docMk/>
            <pc:sldMk cId="2795109729" sldId="257"/>
            <ac:spMk id="26" creationId="{0884DC43-B927-40AA-92AC-63C6B86F6DBE}"/>
          </ac:spMkLst>
        </pc:spChg>
        <pc:spChg chg="add mod">
          <ac:chgData name="Artyom" userId="2f0d4a8a008de216" providerId="LiveId" clId="{140297B8-8A4B-4B48-A151-FF5B03B1B07F}" dt="2022-12-17T22:46:55.812" v="764" actId="20577"/>
          <ac:spMkLst>
            <pc:docMk/>
            <pc:sldMk cId="2795109729" sldId="257"/>
            <ac:spMk id="28" creationId="{F2C4EBC4-3C19-464E-81B5-2F3BC7801DBA}"/>
          </ac:spMkLst>
        </pc:spChg>
        <pc:spChg chg="add mod">
          <ac:chgData name="Artyom" userId="2f0d4a8a008de216" providerId="LiveId" clId="{140297B8-8A4B-4B48-A151-FF5B03B1B07F}" dt="2022-12-17T22:46:54.500" v="763" actId="20577"/>
          <ac:spMkLst>
            <pc:docMk/>
            <pc:sldMk cId="2795109729" sldId="257"/>
            <ac:spMk id="31" creationId="{6A073FC8-2CF3-4D1F-A95C-0F5E52B0EE36}"/>
          </ac:spMkLst>
        </pc:spChg>
        <pc:spChg chg="add del">
          <ac:chgData name="Artyom" userId="2f0d4a8a008de216" providerId="LiveId" clId="{140297B8-8A4B-4B48-A151-FF5B03B1B07F}" dt="2022-12-17T22:45:52.912" v="743" actId="22"/>
          <ac:spMkLst>
            <pc:docMk/>
            <pc:sldMk cId="2795109729" sldId="257"/>
            <ac:spMk id="34" creationId="{542BA1FF-6094-4792-9920-73D5BFB7FD36}"/>
          </ac:spMkLst>
        </pc:spChg>
        <pc:spChg chg="add mod">
          <ac:chgData name="Artyom" userId="2f0d4a8a008de216" providerId="LiveId" clId="{140297B8-8A4B-4B48-A151-FF5B03B1B07F}" dt="2022-12-17T22:46:53.035" v="762" actId="20577"/>
          <ac:spMkLst>
            <pc:docMk/>
            <pc:sldMk cId="2795109729" sldId="257"/>
            <ac:spMk id="36" creationId="{6E3242E6-9438-4A03-86DB-2DF3C26D50F7}"/>
          </ac:spMkLst>
        </pc:spChg>
        <pc:picChg chg="add mod">
          <ac:chgData name="Artyom" userId="2f0d4a8a008de216" providerId="LiveId" clId="{140297B8-8A4B-4B48-A151-FF5B03B1B07F}" dt="2022-12-17T22:44:48.565" v="730" actId="1076"/>
          <ac:picMkLst>
            <pc:docMk/>
            <pc:sldMk cId="2795109729" sldId="257"/>
            <ac:picMk id="14" creationId="{F1CA636E-1995-404D-B283-B14A76CB2B7A}"/>
          </ac:picMkLst>
        </pc:picChg>
        <pc:picChg chg="add mod">
          <ac:chgData name="Artyom" userId="2f0d4a8a008de216" providerId="LiveId" clId="{140297B8-8A4B-4B48-A151-FF5B03B1B07F}" dt="2022-12-17T22:46:22.605" v="751" actId="14100"/>
          <ac:picMkLst>
            <pc:docMk/>
            <pc:sldMk cId="2795109729" sldId="257"/>
            <ac:picMk id="18" creationId="{5211CEE1-DEAA-4D6D-A683-138B36812865}"/>
          </ac:picMkLst>
        </pc:picChg>
        <pc:picChg chg="add mod">
          <ac:chgData name="Artyom" userId="2f0d4a8a008de216" providerId="LiveId" clId="{140297B8-8A4B-4B48-A151-FF5B03B1B07F}" dt="2022-12-17T22:46:37.020" v="757" actId="1076"/>
          <ac:picMkLst>
            <pc:docMk/>
            <pc:sldMk cId="2795109729" sldId="257"/>
            <ac:picMk id="29" creationId="{C39E9DAA-1AD9-42BF-885C-F2B8B390FAB0}"/>
          </ac:picMkLst>
        </pc:picChg>
        <pc:picChg chg="add mod">
          <ac:chgData name="Artyom" userId="2f0d4a8a008de216" providerId="LiveId" clId="{140297B8-8A4B-4B48-A151-FF5B03B1B07F}" dt="2022-12-17T22:46:46.549" v="760" actId="1076"/>
          <ac:picMkLst>
            <pc:docMk/>
            <pc:sldMk cId="2795109729" sldId="257"/>
            <ac:picMk id="32" creationId="{78ECEF0F-9880-484F-A16C-EC79DAE686BB}"/>
          </ac:picMkLst>
        </pc:picChg>
        <pc:picChg chg="add mod">
          <ac:chgData name="Artyom" userId="2f0d4a8a008de216" providerId="LiveId" clId="{140297B8-8A4B-4B48-A151-FF5B03B1B07F}" dt="2022-12-17T22:47:13.766" v="771" actId="1076"/>
          <ac:picMkLst>
            <pc:docMk/>
            <pc:sldMk cId="2795109729" sldId="257"/>
            <ac:picMk id="37" creationId="{E0F46C61-5177-477C-B6DC-5B4BD352F007}"/>
          </ac:picMkLst>
        </pc:picChg>
      </pc:sldChg>
      <pc:sldMasterChg chg="addSldLayout">
        <pc:chgData name="Artyom" userId="2f0d4a8a008de216" providerId="LiveId" clId="{140297B8-8A4B-4B48-A151-FF5B03B1B07F}" dt="2022-12-17T22:26:42.967" v="0" actId="680"/>
        <pc:sldMasterMkLst>
          <pc:docMk/>
          <pc:sldMasterMk cId="927278019" sldId="2147483648"/>
        </pc:sldMasterMkLst>
        <pc:sldLayoutChg chg="add">
          <pc:chgData name="Artyom" userId="2f0d4a8a008de216" providerId="LiveId" clId="{140297B8-8A4B-4B48-A151-FF5B03B1B07F}" dt="2022-12-17T22:26:42.967" v="0" actId="680"/>
          <pc:sldLayoutMkLst>
            <pc:docMk/>
            <pc:sldMasterMk cId="927278019" sldId="2147483648"/>
            <pc:sldLayoutMk cId="182606559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9A445-C47B-43AB-B6DC-5D2783244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6C2393-EA97-458B-88F1-774D10801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2606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27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1485F-C52C-4699-A7BC-7EEF86D64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2145"/>
            <a:ext cx="7389181" cy="4279036"/>
          </a:xfrm>
        </p:spPr>
        <p:txBody>
          <a:bodyPr/>
          <a:lstStyle/>
          <a:p>
            <a:r>
              <a:rPr lang="ru-RU" dirty="0"/>
              <a:t>Основные возможности Maxima, используемые при</a:t>
            </a:r>
            <a:br>
              <a:rPr lang="ru-RU" dirty="0"/>
            </a:br>
            <a:r>
              <a:rPr lang="ru-RU" dirty="0"/>
              <a:t>работе с выражениями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F5D7C6-CA08-4A38-891E-3BFF55F6E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388" y="4669655"/>
            <a:ext cx="5776404" cy="1094172"/>
          </a:xfrm>
        </p:spPr>
        <p:txBody>
          <a:bodyPr/>
          <a:lstStyle/>
          <a:p>
            <a:r>
              <a:rPr lang="ru-RU" dirty="0"/>
              <a:t>Автор: Гневнов Артем Евгеньевич, ИВТ 2.1, 1 курс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77F70-B3C2-418D-A2BA-DC1CB91C9E3B}"/>
              </a:ext>
            </a:extLst>
          </p:cNvPr>
          <p:cNvSpPr txBox="1"/>
          <p:nvPr/>
        </p:nvSpPr>
        <p:spPr>
          <a:xfrm>
            <a:off x="7894468" y="551280"/>
            <a:ext cx="3566604" cy="380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Ввод выражения осуществляется при помощи клавиатуры. Для вывода выражение необходимо нажать «</a:t>
            </a:r>
            <a:r>
              <a:rPr lang="en-US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». Также переменной можно присвоить выражение.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1A1A1A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При работе с выражением, в самой функции можно написать как само выражение, так и переменную, к которой было присвоено значение выражения. </a:t>
            </a:r>
            <a:endParaRPr lang="ru-RU" sz="1800" dirty="0">
              <a:solidFill>
                <a:srgbClr val="1A1A1A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ru-RU" sz="1400" dirty="0">
              <a:solidFill>
                <a:srgbClr val="1A1A1A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7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88A5CC-F4C4-48EE-AE33-9FFA28D07F58}"/>
              </a:ext>
            </a:extLst>
          </p:cNvPr>
          <p:cNvSpPr txBox="1"/>
          <p:nvPr/>
        </p:nvSpPr>
        <p:spPr>
          <a:xfrm>
            <a:off x="153138" y="276996"/>
            <a:ext cx="4152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Ввод и вывод выражения:</a:t>
            </a:r>
            <a:endParaRPr lang="ru-R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2236E-9C16-40CB-AB5A-BB4FD37741F7}"/>
              </a:ext>
            </a:extLst>
          </p:cNvPr>
          <p:cNvSpPr txBox="1"/>
          <p:nvPr/>
        </p:nvSpPr>
        <p:spPr>
          <a:xfrm>
            <a:off x="308497" y="943998"/>
            <a:ext cx="38418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Ввод выражения осуществляется при помощи клавиатуры. Для вывода выражение необходимо нажать «Shift+Enter». Также переменной можно присвоить выражение, как показано в примере: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1CA636E-1995-404D-B283-B14A76CB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9" y="3488437"/>
            <a:ext cx="3932010" cy="10579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94A16D-9F15-4B80-8FF3-D9E5A46B9BE7}"/>
              </a:ext>
            </a:extLst>
          </p:cNvPr>
          <p:cNvSpPr txBox="1"/>
          <p:nvPr/>
        </p:nvSpPr>
        <p:spPr>
          <a:xfrm>
            <a:off x="4640278" y="269087"/>
            <a:ext cx="378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/>
              <a:t>Функции при работе с выражением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0C2569-2B71-42D7-87E3-94E5876AECF3}"/>
              </a:ext>
            </a:extLst>
          </p:cNvPr>
          <p:cNvSpPr txBox="1"/>
          <p:nvPr/>
        </p:nvSpPr>
        <p:spPr>
          <a:xfrm>
            <a:off x="4900661" y="940223"/>
            <a:ext cx="31937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A1A1A"/>
                </a:solidFill>
                <a:ea typeface="Times New Roman" panose="02020603050405020304" pitchFamily="18" charset="0"/>
              </a:rPr>
              <a:t>«</a:t>
            </a: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</a:rPr>
              <a:t>rat(a)»</a:t>
            </a:r>
            <a:r>
              <a:rPr lang="en-US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</a:rPr>
              <a:t> -  </a:t>
            </a: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</a:rPr>
              <a:t>используется при упрощении алгебраических выражений и приведении подобных слагаемых </a:t>
            </a:r>
          </a:p>
          <a:p>
            <a:endParaRPr lang="ru-RU" sz="1800" dirty="0">
              <a:solidFill>
                <a:srgbClr val="1A1A1A"/>
              </a:solidFill>
              <a:effectLst/>
              <a:ea typeface="Times New Roman" panose="02020603050405020304" pitchFamily="18" charset="0"/>
            </a:endParaRPr>
          </a:p>
          <a:p>
            <a:r>
              <a:rPr lang="ru-RU" dirty="0"/>
              <a:t>«</a:t>
            </a:r>
            <a:r>
              <a:rPr lang="en-US" dirty="0"/>
              <a:t>factor(a)</a:t>
            </a:r>
            <a:r>
              <a:rPr lang="ru-RU" dirty="0"/>
              <a:t>» - используется для разложения выражения на множители</a:t>
            </a:r>
          </a:p>
          <a:p>
            <a:endParaRPr lang="ru-RU" dirty="0"/>
          </a:p>
          <a:p>
            <a:r>
              <a:rPr lang="ru-RU" dirty="0"/>
              <a:t>«</a:t>
            </a:r>
            <a:r>
              <a:rPr lang="en-US" dirty="0"/>
              <a:t>partfrac(b,x)</a:t>
            </a:r>
            <a:r>
              <a:rPr lang="ru-RU" dirty="0"/>
              <a:t>» - используется для разложения рациональной дроби на простейшие дроби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211CEE1-DEAA-4D6D-A683-138B3681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040" y="1026659"/>
            <a:ext cx="2783298" cy="6060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3B901A-2B90-4D77-B925-CEDCBCE4F03E}"/>
              </a:ext>
            </a:extLst>
          </p:cNvPr>
          <p:cNvSpPr txBox="1"/>
          <p:nvPr/>
        </p:nvSpPr>
        <p:spPr>
          <a:xfrm>
            <a:off x="8396169" y="259423"/>
            <a:ext cx="342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Упрощение алгебраических выражений: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4EBC4-3C19-464E-81B5-2F3BC7801DBA}"/>
              </a:ext>
            </a:extLst>
          </p:cNvPr>
          <p:cNvSpPr txBox="1"/>
          <p:nvPr/>
        </p:nvSpPr>
        <p:spPr>
          <a:xfrm>
            <a:off x="8427982" y="1727746"/>
            <a:ext cx="3026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Приведение подобных слагаемых: 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39E9DAA-1AD9-42BF-885C-F2B8B390F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66" y="2374077"/>
            <a:ext cx="2723488" cy="66086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A073FC8-2CF3-4D1F-A95C-0F5E52B0EE36}"/>
              </a:ext>
            </a:extLst>
          </p:cNvPr>
          <p:cNvSpPr txBox="1"/>
          <p:nvPr/>
        </p:nvSpPr>
        <p:spPr>
          <a:xfrm>
            <a:off x="8278344" y="2977686"/>
            <a:ext cx="3605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1A1A1A"/>
                </a:solidFill>
                <a:ea typeface="Times New Roman" panose="02020603050405020304" pitchFamily="18" charset="0"/>
              </a:rPr>
              <a:t>Р</a:t>
            </a:r>
            <a:r>
              <a:rPr lang="ru-RU" sz="1800" b="1" dirty="0">
                <a:solidFill>
                  <a:srgbClr val="1A1A1A"/>
                </a:solidFill>
                <a:effectLst/>
                <a:ea typeface="Times New Roman" panose="02020603050405020304" pitchFamily="18" charset="0"/>
              </a:rPr>
              <a:t>азложение выражения на множители:</a:t>
            </a:r>
            <a:endParaRPr lang="ru-RU" b="1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8ECEF0F-9880-484F-A16C-EC79DAE68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967" y="3624017"/>
            <a:ext cx="2845443" cy="67159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E3242E6-9438-4A03-86DB-2DF3C26D50F7}"/>
              </a:ext>
            </a:extLst>
          </p:cNvPr>
          <p:cNvSpPr txBox="1"/>
          <p:nvPr/>
        </p:nvSpPr>
        <p:spPr>
          <a:xfrm>
            <a:off x="8355326" y="4270348"/>
            <a:ext cx="3451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Разложение рациональной дроби на простейшие дроби: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0F46C61-5177-477C-B6DC-5B4BD352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967" y="5085529"/>
            <a:ext cx="3084489" cy="14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097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172</Words>
  <Application>Microsoft Office PowerPoint</Application>
  <PresentationFormat>Широкоэкранный</PresentationFormat>
  <Paragraphs>16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Основные возможности Maxima, используемые при работе с выражениями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возможности Maxima, используемые при работе с выражениями</dc:title>
  <dc:creator>Artyom</dc:creator>
  <cp:lastModifiedBy>Artyom</cp:lastModifiedBy>
  <cp:revision>2</cp:revision>
  <dcterms:created xsi:type="dcterms:W3CDTF">2022-12-17T22:26:13Z</dcterms:created>
  <dcterms:modified xsi:type="dcterms:W3CDTF">2022-12-17T22:47:21Z</dcterms:modified>
</cp:coreProperties>
</file>