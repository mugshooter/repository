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666" y="-3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A9140322-8CDD-43D9-AC03-8CF10B7824BE}"/>
    <pc:docChg chg="undo custSel addSld modSld">
      <pc:chgData name="Artyom" userId="2f0d4a8a008de216" providerId="LiveId" clId="{A9140322-8CDD-43D9-AC03-8CF10B7824BE}" dt="2022-12-18T00:16:47.540" v="1131" actId="1076"/>
      <pc:docMkLst>
        <pc:docMk/>
      </pc:docMkLst>
      <pc:sldChg chg="addSp delSp modSp new mod">
        <pc:chgData name="Artyom" userId="2f0d4a8a008de216" providerId="LiveId" clId="{A9140322-8CDD-43D9-AC03-8CF10B7824BE}" dt="2022-12-18T00:16:47.540" v="1131" actId="1076"/>
        <pc:sldMkLst>
          <pc:docMk/>
          <pc:sldMk cId="4256865046" sldId="256"/>
        </pc:sldMkLst>
        <pc:spChg chg="mod">
          <ac:chgData name="Artyom" userId="2f0d4a8a008de216" providerId="LiveId" clId="{A9140322-8CDD-43D9-AC03-8CF10B7824BE}" dt="2022-12-18T00:12:05.794" v="1086" actId="1076"/>
          <ac:spMkLst>
            <pc:docMk/>
            <pc:sldMk cId="4256865046" sldId="256"/>
            <ac:spMk id="2" creationId="{252160A2-7406-4ED5-B538-AB747118333E}"/>
          </ac:spMkLst>
        </pc:spChg>
        <pc:spChg chg="mod">
          <ac:chgData name="Artyom" userId="2f0d4a8a008de216" providerId="LiveId" clId="{A9140322-8CDD-43D9-AC03-8CF10B7824BE}" dt="2022-12-18T00:12:08.609" v="1087" actId="1076"/>
          <ac:spMkLst>
            <pc:docMk/>
            <pc:sldMk cId="4256865046" sldId="256"/>
            <ac:spMk id="3" creationId="{25F6419F-F6A9-48B3-A84A-399A2BBEE9A8}"/>
          </ac:spMkLst>
        </pc:spChg>
        <pc:spChg chg="add mod">
          <ac:chgData name="Artyom" userId="2f0d4a8a008de216" providerId="LiveId" clId="{A9140322-8CDD-43D9-AC03-8CF10B7824BE}" dt="2022-12-18T00:12:16.249" v="1089" actId="1076"/>
          <ac:spMkLst>
            <pc:docMk/>
            <pc:sldMk cId="4256865046" sldId="256"/>
            <ac:spMk id="6" creationId="{DC700069-CA02-4A36-A6A6-096A35608F41}"/>
          </ac:spMkLst>
        </pc:spChg>
        <pc:spChg chg="add mod">
          <ac:chgData name="Artyom" userId="2f0d4a8a008de216" providerId="LiveId" clId="{A9140322-8CDD-43D9-AC03-8CF10B7824BE}" dt="2022-12-18T00:12:23.702" v="1091" actId="1076"/>
          <ac:spMkLst>
            <pc:docMk/>
            <pc:sldMk cId="4256865046" sldId="256"/>
            <ac:spMk id="10" creationId="{9A384A1F-0A59-440D-89F2-68EDB6DEC6BA}"/>
          </ac:spMkLst>
        </pc:spChg>
        <pc:spChg chg="add mod">
          <ac:chgData name="Artyom" userId="2f0d4a8a008de216" providerId="LiveId" clId="{A9140322-8CDD-43D9-AC03-8CF10B7824BE}" dt="2022-12-18T00:12:31.516" v="1093" actId="1076"/>
          <ac:spMkLst>
            <pc:docMk/>
            <pc:sldMk cId="4256865046" sldId="256"/>
            <ac:spMk id="14" creationId="{9D1BAAA3-6CE3-4B55-8CE0-ADBC112FA052}"/>
          </ac:spMkLst>
        </pc:spChg>
        <pc:spChg chg="add mod">
          <ac:chgData name="Artyom" userId="2f0d4a8a008de216" providerId="LiveId" clId="{A9140322-8CDD-43D9-AC03-8CF10B7824BE}" dt="2022-12-18T00:12:38.585" v="1095" actId="1076"/>
          <ac:spMkLst>
            <pc:docMk/>
            <pc:sldMk cId="4256865046" sldId="256"/>
            <ac:spMk id="18" creationId="{7B0C3074-B39A-40CA-A6F8-0D8BA483B0F4}"/>
          </ac:spMkLst>
        </pc:spChg>
        <pc:spChg chg="add mod">
          <ac:chgData name="Artyom" userId="2f0d4a8a008de216" providerId="LiveId" clId="{A9140322-8CDD-43D9-AC03-8CF10B7824BE}" dt="2022-12-18T00:12:42.894" v="1096" actId="1076"/>
          <ac:spMkLst>
            <pc:docMk/>
            <pc:sldMk cId="4256865046" sldId="256"/>
            <ac:spMk id="20" creationId="{9149A6C2-94BD-48F9-8A12-C0578B3691A5}"/>
          </ac:spMkLst>
        </pc:spChg>
        <pc:spChg chg="add mod">
          <ac:chgData name="Artyom" userId="2f0d4a8a008de216" providerId="LiveId" clId="{A9140322-8CDD-43D9-AC03-8CF10B7824BE}" dt="2022-12-18T00:12:47.564" v="1097" actId="1076"/>
          <ac:spMkLst>
            <pc:docMk/>
            <pc:sldMk cId="4256865046" sldId="256"/>
            <ac:spMk id="22" creationId="{B4A5C831-4451-4B3D-8D9D-ED791972B56E}"/>
          </ac:spMkLst>
        </pc:spChg>
        <pc:spChg chg="add mod">
          <ac:chgData name="Artyom" userId="2f0d4a8a008de216" providerId="LiveId" clId="{A9140322-8CDD-43D9-AC03-8CF10B7824BE}" dt="2022-12-18T00:15:58.891" v="1125" actId="1076"/>
          <ac:spMkLst>
            <pc:docMk/>
            <pc:sldMk cId="4256865046" sldId="256"/>
            <ac:spMk id="28" creationId="{1FF34923-BA7B-4806-BA66-EF60FB267BB7}"/>
          </ac:spMkLst>
        </pc:spChg>
        <pc:spChg chg="add mod">
          <ac:chgData name="Artyom" userId="2f0d4a8a008de216" providerId="LiveId" clId="{A9140322-8CDD-43D9-AC03-8CF10B7824BE}" dt="2022-12-18T00:15:54.231" v="1124" actId="1076"/>
          <ac:spMkLst>
            <pc:docMk/>
            <pc:sldMk cId="4256865046" sldId="256"/>
            <ac:spMk id="34" creationId="{378FCC4D-0D94-43A5-ADF7-3D07ABAB06DB}"/>
          </ac:spMkLst>
        </pc:spChg>
        <pc:picChg chg="add mod">
          <ac:chgData name="Artyom" userId="2f0d4a8a008de216" providerId="LiveId" clId="{A9140322-8CDD-43D9-AC03-8CF10B7824BE}" dt="2022-12-18T00:12:13.336" v="1088" actId="1076"/>
          <ac:picMkLst>
            <pc:docMk/>
            <pc:sldMk cId="4256865046" sldId="256"/>
            <ac:picMk id="5" creationId="{F7BA7ECA-092A-47E3-A363-DEAEAF0C6D9A}"/>
          </ac:picMkLst>
        </pc:picChg>
        <pc:picChg chg="add mod">
          <ac:chgData name="Artyom" userId="2f0d4a8a008de216" providerId="LiveId" clId="{A9140322-8CDD-43D9-AC03-8CF10B7824BE}" dt="2022-12-18T00:12:18.746" v="1090" actId="1076"/>
          <ac:picMkLst>
            <pc:docMk/>
            <pc:sldMk cId="4256865046" sldId="256"/>
            <ac:picMk id="8" creationId="{DEAC79F1-0C2C-4EFC-9CA1-0E9FDA1B7656}"/>
          </ac:picMkLst>
        </pc:picChg>
        <pc:picChg chg="add mod">
          <ac:chgData name="Artyom" userId="2f0d4a8a008de216" providerId="LiveId" clId="{A9140322-8CDD-43D9-AC03-8CF10B7824BE}" dt="2022-12-18T00:12:26.045" v="1092" actId="1076"/>
          <ac:picMkLst>
            <pc:docMk/>
            <pc:sldMk cId="4256865046" sldId="256"/>
            <ac:picMk id="12" creationId="{38F48029-6489-472B-BE57-6FC9761AD24C}"/>
          </ac:picMkLst>
        </pc:picChg>
        <pc:picChg chg="add mod">
          <ac:chgData name="Artyom" userId="2f0d4a8a008de216" providerId="LiveId" clId="{A9140322-8CDD-43D9-AC03-8CF10B7824BE}" dt="2022-12-18T00:12:34.275" v="1094" actId="1076"/>
          <ac:picMkLst>
            <pc:docMk/>
            <pc:sldMk cId="4256865046" sldId="256"/>
            <ac:picMk id="16" creationId="{92A4630C-7C39-42A4-BE83-54445A88FFA3}"/>
          </ac:picMkLst>
        </pc:picChg>
        <pc:picChg chg="add del mod">
          <ac:chgData name="Artyom" userId="2f0d4a8a008de216" providerId="LiveId" clId="{A9140322-8CDD-43D9-AC03-8CF10B7824BE}" dt="2022-12-18T00:15:07.783" v="1113" actId="478"/>
          <ac:picMkLst>
            <pc:docMk/>
            <pc:sldMk cId="4256865046" sldId="256"/>
            <ac:picMk id="24" creationId="{18A1D1C6-1946-4799-A7B2-2EA36E8150C2}"/>
          </ac:picMkLst>
        </pc:picChg>
        <pc:picChg chg="add mod">
          <ac:chgData name="Artyom" userId="2f0d4a8a008de216" providerId="LiveId" clId="{A9140322-8CDD-43D9-AC03-8CF10B7824BE}" dt="2022-12-18T00:13:08.906" v="1103" actId="1076"/>
          <ac:picMkLst>
            <pc:docMk/>
            <pc:sldMk cId="4256865046" sldId="256"/>
            <ac:picMk id="26" creationId="{AEBD0AFA-5329-4537-9E95-569744D19939}"/>
          </ac:picMkLst>
        </pc:picChg>
        <pc:picChg chg="add mod">
          <ac:chgData name="Artyom" userId="2f0d4a8a008de216" providerId="LiveId" clId="{A9140322-8CDD-43D9-AC03-8CF10B7824BE}" dt="2022-12-18T00:16:47.540" v="1131" actId="1076"/>
          <ac:picMkLst>
            <pc:docMk/>
            <pc:sldMk cId="4256865046" sldId="256"/>
            <ac:picMk id="30" creationId="{646C97F1-6EEE-409F-8CA5-508D0A829B01}"/>
          </ac:picMkLst>
        </pc:picChg>
        <pc:picChg chg="add mod">
          <ac:chgData name="Artyom" userId="2f0d4a8a008de216" providerId="LiveId" clId="{A9140322-8CDD-43D9-AC03-8CF10B7824BE}" dt="2022-12-18T00:15:33.308" v="1119" actId="1076"/>
          <ac:picMkLst>
            <pc:docMk/>
            <pc:sldMk cId="4256865046" sldId="256"/>
            <ac:picMk id="32" creationId="{DAD0864F-72C0-4DB3-BEDD-3B12267FC718}"/>
          </ac:picMkLst>
        </pc:picChg>
        <pc:picChg chg="add mod">
          <ac:chgData name="Artyom" userId="2f0d4a8a008de216" providerId="LiveId" clId="{A9140322-8CDD-43D9-AC03-8CF10B7824BE}" dt="2022-12-18T00:16:41.074" v="1130" actId="1076"/>
          <ac:picMkLst>
            <pc:docMk/>
            <pc:sldMk cId="4256865046" sldId="256"/>
            <ac:picMk id="36" creationId="{572685C3-0A3B-4ADE-AEE6-EAEA09E470C0}"/>
          </ac:picMkLst>
        </pc:picChg>
      </pc:sldChg>
      <pc:sldMasterChg chg="addSldLayout">
        <pc:chgData name="Artyom" userId="2f0d4a8a008de216" providerId="LiveId" clId="{A9140322-8CDD-43D9-AC03-8CF10B7824BE}" dt="2022-12-17T23:36:36.159" v="0" actId="680"/>
        <pc:sldMasterMkLst>
          <pc:docMk/>
          <pc:sldMasterMk cId="460715108" sldId="2147483648"/>
        </pc:sldMasterMkLst>
        <pc:sldLayoutChg chg="add">
          <pc:chgData name="Artyom" userId="2f0d4a8a008de216" providerId="LiveId" clId="{A9140322-8CDD-43D9-AC03-8CF10B7824BE}" dt="2022-12-17T23:36:36.159" v="0" actId="680"/>
          <pc:sldLayoutMkLst>
            <pc:docMk/>
            <pc:sldMasterMk cId="460715108" sldId="2147483648"/>
            <pc:sldLayoutMk cId="2961680617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79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10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819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8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63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4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55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10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81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70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18-12-22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08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160A2-7406-4ED5-B538-AB7471183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399" y="98971"/>
            <a:ext cx="6375379" cy="1141719"/>
          </a:xfrm>
        </p:spPr>
        <p:txBody>
          <a:bodyPr>
            <a:noAutofit/>
          </a:bodyPr>
          <a:lstStyle/>
          <a:p>
            <a:r>
              <a:rPr lang="ru-RU" sz="2800" dirty="0"/>
              <a:t>Способы решения задач математического анализа средствами системы компьютерной алгебры </a:t>
            </a:r>
            <a:r>
              <a:rPr lang="en-US" sz="2800" dirty="0"/>
              <a:t>Maxima</a:t>
            </a:r>
            <a:endParaRPr lang="ru-RU" sz="2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F6419F-F6A9-48B3-A84A-399A2BBEE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666" y="1199330"/>
            <a:ext cx="6230598" cy="2132021"/>
          </a:xfrm>
        </p:spPr>
        <p:txBody>
          <a:bodyPr>
            <a:normAutofit/>
          </a:bodyPr>
          <a:lstStyle/>
          <a:p>
            <a:r>
              <a:rPr lang="ru-RU" b="1" dirty="0"/>
              <a:t>Решение пределов:</a:t>
            </a:r>
          </a:p>
          <a:p>
            <a:pPr algn="just"/>
            <a:r>
              <a:rPr lang="ru-RU" sz="1700" dirty="0"/>
              <a:t>Для вычисления пределов используется функция «</a:t>
            </a:r>
            <a:r>
              <a:rPr lang="en-US" sz="1700" dirty="0"/>
              <a:t>limit</a:t>
            </a:r>
            <a:r>
              <a:rPr lang="ru-RU" sz="1700" dirty="0"/>
              <a:t>(функция, переменная, значение)», или «</a:t>
            </a:r>
            <a:r>
              <a:rPr lang="en-US" sz="1700" dirty="0"/>
              <a:t>limit(</a:t>
            </a:r>
            <a:r>
              <a:rPr lang="ru-RU" sz="1700" dirty="0"/>
              <a:t>функция, переменная, значение, слева</a:t>
            </a:r>
            <a:r>
              <a:rPr lang="en-US" sz="1700" dirty="0"/>
              <a:t>/</a:t>
            </a:r>
            <a:r>
              <a:rPr lang="ru-RU" sz="1700" dirty="0"/>
              <a:t>справа)» (предел слева обозначает </a:t>
            </a:r>
            <a:r>
              <a:rPr lang="en-US" sz="1700" dirty="0"/>
              <a:t>minus</a:t>
            </a:r>
            <a:r>
              <a:rPr lang="ru-RU" sz="1700" dirty="0"/>
              <a:t>, а справа – </a:t>
            </a:r>
            <a:r>
              <a:rPr lang="en-US" sz="1700" dirty="0"/>
              <a:t>plus</a:t>
            </a:r>
            <a:r>
              <a:rPr lang="ru-RU" sz="1700" dirty="0"/>
              <a:t>).</a:t>
            </a:r>
          </a:p>
          <a:p>
            <a:pPr algn="just"/>
            <a:r>
              <a:rPr lang="ru-RU" sz="1700" dirty="0"/>
              <a:t>Пример задания: вычислите предел неопределённой дроби:</a:t>
            </a:r>
          </a:p>
          <a:p>
            <a:pPr algn="just"/>
            <a:endParaRPr lang="ru-RU" sz="2100" dirty="0"/>
          </a:p>
          <a:p>
            <a:pPr algn="just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BA7ECA-092A-47E3-A363-DEAEAF0C6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468" y="2938792"/>
            <a:ext cx="1325995" cy="472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700069-CA02-4A36-A6A6-096A35608F41}"/>
              </a:ext>
            </a:extLst>
          </p:cNvPr>
          <p:cNvSpPr txBox="1"/>
          <p:nvPr/>
        </p:nvSpPr>
        <p:spPr>
          <a:xfrm>
            <a:off x="462049" y="3416026"/>
            <a:ext cx="198772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700" dirty="0"/>
              <a:t>Решение в </a:t>
            </a:r>
            <a:r>
              <a:rPr lang="en-US" sz="1700" dirty="0"/>
              <a:t>Maxima:</a:t>
            </a:r>
            <a:endParaRPr lang="ru-RU" sz="17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AC79F1-0C2C-4EFC-9CA1-0E9FDA1B7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402" y="3705294"/>
            <a:ext cx="3071126" cy="7620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384A1F-0A59-440D-89F2-68EDB6DEC6BA}"/>
              </a:ext>
            </a:extLst>
          </p:cNvPr>
          <p:cNvSpPr txBox="1"/>
          <p:nvPr/>
        </p:nvSpPr>
        <p:spPr>
          <a:xfrm>
            <a:off x="391180" y="4307121"/>
            <a:ext cx="623059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Решение производных:</a:t>
            </a:r>
          </a:p>
          <a:p>
            <a:pPr algn="just"/>
            <a:r>
              <a:rPr lang="ru-RU" sz="1700" dirty="0"/>
              <a:t>Для вычисления производной используйте функцию </a:t>
            </a:r>
            <a:r>
              <a:rPr lang="en-US" sz="1700" dirty="0"/>
              <a:t>diff(</a:t>
            </a:r>
            <a:r>
              <a:rPr lang="ru-RU" sz="1700" dirty="0"/>
              <a:t>функция, переменная, порядок производной). Если порядок производной равен 1, то его можно не указывать.</a:t>
            </a:r>
          </a:p>
          <a:p>
            <a:pPr algn="just"/>
            <a:r>
              <a:rPr lang="ru-RU" sz="1700" dirty="0"/>
              <a:t>Пример задания: вычислите производную функции:</a:t>
            </a:r>
          </a:p>
          <a:p>
            <a:pPr algn="just"/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8F48029-6489-472B-BE57-6FC9761AD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074" y="5697422"/>
            <a:ext cx="1928027" cy="571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1BAAA3-6CE3-4B55-8CE0-ADBC112FA052}"/>
              </a:ext>
            </a:extLst>
          </p:cNvPr>
          <p:cNvSpPr txBox="1"/>
          <p:nvPr/>
        </p:nvSpPr>
        <p:spPr>
          <a:xfrm>
            <a:off x="391180" y="6195121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Решение в </a:t>
            </a:r>
            <a:r>
              <a:rPr lang="en-US" dirty="0"/>
              <a:t>Maxima: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2A4630C-7C39-42A4-BE83-54445A88F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5680" y="6477704"/>
            <a:ext cx="2438611" cy="12116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B0C3074-B39A-40CA-A6F8-0D8BA483B0F4}"/>
              </a:ext>
            </a:extLst>
          </p:cNvPr>
          <p:cNvSpPr txBox="1"/>
          <p:nvPr/>
        </p:nvSpPr>
        <p:spPr>
          <a:xfrm>
            <a:off x="246399" y="7657165"/>
            <a:ext cx="6230597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Решение интегралов:</a:t>
            </a:r>
          </a:p>
          <a:p>
            <a:pPr algn="just"/>
            <a:r>
              <a:rPr lang="ru-RU" sz="1700" dirty="0"/>
              <a:t>Для вычисления неопределённого интеграла используется функция «</a:t>
            </a:r>
            <a:r>
              <a:rPr lang="en-US" sz="1700" dirty="0"/>
              <a:t>integrate(</a:t>
            </a:r>
            <a:r>
              <a:rPr lang="ru-RU" sz="1700" dirty="0"/>
              <a:t>функция, переменная)».</a:t>
            </a:r>
          </a:p>
          <a:p>
            <a:pPr algn="just"/>
            <a:r>
              <a:rPr lang="ru-RU" sz="1700" dirty="0"/>
              <a:t>Для вычисления определённого интеграла используется функция «</a:t>
            </a:r>
            <a:r>
              <a:rPr lang="en-US" sz="1700" dirty="0"/>
              <a:t>integrate(</a:t>
            </a:r>
            <a:r>
              <a:rPr lang="ru-RU" sz="1700" dirty="0"/>
              <a:t>функция, переменная, нижний предел, верхний предел)».</a:t>
            </a:r>
          </a:p>
          <a:p>
            <a:pPr algn="just"/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49A6C2-94BD-48F9-8A12-C0578B3691A5}"/>
              </a:ext>
            </a:extLst>
          </p:cNvPr>
          <p:cNvSpPr txBox="1"/>
          <p:nvPr/>
        </p:nvSpPr>
        <p:spPr>
          <a:xfrm>
            <a:off x="-2535" y="9242886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Решение неопределённого интеграла: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A5C831-4451-4B3D-8D9D-ED791972B56E}"/>
              </a:ext>
            </a:extLst>
          </p:cNvPr>
          <p:cNvSpPr txBox="1"/>
          <p:nvPr/>
        </p:nvSpPr>
        <p:spPr>
          <a:xfrm>
            <a:off x="3385965" y="9242885"/>
            <a:ext cx="3591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Решение определённого интеграла: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EBD0AFA-5329-4537-9E95-569744D199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3523" y="9856320"/>
            <a:ext cx="1196444" cy="57779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FF34923-BA7B-4806-BA66-EF60FB267BB7}"/>
              </a:ext>
            </a:extLst>
          </p:cNvPr>
          <p:cNvSpPr txBox="1"/>
          <p:nvPr/>
        </p:nvSpPr>
        <p:spPr>
          <a:xfrm>
            <a:off x="270666" y="10421675"/>
            <a:ext cx="3489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Решение в </a:t>
            </a:r>
            <a:r>
              <a:rPr lang="en-US" dirty="0"/>
              <a:t>Maxima:</a:t>
            </a:r>
            <a:endParaRPr lang="ru-RU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46C97F1-6EEE-409F-8CA5-508D0A829B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180" y="10955269"/>
            <a:ext cx="2263206" cy="62306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DAD0864F-72C0-4DB3-BEDD-3B12267FC7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743" y="9933249"/>
            <a:ext cx="1196444" cy="41694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78FCC4D-0D94-43A5-ADF7-3D07ABAB06DB}"/>
              </a:ext>
            </a:extLst>
          </p:cNvPr>
          <p:cNvSpPr txBox="1"/>
          <p:nvPr/>
        </p:nvSpPr>
        <p:spPr>
          <a:xfrm>
            <a:off x="3820180" y="10421675"/>
            <a:ext cx="350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Решение в </a:t>
            </a:r>
            <a:r>
              <a:rPr lang="en-US" dirty="0"/>
              <a:t>Maxima:</a:t>
            </a:r>
            <a:endParaRPr lang="ru-RU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72685C3-0A3B-4ADE-AEE6-EAEA09E470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4099" y="10992670"/>
            <a:ext cx="3170814" cy="54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650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155</Words>
  <Application>Microsoft Office PowerPoint</Application>
  <PresentationFormat>Широкоэкранный</PresentationFormat>
  <Paragraphs>16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Способы решения задач математического анализа средствами системы компьютерной алгебры Maxima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Способы решения задач математического анализа средствами системы компьютерной алгебры Maxima</dc:title>
  <dc:creator>Artyom</dc:creator>
  <cp:lastModifiedBy>Artyom</cp:lastModifiedBy>
  <cp:revision>4</cp:revision>
  <dcterms:created xsi:type="dcterms:W3CDTF">2022-12-17T23:36:34Z</dcterms:created>
  <dcterms:modified xsi:type="dcterms:W3CDTF">2022-12-18T00:17:08Z</dcterms:modified>
</cp:coreProperties>
</file>