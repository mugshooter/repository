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6" r:id="rId7"/>
    <p:sldId id="267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39EA24DE-C0B3-448D-A555-3510BF6D7143}"/>
    <pc:docChg chg="undo redo custSel addSld modSld">
      <pc:chgData name="Artyom" userId="2f0d4a8a008de216" providerId="LiveId" clId="{39EA24DE-C0B3-448D-A555-3510BF6D7143}" dt="2022-12-12T17:37:59.015" v="853" actId="2711"/>
      <pc:docMkLst>
        <pc:docMk/>
      </pc:docMkLst>
      <pc:sldChg chg="modSp new mod">
        <pc:chgData name="Artyom" userId="2f0d4a8a008de216" providerId="LiveId" clId="{39EA24DE-C0B3-448D-A555-3510BF6D7143}" dt="2022-12-12T17:37:59.015" v="853" actId="2711"/>
        <pc:sldMkLst>
          <pc:docMk/>
          <pc:sldMk cId="2426787859" sldId="256"/>
        </pc:sldMkLst>
        <pc:spChg chg="mod">
          <ac:chgData name="Artyom" userId="2f0d4a8a008de216" providerId="LiveId" clId="{39EA24DE-C0B3-448D-A555-3510BF6D7143}" dt="2022-12-12T16:04:23.017" v="239" actId="14100"/>
          <ac:spMkLst>
            <pc:docMk/>
            <pc:sldMk cId="2426787859" sldId="256"/>
            <ac:spMk id="2" creationId="{49B10E54-F658-431D-B57F-2AD7142F75C9}"/>
          </ac:spMkLst>
        </pc:spChg>
        <pc:spChg chg="mod">
          <ac:chgData name="Artyom" userId="2f0d4a8a008de216" providerId="LiveId" clId="{39EA24DE-C0B3-448D-A555-3510BF6D7143}" dt="2022-12-12T17:37:59.015" v="853" actId="2711"/>
          <ac:spMkLst>
            <pc:docMk/>
            <pc:sldMk cId="2426787859" sldId="256"/>
            <ac:spMk id="3" creationId="{1DB8B4CA-F717-448F-9BDE-151CEB537480}"/>
          </ac:spMkLst>
        </pc:spChg>
      </pc:sldChg>
      <pc:sldChg chg="delSp modSp new mod">
        <pc:chgData name="Artyom" userId="2f0d4a8a008de216" providerId="LiveId" clId="{39EA24DE-C0B3-448D-A555-3510BF6D7143}" dt="2022-12-12T17:37:45.809" v="852" actId="20577"/>
        <pc:sldMkLst>
          <pc:docMk/>
          <pc:sldMk cId="3383167602" sldId="257"/>
        </pc:sldMkLst>
        <pc:spChg chg="del">
          <ac:chgData name="Artyom" userId="2f0d4a8a008de216" providerId="LiveId" clId="{39EA24DE-C0B3-448D-A555-3510BF6D7143}" dt="2022-12-12T15:56:54.679" v="116" actId="478"/>
          <ac:spMkLst>
            <pc:docMk/>
            <pc:sldMk cId="3383167602" sldId="257"/>
            <ac:spMk id="2" creationId="{DF99D12B-E658-48A6-94CE-F5EB26ED8A09}"/>
          </ac:spMkLst>
        </pc:spChg>
        <pc:spChg chg="mod">
          <ac:chgData name="Artyom" userId="2f0d4a8a008de216" providerId="LiveId" clId="{39EA24DE-C0B3-448D-A555-3510BF6D7143}" dt="2022-12-12T17:37:45.809" v="852" actId="20577"/>
          <ac:spMkLst>
            <pc:docMk/>
            <pc:sldMk cId="3383167602" sldId="257"/>
            <ac:spMk id="3" creationId="{922407B9-2F07-4C7F-A70E-B8CFC67FD7A1}"/>
          </ac:spMkLst>
        </pc:spChg>
      </pc:sldChg>
      <pc:sldChg chg="addSp delSp modSp new mod">
        <pc:chgData name="Artyom" userId="2f0d4a8a008de216" providerId="LiveId" clId="{39EA24DE-C0B3-448D-A555-3510BF6D7143}" dt="2022-12-12T17:33:05.466" v="799" actId="1076"/>
        <pc:sldMkLst>
          <pc:docMk/>
          <pc:sldMk cId="1225749577" sldId="258"/>
        </pc:sldMkLst>
        <pc:spChg chg="mod">
          <ac:chgData name="Artyom" userId="2f0d4a8a008de216" providerId="LiveId" clId="{39EA24DE-C0B3-448D-A555-3510BF6D7143}" dt="2022-12-12T16:14:42.284" v="350" actId="1076"/>
          <ac:spMkLst>
            <pc:docMk/>
            <pc:sldMk cId="1225749577" sldId="258"/>
            <ac:spMk id="2" creationId="{C0140F56-FFB7-4A05-A255-1CE8C9C6D750}"/>
          </ac:spMkLst>
        </pc:spChg>
        <pc:spChg chg="mod">
          <ac:chgData name="Artyom" userId="2f0d4a8a008de216" providerId="LiveId" clId="{39EA24DE-C0B3-448D-A555-3510BF6D7143}" dt="2022-12-12T16:14:09.011" v="341" actId="14100"/>
          <ac:spMkLst>
            <pc:docMk/>
            <pc:sldMk cId="1225749577" sldId="258"/>
            <ac:spMk id="3" creationId="{F634A3FA-09C6-496F-97DD-115BDB5EFCD2}"/>
          </ac:spMkLst>
        </pc:spChg>
        <pc:spChg chg="add del mod">
          <ac:chgData name="Artyom" userId="2f0d4a8a008de216" providerId="LiveId" clId="{39EA24DE-C0B3-448D-A555-3510BF6D7143}" dt="2022-12-12T16:15:06.297" v="355"/>
          <ac:spMkLst>
            <pc:docMk/>
            <pc:sldMk cId="1225749577" sldId="258"/>
            <ac:spMk id="5" creationId="{B8B268CE-4FB0-41F7-AE0B-0BBB1B20FC7C}"/>
          </ac:spMkLst>
        </pc:spChg>
        <pc:spChg chg="add del mod">
          <ac:chgData name="Artyom" userId="2f0d4a8a008de216" providerId="LiveId" clId="{39EA24DE-C0B3-448D-A555-3510BF6D7143}" dt="2022-12-12T16:15:06.297" v="355"/>
          <ac:spMkLst>
            <pc:docMk/>
            <pc:sldMk cId="1225749577" sldId="258"/>
            <ac:spMk id="6" creationId="{687EFDE9-DDAC-4E71-B706-F910CFBC5F2F}"/>
          </ac:spMkLst>
        </pc:spChg>
        <pc:spChg chg="add mod">
          <ac:chgData name="Artyom" userId="2f0d4a8a008de216" providerId="LiveId" clId="{39EA24DE-C0B3-448D-A555-3510BF6D7143}" dt="2022-12-12T17:32:57.903" v="798" actId="404"/>
          <ac:spMkLst>
            <pc:docMk/>
            <pc:sldMk cId="1225749577" sldId="258"/>
            <ac:spMk id="9" creationId="{822791BB-F477-400D-9633-95295630ED17}"/>
          </ac:spMkLst>
        </pc:spChg>
        <pc:picChg chg="add mod">
          <ac:chgData name="Artyom" userId="2f0d4a8a008de216" providerId="LiveId" clId="{39EA24DE-C0B3-448D-A555-3510BF6D7143}" dt="2022-12-12T17:33:05.466" v="799" actId="1076"/>
          <ac:picMkLst>
            <pc:docMk/>
            <pc:sldMk cId="1225749577" sldId="258"/>
            <ac:picMk id="4" creationId="{74F6F0D6-D8EF-4B93-997E-EC2D30CB32B6}"/>
          </ac:picMkLst>
        </pc:picChg>
        <pc:picChg chg="add del mod">
          <ac:chgData name="Artyom" userId="2f0d4a8a008de216" providerId="LiveId" clId="{39EA24DE-C0B3-448D-A555-3510BF6D7143}" dt="2022-12-12T16:15:06.297" v="355"/>
          <ac:picMkLst>
            <pc:docMk/>
            <pc:sldMk cId="1225749577" sldId="258"/>
            <ac:picMk id="2049" creationId="{ED99D692-7B1A-402E-9D05-15150E31EB43}"/>
          </ac:picMkLst>
        </pc:picChg>
      </pc:sldChg>
      <pc:sldChg chg="addSp delSp modSp new mod">
        <pc:chgData name="Artyom" userId="2f0d4a8a008de216" providerId="LiveId" clId="{39EA24DE-C0B3-448D-A555-3510BF6D7143}" dt="2022-12-12T17:36:41.379" v="843" actId="403"/>
        <pc:sldMkLst>
          <pc:docMk/>
          <pc:sldMk cId="2012781731" sldId="259"/>
        </pc:sldMkLst>
        <pc:spChg chg="mod">
          <ac:chgData name="Artyom" userId="2f0d4a8a008de216" providerId="LiveId" clId="{39EA24DE-C0B3-448D-A555-3510BF6D7143}" dt="2022-12-12T16:22:00.241" v="478" actId="403"/>
          <ac:spMkLst>
            <pc:docMk/>
            <pc:sldMk cId="2012781731" sldId="259"/>
            <ac:spMk id="2" creationId="{939C3B9B-A875-46FA-B669-E1E34860E11A}"/>
          </ac:spMkLst>
        </pc:spChg>
        <pc:spChg chg="mod">
          <ac:chgData name="Artyom" userId="2f0d4a8a008de216" providerId="LiveId" clId="{39EA24DE-C0B3-448D-A555-3510BF6D7143}" dt="2022-12-12T17:36:41.379" v="843" actId="403"/>
          <ac:spMkLst>
            <pc:docMk/>
            <pc:sldMk cId="2012781731" sldId="259"/>
            <ac:spMk id="3" creationId="{A5E9AD41-7495-4198-AAAE-3118F33091C1}"/>
          </ac:spMkLst>
        </pc:spChg>
        <pc:spChg chg="add del mod">
          <ac:chgData name="Artyom" userId="2f0d4a8a008de216" providerId="LiveId" clId="{39EA24DE-C0B3-448D-A555-3510BF6D7143}" dt="2022-12-12T16:11:08.149" v="277"/>
          <ac:spMkLst>
            <pc:docMk/>
            <pc:sldMk cId="2012781731" sldId="259"/>
            <ac:spMk id="5" creationId="{DAF4C53C-53F8-465B-9112-C942D8DD2027}"/>
          </ac:spMkLst>
        </pc:spChg>
        <pc:spChg chg="add del mod">
          <ac:chgData name="Artyom" userId="2f0d4a8a008de216" providerId="LiveId" clId="{39EA24DE-C0B3-448D-A555-3510BF6D7143}" dt="2022-12-12T16:11:08.149" v="277"/>
          <ac:spMkLst>
            <pc:docMk/>
            <pc:sldMk cId="2012781731" sldId="259"/>
            <ac:spMk id="6" creationId="{C7083B86-3E3D-4100-AEAE-DFB4B4D0A667}"/>
          </ac:spMkLst>
        </pc:spChg>
        <pc:picChg chg="add del mod">
          <ac:chgData name="Artyom" userId="2f0d4a8a008de216" providerId="LiveId" clId="{39EA24DE-C0B3-448D-A555-3510BF6D7143}" dt="2022-12-12T16:10:51.290" v="271" actId="478"/>
          <ac:picMkLst>
            <pc:docMk/>
            <pc:sldMk cId="2012781731" sldId="259"/>
            <ac:picMk id="4" creationId="{02228381-A4A5-4E91-BC97-10695CFD26D6}"/>
          </ac:picMkLst>
        </pc:picChg>
        <pc:picChg chg="add del mod">
          <ac:chgData name="Artyom" userId="2f0d4a8a008de216" providerId="LiveId" clId="{39EA24DE-C0B3-448D-A555-3510BF6D7143}" dt="2022-12-12T16:11:08.149" v="277"/>
          <ac:picMkLst>
            <pc:docMk/>
            <pc:sldMk cId="2012781731" sldId="259"/>
            <ac:picMk id="1025" creationId="{5501A220-12D4-4B03-A8BD-9AD582A98157}"/>
          </ac:picMkLst>
        </pc:picChg>
      </pc:sldChg>
      <pc:sldChg chg="modSp new mod">
        <pc:chgData name="Artyom" userId="2f0d4a8a008de216" providerId="LiveId" clId="{39EA24DE-C0B3-448D-A555-3510BF6D7143}" dt="2022-12-12T16:39:23.418" v="621" actId="14100"/>
        <pc:sldMkLst>
          <pc:docMk/>
          <pc:sldMk cId="734388863" sldId="260"/>
        </pc:sldMkLst>
        <pc:spChg chg="mod">
          <ac:chgData name="Artyom" userId="2f0d4a8a008de216" providerId="LiveId" clId="{39EA24DE-C0B3-448D-A555-3510BF6D7143}" dt="2022-12-12T16:29:42.275" v="563" actId="1076"/>
          <ac:spMkLst>
            <pc:docMk/>
            <pc:sldMk cId="734388863" sldId="260"/>
            <ac:spMk id="2" creationId="{EF385AB1-3823-43A5-B83D-8BF2DD6A75AB}"/>
          </ac:spMkLst>
        </pc:spChg>
        <pc:spChg chg="mod">
          <ac:chgData name="Artyom" userId="2f0d4a8a008de216" providerId="LiveId" clId="{39EA24DE-C0B3-448D-A555-3510BF6D7143}" dt="2022-12-12T16:39:23.418" v="621" actId="14100"/>
          <ac:spMkLst>
            <pc:docMk/>
            <pc:sldMk cId="734388863" sldId="260"/>
            <ac:spMk id="3" creationId="{34FB7FA1-4CF3-41F0-B20C-A1384CE4E546}"/>
          </ac:spMkLst>
        </pc:spChg>
      </pc:sldChg>
      <pc:sldChg chg="addSp modSp new mod">
        <pc:chgData name="Artyom" userId="2f0d4a8a008de216" providerId="LiveId" clId="{39EA24DE-C0B3-448D-A555-3510BF6D7143}" dt="2022-12-12T16:49:48.050" v="691" actId="1076"/>
        <pc:sldMkLst>
          <pc:docMk/>
          <pc:sldMk cId="4152918664" sldId="261"/>
        </pc:sldMkLst>
        <pc:spChg chg="mod">
          <ac:chgData name="Artyom" userId="2f0d4a8a008de216" providerId="LiveId" clId="{39EA24DE-C0B3-448D-A555-3510BF6D7143}" dt="2022-12-12T16:40:00.377" v="659" actId="1076"/>
          <ac:spMkLst>
            <pc:docMk/>
            <pc:sldMk cId="4152918664" sldId="261"/>
            <ac:spMk id="2" creationId="{98169949-B473-4FCE-832E-C7D420835EFB}"/>
          </ac:spMkLst>
        </pc:spChg>
        <pc:picChg chg="add mod">
          <ac:chgData name="Artyom" userId="2f0d4a8a008de216" providerId="LiveId" clId="{39EA24DE-C0B3-448D-A555-3510BF6D7143}" dt="2022-12-12T16:49:48.050" v="691" actId="1076"/>
          <ac:picMkLst>
            <pc:docMk/>
            <pc:sldMk cId="4152918664" sldId="261"/>
            <ac:picMk id="5" creationId="{7B539FC0-83D3-4AF8-9F53-1EC7E27D3E71}"/>
          </ac:picMkLst>
        </pc:picChg>
      </pc:sldChg>
      <pc:sldChg chg="addSp modSp new mod">
        <pc:chgData name="Artyom" userId="2f0d4a8a008de216" providerId="LiveId" clId="{39EA24DE-C0B3-448D-A555-3510BF6D7143}" dt="2022-12-12T16:57:16.856" v="696" actId="1076"/>
        <pc:sldMkLst>
          <pc:docMk/>
          <pc:sldMk cId="603488852" sldId="262"/>
        </pc:sldMkLst>
        <pc:spChg chg="mod">
          <ac:chgData name="Artyom" userId="2f0d4a8a008de216" providerId="LiveId" clId="{39EA24DE-C0B3-448D-A555-3510BF6D7143}" dt="2022-12-12T16:40:07.270" v="662" actId="1076"/>
          <ac:spMkLst>
            <pc:docMk/>
            <pc:sldMk cId="603488852" sldId="262"/>
            <ac:spMk id="2" creationId="{649BC9FB-1874-4D52-B0DF-00544CCD36CF}"/>
          </ac:spMkLst>
        </pc:spChg>
        <pc:picChg chg="add mod">
          <ac:chgData name="Artyom" userId="2f0d4a8a008de216" providerId="LiveId" clId="{39EA24DE-C0B3-448D-A555-3510BF6D7143}" dt="2022-12-12T16:57:16.856" v="696" actId="1076"/>
          <ac:picMkLst>
            <pc:docMk/>
            <pc:sldMk cId="603488852" sldId="262"/>
            <ac:picMk id="5" creationId="{1A275CCA-5AAA-4A56-BB7A-A7ABAEBDE1C5}"/>
          </ac:picMkLst>
        </pc:picChg>
      </pc:sldChg>
      <pc:sldChg chg="addSp modSp new mod">
        <pc:chgData name="Artyom" userId="2f0d4a8a008de216" providerId="LiveId" clId="{39EA24DE-C0B3-448D-A555-3510BF6D7143}" dt="2022-12-12T17:01:31.646" v="701" actId="1076"/>
        <pc:sldMkLst>
          <pc:docMk/>
          <pc:sldMk cId="2796428862" sldId="263"/>
        </pc:sldMkLst>
        <pc:spChg chg="mod">
          <ac:chgData name="Artyom" userId="2f0d4a8a008de216" providerId="LiveId" clId="{39EA24DE-C0B3-448D-A555-3510BF6D7143}" dt="2022-12-12T16:40:21.077" v="686" actId="1076"/>
          <ac:spMkLst>
            <pc:docMk/>
            <pc:sldMk cId="2796428862" sldId="263"/>
            <ac:spMk id="2" creationId="{BC64BE13-2F5B-45C9-AB14-3D89E266D24B}"/>
          </ac:spMkLst>
        </pc:spChg>
        <pc:picChg chg="add mod">
          <ac:chgData name="Artyom" userId="2f0d4a8a008de216" providerId="LiveId" clId="{39EA24DE-C0B3-448D-A555-3510BF6D7143}" dt="2022-12-12T17:01:31.646" v="701" actId="1076"/>
          <ac:picMkLst>
            <pc:docMk/>
            <pc:sldMk cId="2796428862" sldId="263"/>
            <ac:picMk id="5" creationId="{4D6605DA-44DA-4C3C-BEBF-C89E7B8168F7}"/>
          </ac:picMkLst>
        </pc:picChg>
      </pc:sldChg>
      <pc:sldChg chg="addSp delSp modSp new mod">
        <pc:chgData name="Artyom" userId="2f0d4a8a008de216" providerId="LiveId" clId="{39EA24DE-C0B3-448D-A555-3510BF6D7143}" dt="2022-12-12T17:37:00.612" v="845" actId="403"/>
        <pc:sldMkLst>
          <pc:docMk/>
          <pc:sldMk cId="891532455" sldId="264"/>
        </pc:sldMkLst>
        <pc:spChg chg="mod">
          <ac:chgData name="Artyom" userId="2f0d4a8a008de216" providerId="LiveId" clId="{39EA24DE-C0B3-448D-A555-3510BF6D7143}" dt="2022-12-12T17:02:47.378" v="746" actId="1076"/>
          <ac:spMkLst>
            <pc:docMk/>
            <pc:sldMk cId="891532455" sldId="264"/>
            <ac:spMk id="2" creationId="{B0480042-B97A-4231-9DFA-528C2944E3EF}"/>
          </ac:spMkLst>
        </pc:spChg>
        <pc:spChg chg="mod">
          <ac:chgData name="Artyom" userId="2f0d4a8a008de216" providerId="LiveId" clId="{39EA24DE-C0B3-448D-A555-3510BF6D7143}" dt="2022-12-12T17:37:00.612" v="845" actId="403"/>
          <ac:spMkLst>
            <pc:docMk/>
            <pc:sldMk cId="891532455" sldId="264"/>
            <ac:spMk id="3" creationId="{FEE9EB1F-DE10-46A3-9BE8-E68E0F758D46}"/>
          </ac:spMkLst>
        </pc:spChg>
        <pc:spChg chg="add mod">
          <ac:chgData name="Artyom" userId="2f0d4a8a008de216" providerId="LiveId" clId="{39EA24DE-C0B3-448D-A555-3510BF6D7143}" dt="2022-12-12T17:32:43.796" v="794" actId="403"/>
          <ac:spMkLst>
            <pc:docMk/>
            <pc:sldMk cId="891532455" sldId="264"/>
            <ac:spMk id="6" creationId="{DBE26AB3-3B63-4B20-8D2B-1A5385104ED6}"/>
          </ac:spMkLst>
        </pc:spChg>
        <pc:spChg chg="add del mod">
          <ac:chgData name="Artyom" userId="2f0d4a8a008de216" providerId="LiveId" clId="{39EA24DE-C0B3-448D-A555-3510BF6D7143}" dt="2022-12-12T17:29:17.155" v="755" actId="22"/>
          <ac:spMkLst>
            <pc:docMk/>
            <pc:sldMk cId="891532455" sldId="264"/>
            <ac:spMk id="8" creationId="{97AF34C4-388A-47C7-A6EF-8EE6D3CC9D00}"/>
          </ac:spMkLst>
        </pc:spChg>
        <pc:picChg chg="add mod">
          <ac:chgData name="Artyom" userId="2f0d4a8a008de216" providerId="LiveId" clId="{39EA24DE-C0B3-448D-A555-3510BF6D7143}" dt="2022-12-12T17:30:23.031" v="769" actId="14100"/>
          <ac:picMkLst>
            <pc:docMk/>
            <pc:sldMk cId="891532455" sldId="264"/>
            <ac:picMk id="4" creationId="{5B992BF7-13E5-4A33-AFFC-9A036228CA9A}"/>
          </ac:picMkLst>
        </pc:picChg>
      </pc:sldChg>
      <pc:sldChg chg="addSp modSp new mod">
        <pc:chgData name="Artyom" userId="2f0d4a8a008de216" providerId="LiveId" clId="{39EA24DE-C0B3-448D-A555-3510BF6D7143}" dt="2022-12-12T17:36:55.831" v="844" actId="403"/>
        <pc:sldMkLst>
          <pc:docMk/>
          <pc:sldMk cId="1737676159" sldId="265"/>
        </pc:sldMkLst>
        <pc:spChg chg="mod">
          <ac:chgData name="Artyom" userId="2f0d4a8a008de216" providerId="LiveId" clId="{39EA24DE-C0B3-448D-A555-3510BF6D7143}" dt="2022-12-12T17:30:57.048" v="775" actId="1076"/>
          <ac:spMkLst>
            <pc:docMk/>
            <pc:sldMk cId="1737676159" sldId="265"/>
            <ac:spMk id="2" creationId="{6E659DB7-5D26-4647-BF0D-F8D6C7FF8BA9}"/>
          </ac:spMkLst>
        </pc:spChg>
        <pc:spChg chg="mod">
          <ac:chgData name="Artyom" userId="2f0d4a8a008de216" providerId="LiveId" clId="{39EA24DE-C0B3-448D-A555-3510BF6D7143}" dt="2022-12-12T17:36:55.831" v="844" actId="403"/>
          <ac:spMkLst>
            <pc:docMk/>
            <pc:sldMk cId="1737676159" sldId="265"/>
            <ac:spMk id="3" creationId="{7F9B827C-305F-4D66-AE63-EAF3E0AB916D}"/>
          </ac:spMkLst>
        </pc:spChg>
        <pc:spChg chg="add mod">
          <ac:chgData name="Artyom" userId="2f0d4a8a008de216" providerId="LiveId" clId="{39EA24DE-C0B3-448D-A555-3510BF6D7143}" dt="2022-12-12T17:32:38.363" v="793" actId="403"/>
          <ac:spMkLst>
            <pc:docMk/>
            <pc:sldMk cId="1737676159" sldId="265"/>
            <ac:spMk id="6" creationId="{619EBB82-DFCC-47B4-B992-9843DD2833C5}"/>
          </ac:spMkLst>
        </pc:spChg>
        <pc:picChg chg="add mod">
          <ac:chgData name="Artyom" userId="2f0d4a8a008de216" providerId="LiveId" clId="{39EA24DE-C0B3-448D-A555-3510BF6D7143}" dt="2022-12-12T17:31:33.582" v="780" actId="1076"/>
          <ac:picMkLst>
            <pc:docMk/>
            <pc:sldMk cId="1737676159" sldId="265"/>
            <ac:picMk id="4" creationId="{A85036A4-F1B7-49A7-A91A-3D73BBAF212D}"/>
          </ac:picMkLst>
        </pc:picChg>
      </pc:sldChg>
      <pc:sldChg chg="modSp new mod">
        <pc:chgData name="Artyom" userId="2f0d4a8a008de216" providerId="LiveId" clId="{39EA24DE-C0B3-448D-A555-3510BF6D7143}" dt="2022-12-12T17:35:06.239" v="826" actId="20577"/>
        <pc:sldMkLst>
          <pc:docMk/>
          <pc:sldMk cId="1129784247" sldId="266"/>
        </pc:sldMkLst>
        <pc:spChg chg="mod">
          <ac:chgData name="Artyom" userId="2f0d4a8a008de216" providerId="LiveId" clId="{39EA24DE-C0B3-448D-A555-3510BF6D7143}" dt="2022-12-12T17:34:20.472" v="815" actId="1076"/>
          <ac:spMkLst>
            <pc:docMk/>
            <pc:sldMk cId="1129784247" sldId="266"/>
            <ac:spMk id="2" creationId="{F2F313C6-2335-4264-BE70-B9DEA1CE61CB}"/>
          </ac:spMkLst>
        </pc:spChg>
        <pc:spChg chg="mod">
          <ac:chgData name="Artyom" userId="2f0d4a8a008de216" providerId="LiveId" clId="{39EA24DE-C0B3-448D-A555-3510BF6D7143}" dt="2022-12-12T17:35:06.239" v="826" actId="20577"/>
          <ac:spMkLst>
            <pc:docMk/>
            <pc:sldMk cId="1129784247" sldId="266"/>
            <ac:spMk id="3" creationId="{8B50D05A-6A97-4B0E-AAAF-EFFCB4592A26}"/>
          </ac:spMkLst>
        </pc:spChg>
      </pc:sldChg>
      <pc:sldMasterChg chg="addSldLayout">
        <pc:chgData name="Artyom" userId="2f0d4a8a008de216" providerId="LiveId" clId="{39EA24DE-C0B3-448D-A555-3510BF6D7143}" dt="2022-12-12T15:52:55.768" v="0" actId="680"/>
        <pc:sldMasterMkLst>
          <pc:docMk/>
          <pc:sldMasterMk cId="1403014432" sldId="2147483648"/>
        </pc:sldMasterMkLst>
        <pc:sldLayoutChg chg="add">
          <pc:chgData name="Artyom" userId="2f0d4a8a008de216" providerId="LiveId" clId="{39EA24DE-C0B3-448D-A555-3510BF6D7143}" dt="2022-12-12T15:52:55.768" v="0" actId="680"/>
          <pc:sldLayoutMkLst>
            <pc:docMk/>
            <pc:sldMasterMk cId="1403014432" sldId="2147483648"/>
            <pc:sldLayoutMk cId="1693611940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C695F-70BD-4425-8439-33F3E3705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3A1EAD-F2B3-4C42-87F2-23B5118AF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9361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01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B10E54-F658-431D-B57F-2AD7142F7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352" y="230819"/>
            <a:ext cx="11718524" cy="2947387"/>
          </a:xfrm>
        </p:spPr>
        <p:txBody>
          <a:bodyPr/>
          <a:lstStyle/>
          <a:p>
            <a:r>
              <a:rPr lang="ru-RU" sz="4800" dirty="0"/>
              <a:t>Курсовая работа</a:t>
            </a:r>
            <a:br>
              <a:rPr lang="ru-RU" sz="4800" dirty="0"/>
            </a:br>
            <a:r>
              <a:rPr lang="ru-RU" sz="4800" dirty="0"/>
              <a:t>«Вычислительный эксперимент по исследованию движения тела по наклонной плоскости»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B8B4CA-F717-448F-9BDE-151CEB537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1961" y="3591017"/>
            <a:ext cx="8848078" cy="1578005"/>
          </a:xfrm>
        </p:spPr>
        <p:txBody>
          <a:bodyPr/>
          <a:lstStyle/>
          <a:p>
            <a:r>
              <a:rPr lang="ru-RU" dirty="0"/>
              <a:t>            </a:t>
            </a:r>
            <a:r>
              <a:rPr lang="ru-RU" dirty="0">
                <a:cs typeface="Arial" panose="020B0604020202020204" pitchFamily="34" charset="0"/>
              </a:rPr>
              <a:t>Выполнил: Гневнов Артем Евгеньевич студент 1 курса, ИВТ 2.1.</a:t>
            </a:r>
          </a:p>
          <a:p>
            <a:r>
              <a:rPr lang="ru-RU" dirty="0">
                <a:cs typeface="Arial" panose="020B0604020202020204" pitchFamily="34" charset="0"/>
              </a:rPr>
              <a:t>      Научный руководитель: </a:t>
            </a:r>
            <a:r>
              <a:rPr lang="ru-RU" b="0" i="0" dirty="0">
                <a:effectLst/>
                <a:cs typeface="Arial" panose="020B0604020202020204" pitchFamily="34" charset="0"/>
              </a:rPr>
              <a:t>доктор педагогических наук, профессор Власова Е.З.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678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2407B9-2F07-4C7F-A70E-B8CFC67FD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294" y="399494"/>
            <a:ext cx="11274640" cy="5994723"/>
          </a:xfrm>
        </p:spPr>
        <p:txBody>
          <a:bodyPr/>
          <a:lstStyle/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Предмет исследования:</a:t>
            </a:r>
            <a:r>
              <a:rPr lang="ru-RU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вычислительный эксперимент по исследованию движения тела по наклонной плоскости.</a:t>
            </a:r>
          </a:p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Цель: </a:t>
            </a:r>
            <a:r>
              <a:rPr lang="ru-RU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вычислительный эксперимент по </a:t>
            </a:r>
            <a:r>
              <a:rPr lang="ru-RU" sz="2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исследование зависимости силы трения, действующей на брусок, от угла наклона плоскости и материала, из которого сделан брусок.</a:t>
            </a:r>
          </a:p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З</a:t>
            </a:r>
            <a:r>
              <a:rPr lang="ru-RU" sz="28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адачи исследования:</a:t>
            </a:r>
            <a:endParaRPr lang="ru-RU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1. Разработать математическую модель задачи, на основе проанализированных источников.</a:t>
            </a:r>
            <a:endParaRPr lang="ru-RU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2. Разработать прикладную программу на языке </a:t>
            </a:r>
            <a:r>
              <a:rPr lang="en-US" sz="2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Python</a:t>
            </a:r>
            <a:endParaRPr lang="ru-RU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3. Провести вычислительный эксперимент.</a:t>
            </a:r>
            <a:endParaRPr lang="ru-RU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4. Проанализировать полученные результаты.</a:t>
            </a:r>
            <a:endParaRPr lang="ru-RU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ru-RU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167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40F56-FFB7-4A05-A255-1CE8C9C6D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512" y="65921"/>
            <a:ext cx="8782975" cy="972767"/>
          </a:xfrm>
        </p:spPr>
        <p:txBody>
          <a:bodyPr/>
          <a:lstStyle/>
          <a:p>
            <a:r>
              <a:rPr lang="ru-RU" sz="4800" dirty="0"/>
              <a:t>Постановка физической задачи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34A3FA-09C6-496F-97DD-115BDB5EF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233" y="1251752"/>
            <a:ext cx="6137429" cy="5157926"/>
          </a:xfrm>
        </p:spPr>
        <p:txBody>
          <a:bodyPr/>
          <a:lstStyle/>
          <a:p>
            <a:pPr algn="just"/>
            <a:r>
              <a:rPr lang="ru-RU" sz="2800" dirty="0"/>
              <a:t>Брусок массой m кг равномерно соскальзывает вниз вдоль наклонной плоскости, расположенной под углом α к горизонту. Коэффициент трения между поверхностью бруска и поверхностью плоскости равно μ. Определите зависимость силы трения скольжения от коэффициента трения и угла наклона плоскости.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F6F0D6-D8EF-4B93-997E-EC2D30CB3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243" y="1415986"/>
            <a:ext cx="4164937" cy="321371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2791BB-F477-400D-9633-95295630ED17}"/>
              </a:ext>
            </a:extLst>
          </p:cNvPr>
          <p:cNvSpPr txBox="1"/>
          <p:nvPr/>
        </p:nvSpPr>
        <p:spPr>
          <a:xfrm>
            <a:off x="6095998" y="4629702"/>
            <a:ext cx="6137429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4831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Рисунок 1. Силы, действующие на тело, скатывающееся по наклонной плоскости</a:t>
            </a:r>
            <a:endParaRPr lang="ru-R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749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C3B9B-A875-46FA-B669-E1E34860E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8107" y="157910"/>
            <a:ext cx="9195786" cy="765368"/>
          </a:xfrm>
        </p:spPr>
        <p:txBody>
          <a:bodyPr/>
          <a:lstStyle/>
          <a:p>
            <a:r>
              <a:rPr lang="ru-RU" sz="4400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A5E9AD41-7495-4198-AAAE-3118F33091C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0718" y="923278"/>
                <a:ext cx="11141476" cy="5934722"/>
              </a:xfrm>
            </p:spPr>
            <p:txBody>
              <a:bodyPr/>
              <a:lstStyle/>
              <a:p>
                <a:pPr marR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ru-RU" sz="2800" dirty="0">
                    <a:ea typeface="Calibri" panose="020F0502020204030204" pitchFamily="34" charset="0"/>
                    <a:cs typeface="Arial" panose="020B0604020202020204" pitchFamily="34" charset="0"/>
                  </a:rPr>
                  <a:t>        </a:t>
                </a:r>
                <a:r>
                  <a:rPr lang="ru-RU" sz="28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1.Движение изучаемого тела описывается 2 законом Ньютона:</a:t>
                </a:r>
              </a:p>
              <a:p>
                <a:pPr marL="0" marR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</m:t>
                    </m:r>
                    <m:acc>
                      <m:accPr>
                        <m:chr m:val="⃗"/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ru-RU" sz="2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тр</m:t>
                            </m:r>
                          </m:sub>
                        </m:sSub>
                      </m:e>
                    </m:acc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</m:t>
                    </m:r>
                    <m:acc>
                      <m:accPr>
                        <m:chr m:val="⃗"/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g</m:t>
                        </m:r>
                      </m:e>
                    </m:acc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acc>
                  </m:oMath>
                </a14:m>
                <a:r>
                  <a:rPr lang="ru-RU" sz="28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	 (1) </a:t>
                </a:r>
              </a:p>
              <a:p>
                <a:pPr marL="0" marR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ru-RU" sz="28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indent="44831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ru-RU" sz="2800" dirty="0">
                    <a:ea typeface="Calibri" panose="020F0502020204030204" pitchFamily="34" charset="0"/>
                    <a:cs typeface="Arial" panose="020B0604020202020204" pitchFamily="34" charset="0"/>
                  </a:rPr>
                  <a:t> 2</a:t>
                </a:r>
                <a:r>
                  <a:rPr lang="ru-RU" sz="28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.Проекция на ось о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y</a:t>
                </a:r>
                <a:r>
                  <a:rPr lang="ru-RU" sz="28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 имеет вид:</a:t>
                </a:r>
              </a:p>
              <a:p>
                <a:pPr marL="0" marR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28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mg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func>
                      <m:func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</m:func>
                  </m:oMath>
                </a14:m>
                <a:r>
                  <a:rPr lang="ru-RU" sz="28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	 (2) </a:t>
                </a:r>
              </a:p>
              <a:p>
                <a:pPr marL="0" marR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ru-RU" sz="28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indent="44831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ru-RU" sz="2800" dirty="0">
                    <a:ea typeface="Calibri" panose="020F0502020204030204" pitchFamily="34" charset="0"/>
                    <a:cs typeface="Arial" panose="020B0604020202020204" pitchFamily="34" charset="0"/>
                  </a:rPr>
                  <a:t> 3</a:t>
                </a:r>
                <a:r>
                  <a:rPr lang="ru-RU" sz="28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.Формула для нахождения силы трения:</a:t>
                </a:r>
              </a:p>
              <a:p>
                <a:pPr marL="0" marR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  <m:sub>
                        <m: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тр</m:t>
                        </m:r>
                      </m:sub>
                    </m:sSub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μ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N</m:t>
                    </m:r>
                  </m:oMath>
                </a14:m>
                <a:r>
                  <a:rPr lang="ru-RU" sz="28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		 (3) </a:t>
                </a:r>
              </a:p>
              <a:p>
                <a:pPr marL="0" marR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ru-RU" sz="28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indent="44831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ru-RU" sz="2800" dirty="0">
                    <a:ea typeface="Calibri" panose="020F0502020204030204" pitchFamily="34" charset="0"/>
                    <a:cs typeface="Arial" panose="020B0604020202020204" pitchFamily="34" charset="0"/>
                  </a:rPr>
                  <a:t> 4</a:t>
                </a:r>
                <a:r>
                  <a:rPr lang="ru-RU" sz="28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.Подставим уравнение (2) в уравнение (3), получаем:</a:t>
                </a:r>
              </a:p>
              <a:p>
                <a:pPr marL="0" marR="0" indent="44831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ru-RU" sz="28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  <m:sub>
                        <m: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тр</m:t>
                        </m:r>
                      </m:sub>
                    </m:sSub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μ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mg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func>
                      <m:func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</m:func>
                  </m:oMath>
                </a14:m>
                <a:r>
                  <a:rPr lang="ru-RU" sz="28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	 (4)</a:t>
                </a:r>
              </a:p>
              <a:p>
                <a:pPr marL="0" marR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ru-RU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A5E9AD41-7495-4198-AAAE-3118F33091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0718" y="923278"/>
                <a:ext cx="11141476" cy="5934722"/>
              </a:xfrm>
              <a:blipFill>
                <a:blip r:embed="rId2"/>
                <a:stretch>
                  <a:fillRect t="-9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278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80042-B97A-4231-9DFA-528C2944E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5227" y="85622"/>
            <a:ext cx="9061142" cy="873295"/>
          </a:xfrm>
        </p:spPr>
        <p:txBody>
          <a:bodyPr/>
          <a:lstStyle/>
          <a:p>
            <a:r>
              <a:rPr lang="ru-RU" sz="4800" dirty="0"/>
              <a:t>Результаты работы программы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992BF7-13E5-4A33-AFFC-9A036228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805" y="831641"/>
            <a:ext cx="6224043" cy="3602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E26AB3-3B63-4B20-8D2B-1A5385104ED6}"/>
              </a:ext>
            </a:extLst>
          </p:cNvPr>
          <p:cNvSpPr txBox="1"/>
          <p:nvPr/>
        </p:nvSpPr>
        <p:spPr>
          <a:xfrm>
            <a:off x="5928805" y="4413143"/>
            <a:ext cx="6094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effectLst/>
                <a:ea typeface="Calibri" panose="020F0502020204030204" pitchFamily="34" charset="0"/>
              </a:rPr>
              <a:t>Рисунок 2. Графики зависимости силы трения от угла наклонной плоскости и коэффициента трения.</a:t>
            </a:r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F8A696B-96F6-48D3-9C3A-1B02D8333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29" y="3540070"/>
            <a:ext cx="5217564" cy="2313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8CF3FD-6929-41EB-9006-CE129DDEAAA4}"/>
              </a:ext>
            </a:extLst>
          </p:cNvPr>
          <p:cNvSpPr txBox="1"/>
          <p:nvPr/>
        </p:nvSpPr>
        <p:spPr>
          <a:xfrm>
            <a:off x="-83449" y="5885032"/>
            <a:ext cx="609452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4831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Рисунок 3. Выходные данные.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D86FB1-5E14-4756-B689-3B26A73C9425}"/>
              </a:ext>
            </a:extLst>
          </p:cNvPr>
          <p:cNvSpPr txBox="1"/>
          <p:nvPr/>
        </p:nvSpPr>
        <p:spPr>
          <a:xfrm>
            <a:off x="195309" y="1074198"/>
            <a:ext cx="57971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Результат работы программы представлены на рисунках 2 и 3. Из полученных графиков видно, что сила трения скольжения в данном случае имеет прямую линейную зависимость от коэффициента трения и обратную </a:t>
            </a:r>
            <a:r>
              <a:rPr lang="ru-RU" sz="2000" dirty="0" err="1"/>
              <a:t>косинусойдную</a:t>
            </a:r>
            <a:r>
              <a:rPr lang="ru-RU" sz="2000" dirty="0"/>
              <a:t> зависимость от угла наклона плоскости, так как значение косинуса уменьшается при увеличении аргумента</a:t>
            </a:r>
          </a:p>
        </p:txBody>
      </p:sp>
    </p:spTree>
    <p:extLst>
      <p:ext uri="{BB962C8B-B14F-4D97-AF65-F5344CB8AC3E}">
        <p14:creationId xmlns:p14="http://schemas.microsoft.com/office/powerpoint/2010/main" val="891532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313C6-2335-4264-BE70-B9DEA1CE6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865" y="275207"/>
            <a:ext cx="3654641" cy="757885"/>
          </a:xfrm>
        </p:spPr>
        <p:txBody>
          <a:bodyPr/>
          <a:lstStyle/>
          <a:p>
            <a:r>
              <a:rPr lang="ru-RU" sz="4800" dirty="0"/>
              <a:t>Заключение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50D05A-6A97-4B0E-AAAF-EFFCB4592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319" y="1207363"/>
            <a:ext cx="10031767" cy="5220070"/>
          </a:xfrm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данной курсовой работе были изучены и решены следующие задачи: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1.Проанализирована научно-методическая литература по теме исследования, на основании которой разработана математическая модель задачи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2.Разработана прикладная программа на языке 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«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TRN</a:t>
            </a: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».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3.Проведён вычислительный эксперимент, в результате которого исследованы зависимости силы трения от угла наклонной плоскости и коэффициента трения.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978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632EA-94E4-46C1-9E3B-CB510DFF8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353" y="341714"/>
            <a:ext cx="4361895" cy="875113"/>
          </a:xfrm>
        </p:spPr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726F4E-D824-4B6E-9512-FFD96F796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660" y="1216827"/>
            <a:ext cx="11363418" cy="5299459"/>
          </a:xfrm>
        </p:spPr>
        <p:txBody>
          <a:bodyPr/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Дерягин, Б. В. Что такое трение?: - 2-е изд., перераб. и доп. - Москва: Изд-во Акад. наук СССР, 1963. - 230 с.: ил. - ISBN отсутствует.</a:t>
            </a:r>
            <a:endParaRPr lang="ru-RU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И.В. Крагельский, В.С. Щедров Развитие науки о трении. Сухое трение: Москва: Изд-во Акад. Наук СССР, 1956. -</a:t>
            </a:r>
            <a:r>
              <a:rPr lang="ru-RU" sz="18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235 с.: ил.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ISBN отсутствует.</a:t>
            </a:r>
            <a:endParaRPr lang="ru-RU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Енохович, А.С. Справочник по физике: Москва: Просвещение, 1978. - 416 с.: ил. - ISBN отсутствует.</a:t>
            </a:r>
            <a:endParaRPr lang="ru-RU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А.В. Чичинадзе, Э. Д. Браун, Н. А. Буше и др. Основы трибологии (трение, износ, смазка): - 2-е изд. перераб. и доп. - Москва: Машиностроение, 2001. -664 с.: ил. - ISBN 5-217-03053-4.</a:t>
            </a:r>
            <a:endParaRPr lang="ru-RU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zftsh.online: сайт. - 2012. - 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https://zftsh.online/articles/824 (дата обращения 06.12.2022).</a:t>
            </a:r>
            <a:endParaRPr lang="ru-RU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efizika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сайт. - 2016. - 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efizika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 (дата обращения 08.12.2022).</a:t>
            </a:r>
            <a:endParaRPr lang="ru-RU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vr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labs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сайт. - 2013. - 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vr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labs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laboratories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mechanics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 (дата обращения 08.12.2022).</a:t>
            </a:r>
            <a:endParaRPr lang="ru-RU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Силин, А.А. Трение и мы: Москва: Наука, 1987. - 189 с.: ил. - 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ISBN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отсутствует</a:t>
            </a:r>
            <a:endParaRPr lang="ru-RU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Дроздов, Ю.Н. Прикладная трибология: Москва: Эко-Пресс, 2010. - 603 с.: ил. – 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ISBN</a:t>
            </a:r>
            <a:r>
              <a:rPr lang="ru-RU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978-5-904301-46-0.</a:t>
            </a:r>
            <a:endParaRPr lang="ru-RU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03063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701</Words>
  <Application>Microsoft Office PowerPoint</Application>
  <PresentationFormat>Широкоэкранный</PresentationFormat>
  <Paragraphs>48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Тема Office</vt:lpstr>
      <vt:lpstr>Курсовая работа «Вычислительный эксперимент по исследованию движения тела по наклонной плоскости»</vt:lpstr>
      <vt:lpstr>Презентация PowerPoint</vt:lpstr>
      <vt:lpstr>Постановка физической задачи</vt:lpstr>
      <vt:lpstr>Математическая модель</vt:lpstr>
      <vt:lpstr>Результаты работы программы</vt:lpstr>
      <vt:lpstr>Заключение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Вычислительный эксперимент по исследованию движения тела по наклонной плоскости</dc:title>
  <dc:creator>Artyom</dc:creator>
  <cp:lastModifiedBy>Artyom</cp:lastModifiedBy>
  <cp:revision>19</cp:revision>
  <dcterms:created xsi:type="dcterms:W3CDTF">2022-12-12T15:52:54Z</dcterms:created>
  <dcterms:modified xsi:type="dcterms:W3CDTF">2022-12-13T06:43:49Z</dcterms:modified>
</cp:coreProperties>
</file>