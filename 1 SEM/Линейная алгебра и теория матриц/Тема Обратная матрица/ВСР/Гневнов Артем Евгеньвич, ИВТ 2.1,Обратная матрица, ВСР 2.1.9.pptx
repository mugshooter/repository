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84B5924D-9B02-4D23-A162-14506DEE4070}"/>
    <pc:docChg chg="undo custSel addSld modSld">
      <pc:chgData name="Artyom Gnevnov" userId="2f0d4a8a008de216" providerId="LiveId" clId="{84B5924D-9B02-4D23-A162-14506DEE4070}" dt="2023-06-19T14:58:14.688" v="81" actId="1076"/>
      <pc:docMkLst>
        <pc:docMk/>
      </pc:docMkLst>
      <pc:sldChg chg="addSp delSp modSp new mod">
        <pc:chgData name="Artyom Gnevnov" userId="2f0d4a8a008de216" providerId="LiveId" clId="{84B5924D-9B02-4D23-A162-14506DEE4070}" dt="2023-06-19T14:58:14.688" v="81" actId="1076"/>
        <pc:sldMkLst>
          <pc:docMk/>
          <pc:sldMk cId="3685484759" sldId="256"/>
        </pc:sldMkLst>
        <pc:spChg chg="mod">
          <ac:chgData name="Artyom Gnevnov" userId="2f0d4a8a008de216" providerId="LiveId" clId="{84B5924D-9B02-4D23-A162-14506DEE4070}" dt="2023-06-19T14:54:59.323" v="20" actId="20577"/>
          <ac:spMkLst>
            <pc:docMk/>
            <pc:sldMk cId="3685484759" sldId="256"/>
            <ac:spMk id="2" creationId="{41FA28D3-D742-4116-9FE7-2EECC0F276BB}"/>
          </ac:spMkLst>
        </pc:spChg>
        <pc:spChg chg="mod">
          <ac:chgData name="Artyom Gnevnov" userId="2f0d4a8a008de216" providerId="LiveId" clId="{84B5924D-9B02-4D23-A162-14506DEE4070}" dt="2023-06-19T14:55:31.958" v="29" actId="123"/>
          <ac:spMkLst>
            <pc:docMk/>
            <pc:sldMk cId="3685484759" sldId="256"/>
            <ac:spMk id="3" creationId="{6B0E6D6A-C95B-4A4B-92A1-3A6B27D74BB8}"/>
          </ac:spMkLst>
        </pc:spChg>
        <pc:spChg chg="add mod">
          <ac:chgData name="Artyom Gnevnov" userId="2f0d4a8a008de216" providerId="LiveId" clId="{84B5924D-9B02-4D23-A162-14506DEE4070}" dt="2023-06-19T14:56:18.770" v="58" actId="1076"/>
          <ac:spMkLst>
            <pc:docMk/>
            <pc:sldMk cId="3685484759" sldId="256"/>
            <ac:spMk id="7" creationId="{1F19CF87-1DDA-403A-8447-8818D9D825E8}"/>
          </ac:spMkLst>
        </pc:spChg>
        <pc:picChg chg="add mod">
          <ac:chgData name="Artyom Gnevnov" userId="2f0d4a8a008de216" providerId="LiveId" clId="{84B5924D-9B02-4D23-A162-14506DEE4070}" dt="2023-06-19T14:58:12.806" v="80" actId="1076"/>
          <ac:picMkLst>
            <pc:docMk/>
            <pc:sldMk cId="3685484759" sldId="256"/>
            <ac:picMk id="4" creationId="{7A3E550C-6D04-409E-A31C-EA6934A669EA}"/>
          </ac:picMkLst>
        </pc:picChg>
        <pc:picChg chg="add mod">
          <ac:chgData name="Artyom Gnevnov" userId="2f0d4a8a008de216" providerId="LiveId" clId="{84B5924D-9B02-4D23-A162-14506DEE4070}" dt="2023-06-19T14:58:14.688" v="81" actId="1076"/>
          <ac:picMkLst>
            <pc:docMk/>
            <pc:sldMk cId="3685484759" sldId="256"/>
            <ac:picMk id="5" creationId="{77C78303-429E-4097-BF02-AC5583C33595}"/>
          </ac:picMkLst>
        </pc:picChg>
        <pc:picChg chg="add mod ord">
          <ac:chgData name="Artyom Gnevnov" userId="2f0d4a8a008de216" providerId="LiveId" clId="{84B5924D-9B02-4D23-A162-14506DEE4070}" dt="2023-06-19T14:57:42.213" v="73" actId="1076"/>
          <ac:picMkLst>
            <pc:docMk/>
            <pc:sldMk cId="3685484759" sldId="256"/>
            <ac:picMk id="9" creationId="{2D13D43C-0BBE-4EBE-AA77-625CE749F1D0}"/>
          </ac:picMkLst>
        </pc:picChg>
        <pc:picChg chg="add del mod">
          <ac:chgData name="Artyom Gnevnov" userId="2f0d4a8a008de216" providerId="LiveId" clId="{84B5924D-9B02-4D23-A162-14506DEE4070}" dt="2023-06-19T14:57:07.407" v="64" actId="478"/>
          <ac:picMkLst>
            <pc:docMk/>
            <pc:sldMk cId="3685484759" sldId="256"/>
            <ac:picMk id="11" creationId="{DC05131B-BF37-42AB-B57F-16CE75AB9741}"/>
          </ac:picMkLst>
        </pc:picChg>
        <pc:picChg chg="add mod">
          <ac:chgData name="Artyom Gnevnov" userId="2f0d4a8a008de216" providerId="LiveId" clId="{84B5924D-9B02-4D23-A162-14506DEE4070}" dt="2023-06-19T14:57:43.486" v="74" actId="1076"/>
          <ac:picMkLst>
            <pc:docMk/>
            <pc:sldMk cId="3685484759" sldId="256"/>
            <ac:picMk id="13" creationId="{F66746D6-45F9-46B9-850E-B1B250C1928C}"/>
          </ac:picMkLst>
        </pc:picChg>
        <pc:picChg chg="add mod">
          <ac:chgData name="Artyom Gnevnov" userId="2f0d4a8a008de216" providerId="LiveId" clId="{84B5924D-9B02-4D23-A162-14506DEE4070}" dt="2023-06-19T14:58:02.525" v="77" actId="14100"/>
          <ac:picMkLst>
            <pc:docMk/>
            <pc:sldMk cId="3685484759" sldId="256"/>
            <ac:picMk id="15" creationId="{1C81FB1A-D2A8-472C-8DE2-0342DFBFFC8B}"/>
          </ac:picMkLst>
        </pc:picChg>
      </pc:sldChg>
      <pc:sldMasterChg chg="addSldLayout">
        <pc:chgData name="Artyom Gnevnov" userId="2f0d4a8a008de216" providerId="LiveId" clId="{84B5924D-9B02-4D23-A162-14506DEE4070}" dt="2023-06-19T14:53:30.712" v="0" actId="680"/>
        <pc:sldMasterMkLst>
          <pc:docMk/>
          <pc:sldMasterMk cId="1002882384" sldId="2147483648"/>
        </pc:sldMasterMkLst>
        <pc:sldLayoutChg chg="add">
          <pc:chgData name="Artyom Gnevnov" userId="2f0d4a8a008de216" providerId="LiveId" clId="{84B5924D-9B02-4D23-A162-14506DEE4070}" dt="2023-06-19T14:53:30.712" v="0" actId="680"/>
          <pc:sldLayoutMkLst>
            <pc:docMk/>
            <pc:sldMasterMk cId="1002882384" sldId="2147483648"/>
            <pc:sldLayoutMk cId="850053982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105E6-A407-4E04-B634-690C05B5B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BB7DE1C-5804-4127-9695-FA558A61F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53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2882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FA28D3-D742-4116-9FE7-2EECC0F27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7654"/>
            <a:ext cx="12038120" cy="988704"/>
          </a:xfrm>
        </p:spPr>
        <p:txBody>
          <a:bodyPr/>
          <a:lstStyle/>
          <a:p>
            <a:r>
              <a:rPr lang="ru-RU" sz="4800" dirty="0"/>
              <a:t>Обратная матрица. Матричные уравнения</a:t>
            </a:r>
            <a:endParaRPr lang="en-US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B0E6D6A-C95B-4A4B-92A1-3A6B27D74B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51877"/>
            <a:ext cx="4394447" cy="5541886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Алгоритм нахождения обратной матрицы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Записать в таблицу для решения систем уравнений методом Гаусса матрицу А и справа (на место правых частей уравнений) приписать к ней матрицу Е.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Используя преобразования 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Жордана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привести матрицу А к матрице, состоящей из единичных столбцов; при этом необходимо одновременно преобразовать матрицу Е.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Если необходимо, то переставить строки (уравнения) последней таблицы так, чтобы под матрицей А исходной таблицы получилась единичная матрица Е.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Записать обратную матрицу А-1, которая находится в последней таблице под матрицей Е исходной таблицы.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3E550C-6D04-409E-A31C-EA6934A669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808220" y="1787112"/>
            <a:ext cx="2575560" cy="29641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C78303-429E-4097-BF02-AC5583C3359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926885" y="4758626"/>
            <a:ext cx="1539240" cy="6934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19CF87-1DDA-403A-8447-8818D9D825E8}"/>
              </a:ext>
            </a:extLst>
          </p:cNvPr>
          <p:cNvSpPr txBox="1"/>
          <p:nvPr/>
        </p:nvSpPr>
        <p:spPr>
          <a:xfrm>
            <a:off x="8107532" y="1151877"/>
            <a:ext cx="2927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Матричные уравнения</a:t>
            </a:r>
            <a:endParaRPr lang="en-US" b="1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66746D6-45F9-46B9-850E-B1B250C19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985" y="3269202"/>
            <a:ext cx="2773920" cy="176799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D13D43C-0BBE-4EBE-AA77-625CE749F1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2847" y="1592657"/>
            <a:ext cx="2751058" cy="167654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C81FB1A-D2A8-472C-8DE2-0342DFBFFC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9985" y="4945747"/>
            <a:ext cx="2773920" cy="17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4847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100</Words>
  <Application>Microsoft Office PowerPoint</Application>
  <PresentationFormat>Широкоэкранный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Symbol</vt:lpstr>
      <vt:lpstr>Times New Roman</vt:lpstr>
      <vt:lpstr>Тема Office</vt:lpstr>
      <vt:lpstr>Обратная матрица. Матричные уравнения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Обратная матрица. Матричные уравнения</dc:title>
  <dc:creator>Artyom Gnevnov</dc:creator>
  <cp:lastModifiedBy>Artyom Gnevnov</cp:lastModifiedBy>
  <cp:revision>1</cp:revision>
  <dcterms:created xsi:type="dcterms:W3CDTF">2023-06-19T14:53:29Z</dcterms:created>
  <dcterms:modified xsi:type="dcterms:W3CDTF">2023-06-19T14:58:16Z</dcterms:modified>
</cp:coreProperties>
</file>