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3571B1D0-A0BC-4975-BC37-F4DF02C6A0E5}"/>
    <pc:docChg chg="undo redo custSel addSld modSld">
      <pc:chgData name="Artyom Gnevnov" userId="2f0d4a8a008de216" providerId="LiveId" clId="{3571B1D0-A0BC-4975-BC37-F4DF02C6A0E5}" dt="2023-06-19T16:42:43.278" v="399" actId="1076"/>
      <pc:docMkLst>
        <pc:docMk/>
      </pc:docMkLst>
      <pc:sldChg chg="addSp delSp modSp new mod">
        <pc:chgData name="Artyom Gnevnov" userId="2f0d4a8a008de216" providerId="LiveId" clId="{3571B1D0-A0BC-4975-BC37-F4DF02C6A0E5}" dt="2023-06-19T16:31:09.611" v="183" actId="20577"/>
        <pc:sldMkLst>
          <pc:docMk/>
          <pc:sldMk cId="2654062516" sldId="256"/>
        </pc:sldMkLst>
        <pc:spChg chg="mod">
          <ac:chgData name="Artyom Gnevnov" userId="2f0d4a8a008de216" providerId="LiveId" clId="{3571B1D0-A0BC-4975-BC37-F4DF02C6A0E5}" dt="2023-06-19T16:25:55.720" v="55" actId="2711"/>
          <ac:spMkLst>
            <pc:docMk/>
            <pc:sldMk cId="2654062516" sldId="256"/>
            <ac:spMk id="2" creationId="{80B15098-D0FC-4BAE-808D-D3DB5196E0F3}"/>
          </ac:spMkLst>
        </pc:spChg>
        <pc:spChg chg="del">
          <ac:chgData name="Artyom Gnevnov" userId="2f0d4a8a008de216" providerId="LiveId" clId="{3571B1D0-A0BC-4975-BC37-F4DF02C6A0E5}" dt="2023-06-19T16:25:00.038" v="19" actId="478"/>
          <ac:spMkLst>
            <pc:docMk/>
            <pc:sldMk cId="2654062516" sldId="256"/>
            <ac:spMk id="3" creationId="{9FCB6FCA-138D-4BDE-A110-F7CFC613C117}"/>
          </ac:spMkLst>
        </pc:spChg>
        <pc:spChg chg="add mod">
          <ac:chgData name="Artyom Gnevnov" userId="2f0d4a8a008de216" providerId="LiveId" clId="{3571B1D0-A0BC-4975-BC37-F4DF02C6A0E5}" dt="2023-06-19T16:31:01.875" v="178" actId="20577"/>
          <ac:spMkLst>
            <pc:docMk/>
            <pc:sldMk cId="2654062516" sldId="256"/>
            <ac:spMk id="5" creationId="{7FBE0C1E-FED9-47B6-A288-646E8755BDCE}"/>
          </ac:spMkLst>
        </pc:spChg>
        <pc:spChg chg="add mod">
          <ac:chgData name="Artyom Gnevnov" userId="2f0d4a8a008de216" providerId="LiveId" clId="{3571B1D0-A0BC-4975-BC37-F4DF02C6A0E5}" dt="2023-06-19T16:26:03.037" v="61" actId="1076"/>
          <ac:spMkLst>
            <pc:docMk/>
            <pc:sldMk cId="2654062516" sldId="256"/>
            <ac:spMk id="7" creationId="{4B396062-1D21-425A-833E-D516CEB76519}"/>
          </ac:spMkLst>
        </pc:spChg>
        <pc:spChg chg="add mod">
          <ac:chgData name="Artyom Gnevnov" userId="2f0d4a8a008de216" providerId="LiveId" clId="{3571B1D0-A0BC-4975-BC37-F4DF02C6A0E5}" dt="2023-06-19T16:31:09.611" v="183" actId="20577"/>
          <ac:spMkLst>
            <pc:docMk/>
            <pc:sldMk cId="2654062516" sldId="256"/>
            <ac:spMk id="9" creationId="{51091860-2ACF-4C2C-9C65-66A17500B73F}"/>
          </ac:spMkLst>
        </pc:spChg>
      </pc:sldChg>
      <pc:sldChg chg="addSp delSp modSp new mod">
        <pc:chgData name="Artyom Gnevnov" userId="2f0d4a8a008de216" providerId="LiveId" clId="{3571B1D0-A0BC-4975-BC37-F4DF02C6A0E5}" dt="2023-06-19T16:35:07.814" v="312" actId="20577"/>
        <pc:sldMkLst>
          <pc:docMk/>
          <pc:sldMk cId="120307435" sldId="257"/>
        </pc:sldMkLst>
        <pc:spChg chg="mod">
          <ac:chgData name="Artyom Gnevnov" userId="2f0d4a8a008de216" providerId="LiveId" clId="{3571B1D0-A0BC-4975-BC37-F4DF02C6A0E5}" dt="2023-06-19T16:29:49.644" v="154" actId="1076"/>
          <ac:spMkLst>
            <pc:docMk/>
            <pc:sldMk cId="120307435" sldId="257"/>
            <ac:spMk id="2" creationId="{0E63D4B7-D657-4511-A3AD-2BBE5D71BE31}"/>
          </ac:spMkLst>
        </pc:spChg>
        <pc:spChg chg="del">
          <ac:chgData name="Artyom Gnevnov" userId="2f0d4a8a008de216" providerId="LiveId" clId="{3571B1D0-A0BC-4975-BC37-F4DF02C6A0E5}" dt="2023-06-19T16:31:41.671" v="184" actId="478"/>
          <ac:spMkLst>
            <pc:docMk/>
            <pc:sldMk cId="120307435" sldId="257"/>
            <ac:spMk id="3" creationId="{5C1D4B2E-CC86-4964-823A-A60A8F3C5FD9}"/>
          </ac:spMkLst>
        </pc:spChg>
        <pc:spChg chg="add mod">
          <ac:chgData name="Artyom Gnevnov" userId="2f0d4a8a008de216" providerId="LiveId" clId="{3571B1D0-A0BC-4975-BC37-F4DF02C6A0E5}" dt="2023-06-19T16:30:31.040" v="174" actId="20577"/>
          <ac:spMkLst>
            <pc:docMk/>
            <pc:sldMk cId="120307435" sldId="257"/>
            <ac:spMk id="5" creationId="{87353ED7-C02D-4560-942A-3B7033B83CC1}"/>
          </ac:spMkLst>
        </pc:spChg>
        <pc:spChg chg="add del">
          <ac:chgData name="Artyom Gnevnov" userId="2f0d4a8a008de216" providerId="LiveId" clId="{3571B1D0-A0BC-4975-BC37-F4DF02C6A0E5}" dt="2023-06-19T16:31:53.369" v="186" actId="478"/>
          <ac:spMkLst>
            <pc:docMk/>
            <pc:sldMk cId="120307435" sldId="257"/>
            <ac:spMk id="7" creationId="{A683C724-0100-48B9-993C-CDC5016E3AB9}"/>
          </ac:spMkLst>
        </pc:spChg>
        <pc:spChg chg="add mod">
          <ac:chgData name="Artyom Gnevnov" userId="2f0d4a8a008de216" providerId="LiveId" clId="{3571B1D0-A0BC-4975-BC37-F4DF02C6A0E5}" dt="2023-06-19T16:32:19.342" v="211" actId="14100"/>
          <ac:spMkLst>
            <pc:docMk/>
            <pc:sldMk cId="120307435" sldId="257"/>
            <ac:spMk id="9" creationId="{54A132CE-2023-46BB-B11E-14D037247266}"/>
          </ac:spMkLst>
        </pc:spChg>
        <pc:spChg chg="add mod">
          <ac:chgData name="Artyom Gnevnov" userId="2f0d4a8a008de216" providerId="LiveId" clId="{3571B1D0-A0BC-4975-BC37-F4DF02C6A0E5}" dt="2023-06-19T16:35:07.814" v="312" actId="20577"/>
          <ac:spMkLst>
            <pc:docMk/>
            <pc:sldMk cId="120307435" sldId="257"/>
            <ac:spMk id="11" creationId="{E73B99CF-9B04-4560-96F9-43AD95936E61}"/>
          </ac:spMkLst>
        </pc:spChg>
      </pc:sldChg>
      <pc:sldChg chg="addSp delSp modSp new mod">
        <pc:chgData name="Artyom Gnevnov" userId="2f0d4a8a008de216" providerId="LiveId" clId="{3571B1D0-A0BC-4975-BC37-F4DF02C6A0E5}" dt="2023-06-19T16:42:43.278" v="399" actId="1076"/>
        <pc:sldMkLst>
          <pc:docMk/>
          <pc:sldMk cId="2052452690" sldId="258"/>
        </pc:sldMkLst>
        <pc:spChg chg="del">
          <ac:chgData name="Artyom Gnevnov" userId="2f0d4a8a008de216" providerId="LiveId" clId="{3571B1D0-A0BC-4975-BC37-F4DF02C6A0E5}" dt="2023-06-19T16:36:15.758" v="314" actId="478"/>
          <ac:spMkLst>
            <pc:docMk/>
            <pc:sldMk cId="2052452690" sldId="258"/>
            <ac:spMk id="2" creationId="{098A58B4-DD96-451F-8EA0-FCBCC7670667}"/>
          </ac:spMkLst>
        </pc:spChg>
        <pc:spChg chg="del">
          <ac:chgData name="Artyom Gnevnov" userId="2f0d4a8a008de216" providerId="LiveId" clId="{3571B1D0-A0BC-4975-BC37-F4DF02C6A0E5}" dt="2023-06-19T16:36:17.503" v="315" actId="478"/>
          <ac:spMkLst>
            <pc:docMk/>
            <pc:sldMk cId="2052452690" sldId="258"/>
            <ac:spMk id="3" creationId="{2C82FF78-4FB9-4F36-AF97-44F9A85A3C3A}"/>
          </ac:spMkLst>
        </pc:spChg>
        <pc:spChg chg="add mod">
          <ac:chgData name="Artyom Gnevnov" userId="2f0d4a8a008de216" providerId="LiveId" clId="{3571B1D0-A0BC-4975-BC37-F4DF02C6A0E5}" dt="2023-06-19T16:40:58.997" v="384" actId="14100"/>
          <ac:spMkLst>
            <pc:docMk/>
            <pc:sldMk cId="2052452690" sldId="258"/>
            <ac:spMk id="5" creationId="{8E5BAA1F-C79F-4CF2-8F82-F02A6B1D7EEC}"/>
          </ac:spMkLst>
        </pc:spChg>
        <pc:spChg chg="add del">
          <ac:chgData name="Artyom Gnevnov" userId="2f0d4a8a008de216" providerId="LiveId" clId="{3571B1D0-A0BC-4975-BC37-F4DF02C6A0E5}" dt="2023-06-19T16:36:28.108" v="325" actId="22"/>
          <ac:spMkLst>
            <pc:docMk/>
            <pc:sldMk cId="2052452690" sldId="258"/>
            <ac:spMk id="7" creationId="{E4E29455-065F-4244-BD32-0E6CB616D268}"/>
          </ac:spMkLst>
        </pc:spChg>
        <pc:spChg chg="add mod">
          <ac:chgData name="Artyom Gnevnov" userId="2f0d4a8a008de216" providerId="LiveId" clId="{3571B1D0-A0BC-4975-BC37-F4DF02C6A0E5}" dt="2023-06-19T16:41:15.383" v="387"/>
          <ac:spMkLst>
            <pc:docMk/>
            <pc:sldMk cId="2052452690" sldId="258"/>
            <ac:spMk id="11" creationId="{AB921DB8-B1E0-4646-83E6-72EF84EEEE3C}"/>
          </ac:spMkLst>
        </pc:spChg>
        <pc:spChg chg="add mod">
          <ac:chgData name="Artyom Gnevnov" userId="2f0d4a8a008de216" providerId="LiveId" clId="{3571B1D0-A0BC-4975-BC37-F4DF02C6A0E5}" dt="2023-06-19T16:41:00.336" v="385" actId="1076"/>
          <ac:spMkLst>
            <pc:docMk/>
            <pc:sldMk cId="2052452690" sldId="258"/>
            <ac:spMk id="15" creationId="{4E613DFB-DB7C-45FC-BDB7-23EB2674EBE3}"/>
          </ac:spMkLst>
        </pc:spChg>
        <pc:spChg chg="add del">
          <ac:chgData name="Artyom Gnevnov" userId="2f0d4a8a008de216" providerId="LiveId" clId="{3571B1D0-A0BC-4975-BC37-F4DF02C6A0E5}" dt="2023-06-19T16:39:53.826" v="367" actId="478"/>
          <ac:spMkLst>
            <pc:docMk/>
            <pc:sldMk cId="2052452690" sldId="258"/>
            <ac:spMk id="16" creationId="{0A743E43-40AD-459D-97D8-4546D58A218E}"/>
          </ac:spMkLst>
        </pc:spChg>
        <pc:spChg chg="add del">
          <ac:chgData name="Artyom Gnevnov" userId="2f0d4a8a008de216" providerId="LiveId" clId="{3571B1D0-A0BC-4975-BC37-F4DF02C6A0E5}" dt="2023-06-19T16:39:58.158" v="369" actId="478"/>
          <ac:spMkLst>
            <pc:docMk/>
            <pc:sldMk cId="2052452690" sldId="258"/>
            <ac:spMk id="17" creationId="{E81AFA32-DF6A-4D62-889A-5584E02C136B}"/>
          </ac:spMkLst>
        </pc:spChg>
        <pc:spChg chg="add mod">
          <ac:chgData name="Artyom Gnevnov" userId="2f0d4a8a008de216" providerId="LiveId" clId="{3571B1D0-A0BC-4975-BC37-F4DF02C6A0E5}" dt="2023-06-19T16:42:43.278" v="399" actId="1076"/>
          <ac:spMkLst>
            <pc:docMk/>
            <pc:sldMk cId="2052452690" sldId="258"/>
            <ac:spMk id="23" creationId="{6486AE24-8A34-4575-801B-E6CD65031AF3}"/>
          </ac:spMkLst>
        </pc:spChg>
        <pc:picChg chg="add mod">
          <ac:chgData name="Artyom Gnevnov" userId="2f0d4a8a008de216" providerId="LiveId" clId="{3571B1D0-A0BC-4975-BC37-F4DF02C6A0E5}" dt="2023-06-19T16:40:53.383" v="382" actId="14100"/>
          <ac:picMkLst>
            <pc:docMk/>
            <pc:sldMk cId="2052452690" sldId="258"/>
            <ac:picMk id="9" creationId="{9A8E69F4-90D2-4EAF-84A2-E080C778537B}"/>
          </ac:picMkLst>
        </pc:picChg>
        <pc:picChg chg="add mod">
          <ac:chgData name="Artyom Gnevnov" userId="2f0d4a8a008de216" providerId="LiveId" clId="{3571B1D0-A0BC-4975-BC37-F4DF02C6A0E5}" dt="2023-06-19T16:41:19.950" v="388" actId="1076"/>
          <ac:picMkLst>
            <pc:docMk/>
            <pc:sldMk cId="2052452690" sldId="258"/>
            <ac:picMk id="13" creationId="{97A02DEB-B242-4762-A944-5E42B4142761}"/>
          </ac:picMkLst>
        </pc:picChg>
        <pc:picChg chg="add mod">
          <ac:chgData name="Artyom Gnevnov" userId="2f0d4a8a008de216" providerId="LiveId" clId="{3571B1D0-A0BC-4975-BC37-F4DF02C6A0E5}" dt="2023-06-19T16:42:33.667" v="394" actId="1076"/>
          <ac:picMkLst>
            <pc:docMk/>
            <pc:sldMk cId="2052452690" sldId="258"/>
            <ac:picMk id="19" creationId="{FEE8BDF1-5C17-4E0D-A44F-82EA25AB5CB0}"/>
          </ac:picMkLst>
        </pc:picChg>
        <pc:picChg chg="add mod">
          <ac:chgData name="Artyom Gnevnov" userId="2f0d4a8a008de216" providerId="LiveId" clId="{3571B1D0-A0BC-4975-BC37-F4DF02C6A0E5}" dt="2023-06-19T16:42:40.669" v="398" actId="1076"/>
          <ac:picMkLst>
            <pc:docMk/>
            <pc:sldMk cId="2052452690" sldId="258"/>
            <ac:picMk id="21" creationId="{769E084D-9B7C-468F-A5C2-983EC8ACAC5B}"/>
          </ac:picMkLst>
        </pc:picChg>
      </pc:sldChg>
      <pc:sldMasterChg chg="addSldLayout">
        <pc:chgData name="Artyom Gnevnov" userId="2f0d4a8a008de216" providerId="LiveId" clId="{3571B1D0-A0BC-4975-BC37-F4DF02C6A0E5}" dt="2023-06-19T16:23:13.663" v="0" actId="680"/>
        <pc:sldMasterMkLst>
          <pc:docMk/>
          <pc:sldMasterMk cId="742490301" sldId="2147483648"/>
        </pc:sldMasterMkLst>
        <pc:sldLayoutChg chg="add">
          <pc:chgData name="Artyom Gnevnov" userId="2f0d4a8a008de216" providerId="LiveId" clId="{3571B1D0-A0BC-4975-BC37-F4DF02C6A0E5}" dt="2023-06-19T16:23:13.663" v="0" actId="680"/>
          <pc:sldLayoutMkLst>
            <pc:docMk/>
            <pc:sldMasterMk cId="742490301" sldId="2147483648"/>
            <pc:sldLayoutMk cId="687388154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2C6DE1-BEB6-40B9-8DB8-EFF120D37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301003-D789-488C-9517-AED00A4C1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8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49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15098-D0FC-4BAE-808D-D3DB5196E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0"/>
            <a:ext cx="4829452" cy="1222898"/>
          </a:xfrm>
        </p:spPr>
        <p:txBody>
          <a:bodyPr/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Кронекера –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Капелли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Метод Гаусса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E0C1E-FED9-47B6-A288-646E8755BDCE}"/>
              </a:ext>
            </a:extLst>
          </p:cNvPr>
          <p:cNvSpPr txBox="1"/>
          <p:nvPr/>
        </p:nvSpPr>
        <p:spPr>
          <a:xfrm>
            <a:off x="255232" y="1225118"/>
            <a:ext cx="4318987" cy="481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Записываем систему.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Записываем расширенную матрицу системы.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Используя элементарные преобразования, приводим расширенную матрицу системы к ступенчатому виду.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Рассмотрим ранг матрицы А и ранг расширенной матрицы (А|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Проверяем: определена или неопределенна система.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Проверяем: совместна ли система.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Если система совместна, ищем общее и частное решение.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96062-1D21-425A-833E-D516CEB76519}"/>
              </a:ext>
            </a:extLst>
          </p:cNvPr>
          <p:cNvSpPr txBox="1"/>
          <p:nvPr/>
        </p:nvSpPr>
        <p:spPr>
          <a:xfrm>
            <a:off x="5242264" y="130491"/>
            <a:ext cx="61344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Решение СЛАУ с помощью обратной матрицы.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091860-2ACF-4C2C-9C65-66A17500B73F}"/>
                  </a:ext>
                </a:extLst>
              </p:cNvPr>
              <p:cNvSpPr txBox="1"/>
              <p:nvPr/>
            </p:nvSpPr>
            <p:spPr>
              <a:xfrm>
                <a:off x="5386526" y="1305341"/>
                <a:ext cx="6156664" cy="2700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Записываем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систему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Пишем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формулу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который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мы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решать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АХ=В =&gt; Х=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baseline="30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*B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Ищем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определитель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detA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≠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помощи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присоединенной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матрицы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ищем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обратную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матрицу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формуле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А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𝑑𝑒𝑡𝐴</m:t>
                        </m:r>
                      </m:den>
                    </m:f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</m:t>
                    </m:r>
                    <m:acc>
                      <m:accPr>
                        <m:chr m:val="̃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присоединенную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матрицу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Далее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формуле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ищем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корени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Выписываем ответ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091860-2ACF-4C2C-9C65-66A17500B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526" y="1305341"/>
                <a:ext cx="6156664" cy="2700932"/>
              </a:xfrm>
              <a:prstGeom prst="rect">
                <a:avLst/>
              </a:prstGeom>
              <a:blipFill>
                <a:blip r:embed="rId2"/>
                <a:stretch>
                  <a:fillRect l="-693" t="-1129" b="-2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4062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3D4B7-D657-4511-A3AD-2BBE5D71B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172505" cy="619471"/>
          </a:xfrm>
        </p:spPr>
        <p:txBody>
          <a:bodyPr/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Крамера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353ED7-C02D-4560-942A-3B7033B83CC1}"/>
                  </a:ext>
                </a:extLst>
              </p:cNvPr>
              <p:cNvSpPr txBox="1"/>
              <p:nvPr/>
            </p:nvSpPr>
            <p:spPr>
              <a:xfrm>
                <a:off x="90996" y="763238"/>
                <a:ext cx="4250185" cy="2480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Ищем определитель 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Ищем определитель 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1800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получающийся из определителя 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заменой «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»-ого столбца на столбец свободных членов</a:t>
                </a:r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по формуле Крамера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ищем ответ.</a:t>
                </a: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353ED7-C02D-4560-942A-3B7033B83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96" y="763238"/>
                <a:ext cx="4250185" cy="2480359"/>
              </a:xfrm>
              <a:prstGeom prst="rect">
                <a:avLst/>
              </a:prstGeom>
              <a:blipFill>
                <a:blip r:embed="rId2"/>
                <a:stretch>
                  <a:fillRect l="-1004" t="-1229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4A132CE-2023-46BB-B11E-14D037247266}"/>
              </a:ext>
            </a:extLst>
          </p:cNvPr>
          <p:cNvSpPr txBox="1"/>
          <p:nvPr/>
        </p:nvSpPr>
        <p:spPr>
          <a:xfrm>
            <a:off x="6411897" y="0"/>
            <a:ext cx="4063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Однородные СЛАУ</a:t>
            </a:r>
            <a:endParaRPr lang="en-US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3B99CF-9B04-4560-96F9-43AD95936E61}"/>
              </a:ext>
            </a:extLst>
          </p:cNvPr>
          <p:cNvSpPr txBox="1"/>
          <p:nvPr/>
        </p:nvSpPr>
        <p:spPr>
          <a:xfrm>
            <a:off x="6411897" y="763238"/>
            <a:ext cx="506693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Записываем</a:t>
            </a:r>
            <a:r>
              <a:rPr lang="ru-RU" dirty="0"/>
              <a:t> </a:t>
            </a:r>
            <a:r>
              <a:rPr lang="en-US" dirty="0" err="1"/>
              <a:t>матрицу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Приводим</a:t>
            </a:r>
            <a:r>
              <a:rPr lang="en-US" dirty="0"/>
              <a:t> к</a:t>
            </a:r>
            <a:r>
              <a:rPr lang="ru-RU" dirty="0"/>
              <a:t> </a:t>
            </a:r>
            <a:r>
              <a:rPr lang="en-US" dirty="0" err="1"/>
              <a:t>ступенчатому</a:t>
            </a:r>
            <a:r>
              <a:rPr lang="ru-RU" dirty="0"/>
              <a:t> </a:t>
            </a:r>
            <a:r>
              <a:rPr lang="en-US" dirty="0" err="1"/>
              <a:t>виду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ru-RU" dirty="0"/>
              <a:t> </a:t>
            </a:r>
            <a:r>
              <a:rPr lang="en-US" dirty="0" err="1"/>
              <a:t>однородные</a:t>
            </a:r>
            <a:r>
              <a:rPr lang="en-US" dirty="0"/>
              <a:t> СЛАУ</a:t>
            </a:r>
            <a:r>
              <a:rPr lang="ru-RU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совместны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то</a:t>
            </a:r>
            <a:r>
              <a:rPr lang="ru-RU" dirty="0"/>
              <a:t> п</a:t>
            </a:r>
            <a:r>
              <a:rPr lang="en-US" dirty="0" err="1"/>
              <a:t>роверяем</a:t>
            </a:r>
            <a:r>
              <a:rPr lang="ru-RU" dirty="0"/>
              <a:t> </a:t>
            </a:r>
            <a:r>
              <a:rPr lang="en-US" dirty="0" err="1"/>
              <a:t>определенна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ru-RU" dirty="0"/>
              <a:t> </a:t>
            </a:r>
            <a:r>
              <a:rPr lang="en-US" dirty="0" err="1"/>
              <a:t>неопределенна</a:t>
            </a:r>
            <a:r>
              <a:rPr lang="ru-RU" dirty="0"/>
              <a:t> </a:t>
            </a:r>
            <a:r>
              <a:rPr lang="en-US" dirty="0"/>
              <a:t>СЛАУ</a:t>
            </a:r>
            <a:r>
              <a:rPr lang="ru-RU" dirty="0"/>
              <a:t>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Е</a:t>
            </a:r>
            <a:r>
              <a:rPr lang="en-US" dirty="0" err="1"/>
              <a:t>сли</a:t>
            </a:r>
            <a:r>
              <a:rPr lang="ru-RU" dirty="0"/>
              <a:t> </a:t>
            </a:r>
            <a:r>
              <a:rPr lang="en-US" dirty="0" err="1"/>
              <a:t>определенна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ru-RU" dirty="0"/>
              <a:t> </a:t>
            </a:r>
            <a:r>
              <a:rPr lang="en-US" dirty="0" err="1"/>
              <a:t>записываем</a:t>
            </a:r>
            <a:r>
              <a:rPr lang="ru-RU" dirty="0"/>
              <a:t> С</a:t>
            </a:r>
            <a:r>
              <a:rPr lang="en-US" dirty="0" err="1"/>
              <a:t>истему</a:t>
            </a:r>
            <a:r>
              <a:rPr lang="ru-RU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Е</a:t>
            </a:r>
            <a:r>
              <a:rPr lang="en-US" dirty="0" err="1"/>
              <a:t>сли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ru-RU" dirty="0"/>
              <a:t> </a:t>
            </a:r>
            <a:r>
              <a:rPr lang="en-US" dirty="0" err="1"/>
              <a:t>неопределенна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ищем</a:t>
            </a:r>
            <a:r>
              <a:rPr lang="ru-RU" dirty="0"/>
              <a:t> к</a:t>
            </a:r>
            <a:r>
              <a:rPr lang="en-US" dirty="0" err="1"/>
              <a:t>оличество</a:t>
            </a:r>
            <a:r>
              <a:rPr lang="ru-RU" dirty="0"/>
              <a:t> </a:t>
            </a:r>
            <a:r>
              <a:rPr lang="en-US" dirty="0" err="1"/>
              <a:t>главных</a:t>
            </a:r>
            <a:r>
              <a:rPr lang="en-US" dirty="0"/>
              <a:t> и</a:t>
            </a:r>
            <a:r>
              <a:rPr lang="ru-RU" dirty="0"/>
              <a:t> с</a:t>
            </a:r>
            <a:r>
              <a:rPr lang="en-US" dirty="0" err="1"/>
              <a:t>вободных</a:t>
            </a:r>
            <a:r>
              <a:rPr lang="ru-RU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ru-RU" dirty="0"/>
              <a:t> </a:t>
            </a:r>
            <a:r>
              <a:rPr lang="en-US" dirty="0" err="1"/>
              <a:t>миноры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Записываем</a:t>
            </a:r>
            <a:r>
              <a:rPr lang="ru-RU" dirty="0"/>
              <a:t> </a:t>
            </a:r>
            <a:r>
              <a:rPr lang="en-US" dirty="0" err="1"/>
              <a:t>систему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Ищем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ru-RU" dirty="0"/>
              <a:t> </a:t>
            </a:r>
            <a:r>
              <a:rPr lang="en-US" dirty="0" err="1"/>
              <a:t>решение</a:t>
            </a:r>
            <a:r>
              <a:rPr lang="en-US" dirty="0"/>
              <a:t> и</a:t>
            </a:r>
            <a:r>
              <a:rPr lang="ru-RU" dirty="0"/>
              <a:t> </a:t>
            </a:r>
            <a:r>
              <a:rPr lang="en-US" dirty="0" err="1"/>
              <a:t>фундаментальную</a:t>
            </a:r>
            <a:r>
              <a:rPr lang="ru-RU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решений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Выписываем ответ</a:t>
            </a:r>
          </a:p>
        </p:txBody>
      </p:sp>
    </p:spTree>
    <p:extLst>
      <p:ext uri="{BB962C8B-B14F-4D97-AF65-F5344CB8AC3E}">
        <p14:creationId xmlns:p14="http://schemas.microsoft.com/office/powerpoint/2010/main" val="120307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5BAA1F-C79F-4CF2-8F82-F02A6B1D7EEC}"/>
              </a:ext>
            </a:extLst>
          </p:cNvPr>
          <p:cNvSpPr txBox="1"/>
          <p:nvPr/>
        </p:nvSpPr>
        <p:spPr>
          <a:xfrm>
            <a:off x="162018" y="5747"/>
            <a:ext cx="42413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Кронекера –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Капелли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Метод Гаусса</a:t>
            </a:r>
            <a:endParaRPr lang="en-US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A8E69F4-90D2-4EAF-84A2-E080C7785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95" y="940202"/>
            <a:ext cx="3895078" cy="24887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921DB8-B1E0-4646-83E6-72EF84EEEE3C}"/>
              </a:ext>
            </a:extLst>
          </p:cNvPr>
          <p:cNvSpPr txBox="1"/>
          <p:nvPr/>
        </p:nvSpPr>
        <p:spPr>
          <a:xfrm>
            <a:off x="250795" y="3429000"/>
            <a:ext cx="3895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Однородные СЛАУ</a:t>
            </a:r>
            <a:endParaRPr lang="en-US" sz="24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7A02DEB-B242-4762-A944-5E42B4142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95" y="4048575"/>
            <a:ext cx="3539970" cy="24960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E613DFB-DB7C-45FC-BDB7-23EB2674EBE3}"/>
              </a:ext>
            </a:extLst>
          </p:cNvPr>
          <p:cNvSpPr txBox="1"/>
          <p:nvPr/>
        </p:nvSpPr>
        <p:spPr>
          <a:xfrm>
            <a:off x="5036601" y="106532"/>
            <a:ext cx="2752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Крамера</a:t>
            </a:r>
            <a:endParaRPr lang="en-US"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EE8BDF1-5C17-4E0D-A44F-82EA25AB5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989" y="568197"/>
            <a:ext cx="3830715" cy="239419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69E084D-9B7C-468F-A5C2-983EC8ACA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383" y="4111925"/>
            <a:ext cx="3649025" cy="243268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486AE24-8A34-4575-801B-E6CD65031AF3}"/>
              </a:ext>
            </a:extLst>
          </p:cNvPr>
          <p:cNvSpPr txBox="1"/>
          <p:nvPr/>
        </p:nvSpPr>
        <p:spPr>
          <a:xfrm>
            <a:off x="4998869" y="3217578"/>
            <a:ext cx="6094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Решение СЛАУ с помощью обратной матрицы.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24526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231</Words>
  <Application>Microsoft Office PowerPoint</Application>
  <PresentationFormat>Широкоэкранный</PresentationFormat>
  <Paragraphs>32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Times New Roman</vt:lpstr>
      <vt:lpstr>Тема Office</vt:lpstr>
      <vt:lpstr>Теорема Кронекера – Капелли. Метод Гаусса</vt:lpstr>
      <vt:lpstr>Метод Крамера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Теорема Кронекера – Капелли. Метод Гаусса</dc:title>
  <dc:creator>Artyom Gnevnov</dc:creator>
  <cp:lastModifiedBy>Artyom Gnevnov</cp:lastModifiedBy>
  <cp:revision>2</cp:revision>
  <dcterms:created xsi:type="dcterms:W3CDTF">2023-06-19T16:19:06Z</dcterms:created>
  <dcterms:modified xsi:type="dcterms:W3CDTF">2023-06-19T16:44:37Z</dcterms:modified>
</cp:coreProperties>
</file>