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FCCF962D-363A-40B5-A063-720473C70D2E}"/>
    <pc:docChg chg="addSld modSld">
      <pc:chgData name="Artyom" userId="2f0d4a8a008de216" providerId="LiveId" clId="{FCCF962D-363A-40B5-A063-720473C70D2E}" dt="2022-12-07T23:14:20.778" v="23" actId="1076"/>
      <pc:docMkLst>
        <pc:docMk/>
      </pc:docMkLst>
      <pc:sldChg chg="addSp modSp new mod">
        <pc:chgData name="Artyom" userId="2f0d4a8a008de216" providerId="LiveId" clId="{FCCF962D-363A-40B5-A063-720473C70D2E}" dt="2022-12-07T23:14:20.778" v="23" actId="1076"/>
        <pc:sldMkLst>
          <pc:docMk/>
          <pc:sldMk cId="3313562255" sldId="256"/>
        </pc:sldMkLst>
        <pc:picChg chg="add mod ord">
          <ac:chgData name="Artyom" userId="2f0d4a8a008de216" providerId="LiveId" clId="{FCCF962D-363A-40B5-A063-720473C70D2E}" dt="2022-12-07T23:14:20.778" v="23" actId="1076"/>
          <ac:picMkLst>
            <pc:docMk/>
            <pc:sldMk cId="3313562255" sldId="256"/>
            <ac:picMk id="5" creationId="{36D22A56-F588-41F5-AFA5-55B3F4AD844E}"/>
          </ac:picMkLst>
        </pc:picChg>
        <pc:picChg chg="add mod">
          <ac:chgData name="Artyom" userId="2f0d4a8a008de216" providerId="LiveId" clId="{FCCF962D-363A-40B5-A063-720473C70D2E}" dt="2022-12-07T23:13:14.419" v="14" actId="14100"/>
          <ac:picMkLst>
            <pc:docMk/>
            <pc:sldMk cId="3313562255" sldId="256"/>
            <ac:picMk id="6" creationId="{796A1665-707A-474A-957E-B887C5570807}"/>
          </ac:picMkLst>
        </pc:picChg>
      </pc:sldChg>
      <pc:sldMasterChg chg="addSldLayout">
        <pc:chgData name="Artyom" userId="2f0d4a8a008de216" providerId="LiveId" clId="{FCCF962D-363A-40B5-A063-720473C70D2E}" dt="2022-12-07T23:11:22.824" v="0" actId="680"/>
        <pc:sldMasterMkLst>
          <pc:docMk/>
          <pc:sldMasterMk cId="3366710210" sldId="2147483648"/>
        </pc:sldMasterMkLst>
        <pc:sldLayoutChg chg="add">
          <pc:chgData name="Artyom" userId="2f0d4a8a008de216" providerId="LiveId" clId="{FCCF962D-363A-40B5-A063-720473C70D2E}" dt="2022-12-07T23:11:22.824" v="0" actId="680"/>
          <pc:sldLayoutMkLst>
            <pc:docMk/>
            <pc:sldMasterMk cId="3366710210" sldId="2147483648"/>
            <pc:sldLayoutMk cId="373445717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7E3B84-7C9D-4535-8709-2BF30DB82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12DCB6-FFC2-40C5-B2A8-601D5F78E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3445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71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53D8C-669B-4DD6-A6A4-BCEEB54CE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F86A8A-E1C4-4C3D-AF18-1A2F659E3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6A1665-707A-474A-957E-B887C5570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119" y="-1719475"/>
            <a:ext cx="13152120" cy="85774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D22A56-F588-41F5-AFA5-55B3F4AD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22" y="1122363"/>
            <a:ext cx="11408129" cy="39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62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Artyom</dc:creator>
  <cp:lastModifiedBy>Artyom</cp:lastModifiedBy>
  <cp:revision>1</cp:revision>
  <dcterms:created xsi:type="dcterms:W3CDTF">2022-12-07T23:11:21Z</dcterms:created>
  <dcterms:modified xsi:type="dcterms:W3CDTF">2022-12-07T23:14:56Z</dcterms:modified>
</cp:coreProperties>
</file>