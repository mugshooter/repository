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F01AEF9C-C170-41AF-807B-36298E9E66D0}"/>
    <pc:docChg chg="undo redo custSel addSld delSld modSld">
      <pc:chgData name="Artyom" userId="2f0d4a8a008de216" providerId="LiveId" clId="{F01AEF9C-C170-41AF-807B-36298E9E66D0}" dt="2022-12-23T21:37:26.409" v="880" actId="1076"/>
      <pc:docMkLst>
        <pc:docMk/>
      </pc:docMkLst>
      <pc:sldChg chg="modSp new mod">
        <pc:chgData name="Artyom" userId="2f0d4a8a008de216" providerId="LiveId" clId="{F01AEF9C-C170-41AF-807B-36298E9E66D0}" dt="2022-12-23T21:35:45.263" v="856" actId="1076"/>
        <pc:sldMkLst>
          <pc:docMk/>
          <pc:sldMk cId="1706937754" sldId="256"/>
        </pc:sldMkLst>
        <pc:spChg chg="mod">
          <ac:chgData name="Artyom" userId="2f0d4a8a008de216" providerId="LiveId" clId="{F01AEF9C-C170-41AF-807B-36298E9E66D0}" dt="2022-12-23T21:35:41.790" v="855" actId="14100"/>
          <ac:spMkLst>
            <pc:docMk/>
            <pc:sldMk cId="1706937754" sldId="256"/>
            <ac:spMk id="2" creationId="{CF83D87C-B4D0-40EE-8CBD-DDA0206989BA}"/>
          </ac:spMkLst>
        </pc:spChg>
        <pc:spChg chg="mod">
          <ac:chgData name="Artyom" userId="2f0d4a8a008de216" providerId="LiveId" clId="{F01AEF9C-C170-41AF-807B-36298E9E66D0}" dt="2022-12-23T21:35:45.263" v="856" actId="1076"/>
          <ac:spMkLst>
            <pc:docMk/>
            <pc:sldMk cId="1706937754" sldId="256"/>
            <ac:spMk id="3" creationId="{CBC737B3-CBA4-4F8A-B571-565535DAE5DC}"/>
          </ac:spMkLst>
        </pc:spChg>
      </pc:sldChg>
      <pc:sldChg chg="modSp new mod">
        <pc:chgData name="Artyom" userId="2f0d4a8a008de216" providerId="LiveId" clId="{F01AEF9C-C170-41AF-807B-36298E9E66D0}" dt="2022-12-23T21:37:08.467" v="876" actId="1076"/>
        <pc:sldMkLst>
          <pc:docMk/>
          <pc:sldMk cId="2052480801" sldId="257"/>
        </pc:sldMkLst>
        <pc:spChg chg="mod">
          <ac:chgData name="Artyom" userId="2f0d4a8a008de216" providerId="LiveId" clId="{F01AEF9C-C170-41AF-807B-36298E9E66D0}" dt="2022-12-23T21:37:08.467" v="876" actId="1076"/>
          <ac:spMkLst>
            <pc:docMk/>
            <pc:sldMk cId="2052480801" sldId="257"/>
            <ac:spMk id="2" creationId="{62C03E23-8A8F-492F-AC56-7FD6410F35D0}"/>
          </ac:spMkLst>
        </pc:spChg>
        <pc:spChg chg="mod">
          <ac:chgData name="Artyom" userId="2f0d4a8a008de216" providerId="LiveId" clId="{F01AEF9C-C170-41AF-807B-36298E9E66D0}" dt="2022-12-23T20:07:03.920" v="188" actId="14100"/>
          <ac:spMkLst>
            <pc:docMk/>
            <pc:sldMk cId="2052480801" sldId="257"/>
            <ac:spMk id="3" creationId="{6FD96EB1-7E70-4F18-9860-97BA436D576A}"/>
          </ac:spMkLst>
        </pc:spChg>
      </pc:sldChg>
      <pc:sldChg chg="modSp new mod">
        <pc:chgData name="Artyom" userId="2f0d4a8a008de216" providerId="LiveId" clId="{F01AEF9C-C170-41AF-807B-36298E9E66D0}" dt="2022-12-23T21:35:51.654" v="858" actId="1076"/>
        <pc:sldMkLst>
          <pc:docMk/>
          <pc:sldMk cId="493401128" sldId="258"/>
        </pc:sldMkLst>
        <pc:spChg chg="mod">
          <ac:chgData name="Artyom" userId="2f0d4a8a008de216" providerId="LiveId" clId="{F01AEF9C-C170-41AF-807B-36298E9E66D0}" dt="2022-12-23T21:35:51.654" v="858" actId="1076"/>
          <ac:spMkLst>
            <pc:docMk/>
            <pc:sldMk cId="493401128" sldId="258"/>
            <ac:spMk id="2" creationId="{EF682081-479D-412C-BD93-BB26EEFE423A}"/>
          </ac:spMkLst>
        </pc:spChg>
        <pc:spChg chg="mod">
          <ac:chgData name="Artyom" userId="2f0d4a8a008de216" providerId="LiveId" clId="{F01AEF9C-C170-41AF-807B-36298E9E66D0}" dt="2022-12-23T21:35:12.743" v="838" actId="1076"/>
          <ac:spMkLst>
            <pc:docMk/>
            <pc:sldMk cId="493401128" sldId="258"/>
            <ac:spMk id="3" creationId="{ED8BBB20-2007-4E66-ADFB-6278698E5E7F}"/>
          </ac:spMkLst>
        </pc:spChg>
      </pc:sldChg>
      <pc:sldChg chg="modSp new mod">
        <pc:chgData name="Artyom" userId="2f0d4a8a008de216" providerId="LiveId" clId="{F01AEF9C-C170-41AF-807B-36298E9E66D0}" dt="2022-12-23T21:35:27.905" v="849" actId="1076"/>
        <pc:sldMkLst>
          <pc:docMk/>
          <pc:sldMk cId="1595706068" sldId="259"/>
        </pc:sldMkLst>
        <pc:spChg chg="mod">
          <ac:chgData name="Artyom" userId="2f0d4a8a008de216" providerId="LiveId" clId="{F01AEF9C-C170-41AF-807B-36298E9E66D0}" dt="2022-12-23T21:35:27.905" v="849" actId="1076"/>
          <ac:spMkLst>
            <pc:docMk/>
            <pc:sldMk cId="1595706068" sldId="259"/>
            <ac:spMk id="2" creationId="{EC1BF7CC-2A80-4265-9BBE-E855E0A94AC5}"/>
          </ac:spMkLst>
        </pc:spChg>
        <pc:spChg chg="mod">
          <ac:chgData name="Artyom" userId="2f0d4a8a008de216" providerId="LiveId" clId="{F01AEF9C-C170-41AF-807B-36298E9E66D0}" dt="2022-12-23T21:35:23.295" v="846" actId="1076"/>
          <ac:spMkLst>
            <pc:docMk/>
            <pc:sldMk cId="1595706068" sldId="259"/>
            <ac:spMk id="3" creationId="{83FAB6C0-3350-41ED-B5DB-4114B31A0C6F}"/>
          </ac:spMkLst>
        </pc:spChg>
      </pc:sldChg>
      <pc:sldChg chg="modSp new mod">
        <pc:chgData name="Artyom" userId="2f0d4a8a008de216" providerId="LiveId" clId="{F01AEF9C-C170-41AF-807B-36298E9E66D0}" dt="2022-12-23T21:35:58.337" v="860" actId="1076"/>
        <pc:sldMkLst>
          <pc:docMk/>
          <pc:sldMk cId="4232696526" sldId="260"/>
        </pc:sldMkLst>
        <pc:spChg chg="mod">
          <ac:chgData name="Artyom" userId="2f0d4a8a008de216" providerId="LiveId" clId="{F01AEF9C-C170-41AF-807B-36298E9E66D0}" dt="2022-12-23T21:35:58.337" v="860" actId="1076"/>
          <ac:spMkLst>
            <pc:docMk/>
            <pc:sldMk cId="4232696526" sldId="260"/>
            <ac:spMk id="2" creationId="{D8D20B98-70E9-4F41-A9B0-5FBBC541FA68}"/>
          </ac:spMkLst>
        </pc:spChg>
        <pc:spChg chg="mod">
          <ac:chgData name="Artyom" userId="2f0d4a8a008de216" providerId="LiveId" clId="{F01AEF9C-C170-41AF-807B-36298E9E66D0}" dt="2022-12-23T21:35:19.548" v="842" actId="27636"/>
          <ac:spMkLst>
            <pc:docMk/>
            <pc:sldMk cId="4232696526" sldId="260"/>
            <ac:spMk id="3" creationId="{A584998A-63B2-4F76-B411-41B102EAF507}"/>
          </ac:spMkLst>
        </pc:spChg>
      </pc:sldChg>
      <pc:sldChg chg="modSp add del mod">
        <pc:chgData name="Artyom" userId="2f0d4a8a008de216" providerId="LiveId" clId="{F01AEF9C-C170-41AF-807B-36298E9E66D0}" dt="2022-12-23T20:05:52.996" v="161" actId="47"/>
        <pc:sldMkLst>
          <pc:docMk/>
          <pc:sldMk cId="3526013782" sldId="261"/>
        </pc:sldMkLst>
        <pc:spChg chg="mod">
          <ac:chgData name="Artyom" userId="2f0d4a8a008de216" providerId="LiveId" clId="{F01AEF9C-C170-41AF-807B-36298E9E66D0}" dt="2022-12-23T20:05:44.446" v="160" actId="20577"/>
          <ac:spMkLst>
            <pc:docMk/>
            <pc:sldMk cId="3526013782" sldId="261"/>
            <ac:spMk id="2" creationId="{62C03E23-8A8F-492F-AC56-7FD6410F35D0}"/>
          </ac:spMkLst>
        </pc:spChg>
      </pc:sldChg>
      <pc:sldChg chg="modSp add mod">
        <pc:chgData name="Artyom" userId="2f0d4a8a008de216" providerId="LiveId" clId="{F01AEF9C-C170-41AF-807B-36298E9E66D0}" dt="2022-12-23T21:37:04.965" v="875" actId="1076"/>
        <pc:sldMkLst>
          <pc:docMk/>
          <pc:sldMk cId="3952357636" sldId="261"/>
        </pc:sldMkLst>
        <pc:spChg chg="mod">
          <ac:chgData name="Artyom" userId="2f0d4a8a008de216" providerId="LiveId" clId="{F01AEF9C-C170-41AF-807B-36298E9E66D0}" dt="2022-12-23T21:37:04.965" v="875" actId="1076"/>
          <ac:spMkLst>
            <pc:docMk/>
            <pc:sldMk cId="3952357636" sldId="261"/>
            <ac:spMk id="2" creationId="{62C03E23-8A8F-492F-AC56-7FD6410F35D0}"/>
          </ac:spMkLst>
        </pc:spChg>
        <pc:spChg chg="mod">
          <ac:chgData name="Artyom" userId="2f0d4a8a008de216" providerId="LiveId" clId="{F01AEF9C-C170-41AF-807B-36298E9E66D0}" dt="2022-12-23T21:20:22.586" v="600" actId="20577"/>
          <ac:spMkLst>
            <pc:docMk/>
            <pc:sldMk cId="3952357636" sldId="261"/>
            <ac:spMk id="3" creationId="{6FD96EB1-7E70-4F18-9860-97BA436D576A}"/>
          </ac:spMkLst>
        </pc:spChg>
      </pc:sldChg>
      <pc:sldChg chg="add del">
        <pc:chgData name="Artyom" userId="2f0d4a8a008de216" providerId="LiveId" clId="{F01AEF9C-C170-41AF-807B-36298E9E66D0}" dt="2022-12-23T20:05:52.996" v="161" actId="47"/>
        <pc:sldMkLst>
          <pc:docMk/>
          <pc:sldMk cId="2585174592" sldId="262"/>
        </pc:sldMkLst>
      </pc:sldChg>
      <pc:sldChg chg="modSp add mod">
        <pc:chgData name="Artyom" userId="2f0d4a8a008de216" providerId="LiveId" clId="{F01AEF9C-C170-41AF-807B-36298E9E66D0}" dt="2022-12-23T21:36:09.004" v="863" actId="1076"/>
        <pc:sldMkLst>
          <pc:docMk/>
          <pc:sldMk cId="2751343677" sldId="262"/>
        </pc:sldMkLst>
        <pc:spChg chg="mod">
          <ac:chgData name="Artyom" userId="2f0d4a8a008de216" providerId="LiveId" clId="{F01AEF9C-C170-41AF-807B-36298E9E66D0}" dt="2022-12-23T21:36:09.004" v="863" actId="1076"/>
          <ac:spMkLst>
            <pc:docMk/>
            <pc:sldMk cId="2751343677" sldId="262"/>
            <ac:spMk id="2" creationId="{EF682081-479D-412C-BD93-BB26EEFE423A}"/>
          </ac:spMkLst>
        </pc:spChg>
        <pc:spChg chg="mod">
          <ac:chgData name="Artyom" userId="2f0d4a8a008de216" providerId="LiveId" clId="{F01AEF9C-C170-41AF-807B-36298E9E66D0}" dt="2022-12-23T21:19:09.943" v="575" actId="20577"/>
          <ac:spMkLst>
            <pc:docMk/>
            <pc:sldMk cId="2751343677" sldId="262"/>
            <ac:spMk id="3" creationId="{ED8BBB20-2007-4E66-ADFB-6278698E5E7F}"/>
          </ac:spMkLst>
        </pc:spChg>
      </pc:sldChg>
      <pc:sldChg chg="modSp add del mod">
        <pc:chgData name="Artyom" userId="2f0d4a8a008de216" providerId="LiveId" clId="{F01AEF9C-C170-41AF-807B-36298E9E66D0}" dt="2022-12-23T20:05:52.996" v="161" actId="47"/>
        <pc:sldMkLst>
          <pc:docMk/>
          <pc:sldMk cId="417191957" sldId="263"/>
        </pc:sldMkLst>
        <pc:spChg chg="mod">
          <ac:chgData name="Artyom" userId="2f0d4a8a008de216" providerId="LiveId" clId="{F01AEF9C-C170-41AF-807B-36298E9E66D0}" dt="2022-12-23T20:05:38.309" v="152" actId="20577"/>
          <ac:spMkLst>
            <pc:docMk/>
            <pc:sldMk cId="417191957" sldId="263"/>
            <ac:spMk id="2" creationId="{EC1BF7CC-2A80-4265-9BBE-E855E0A94AC5}"/>
          </ac:spMkLst>
        </pc:spChg>
      </pc:sldChg>
      <pc:sldChg chg="modSp add mod">
        <pc:chgData name="Artyom" userId="2f0d4a8a008de216" providerId="LiveId" clId="{F01AEF9C-C170-41AF-807B-36298E9E66D0}" dt="2022-12-23T21:36:52.755" v="872" actId="1076"/>
        <pc:sldMkLst>
          <pc:docMk/>
          <pc:sldMk cId="1372950932" sldId="263"/>
        </pc:sldMkLst>
        <pc:spChg chg="mod">
          <ac:chgData name="Artyom" userId="2f0d4a8a008de216" providerId="LiveId" clId="{F01AEF9C-C170-41AF-807B-36298E9E66D0}" dt="2022-12-23T21:36:52.755" v="872" actId="1076"/>
          <ac:spMkLst>
            <pc:docMk/>
            <pc:sldMk cId="1372950932" sldId="263"/>
            <ac:spMk id="2" creationId="{EC1BF7CC-2A80-4265-9BBE-E855E0A94AC5}"/>
          </ac:spMkLst>
        </pc:spChg>
        <pc:spChg chg="mod">
          <ac:chgData name="Artyom" userId="2f0d4a8a008de216" providerId="LiveId" clId="{F01AEF9C-C170-41AF-807B-36298E9E66D0}" dt="2022-12-23T21:36:48.496" v="869" actId="207"/>
          <ac:spMkLst>
            <pc:docMk/>
            <pc:sldMk cId="1372950932" sldId="263"/>
            <ac:spMk id="3" creationId="{83FAB6C0-3350-41ED-B5DB-4114B31A0C6F}"/>
          </ac:spMkLst>
        </pc:spChg>
      </pc:sldChg>
      <pc:sldChg chg="modSp add mod">
        <pc:chgData name="Artyom" userId="2f0d4a8a008de216" providerId="LiveId" clId="{F01AEF9C-C170-41AF-807B-36298E9E66D0}" dt="2022-12-23T21:36:59.170" v="874" actId="1076"/>
        <pc:sldMkLst>
          <pc:docMk/>
          <pc:sldMk cId="2378615138" sldId="264"/>
        </pc:sldMkLst>
        <pc:spChg chg="mod">
          <ac:chgData name="Artyom" userId="2f0d4a8a008de216" providerId="LiveId" clId="{F01AEF9C-C170-41AF-807B-36298E9E66D0}" dt="2022-12-23T21:36:59.170" v="874" actId="1076"/>
          <ac:spMkLst>
            <pc:docMk/>
            <pc:sldMk cId="2378615138" sldId="264"/>
            <ac:spMk id="2" creationId="{D8D20B98-70E9-4F41-A9B0-5FBBC541FA68}"/>
          </ac:spMkLst>
        </pc:spChg>
        <pc:spChg chg="mod">
          <ac:chgData name="Artyom" userId="2f0d4a8a008de216" providerId="LiveId" clId="{F01AEF9C-C170-41AF-807B-36298E9E66D0}" dt="2022-12-23T21:30:05.376" v="743" actId="20577"/>
          <ac:spMkLst>
            <pc:docMk/>
            <pc:sldMk cId="2378615138" sldId="264"/>
            <ac:spMk id="3" creationId="{A584998A-63B2-4F76-B411-41B102EAF507}"/>
          </ac:spMkLst>
        </pc:spChg>
      </pc:sldChg>
      <pc:sldChg chg="add del">
        <pc:chgData name="Artyom" userId="2f0d4a8a008de216" providerId="LiveId" clId="{F01AEF9C-C170-41AF-807B-36298E9E66D0}" dt="2022-12-23T20:05:52.996" v="161" actId="47"/>
        <pc:sldMkLst>
          <pc:docMk/>
          <pc:sldMk cId="2669980012" sldId="264"/>
        </pc:sldMkLst>
      </pc:sldChg>
      <pc:sldChg chg="modSp add mod">
        <pc:chgData name="Artyom" userId="2f0d4a8a008de216" providerId="LiveId" clId="{F01AEF9C-C170-41AF-807B-36298E9E66D0}" dt="2022-12-23T21:37:26.409" v="880" actId="1076"/>
        <pc:sldMkLst>
          <pc:docMk/>
          <pc:sldMk cId="2857787239" sldId="265"/>
        </pc:sldMkLst>
        <pc:spChg chg="mod">
          <ac:chgData name="Artyom" userId="2f0d4a8a008de216" providerId="LiveId" clId="{F01AEF9C-C170-41AF-807B-36298E9E66D0}" dt="2022-12-23T21:37:26.409" v="880" actId="1076"/>
          <ac:spMkLst>
            <pc:docMk/>
            <pc:sldMk cId="2857787239" sldId="265"/>
            <ac:spMk id="2" creationId="{62C03E23-8A8F-492F-AC56-7FD6410F35D0}"/>
          </ac:spMkLst>
        </pc:spChg>
        <pc:spChg chg="mod">
          <ac:chgData name="Artyom" userId="2f0d4a8a008de216" providerId="LiveId" clId="{F01AEF9C-C170-41AF-807B-36298E9E66D0}" dt="2022-12-23T20:08:06.046" v="224" actId="120"/>
          <ac:spMkLst>
            <pc:docMk/>
            <pc:sldMk cId="2857787239" sldId="265"/>
            <ac:spMk id="3" creationId="{6FD96EB1-7E70-4F18-9860-97BA436D576A}"/>
          </ac:spMkLst>
        </pc:spChg>
      </pc:sldChg>
      <pc:sldChg chg="modSp add mod">
        <pc:chgData name="Artyom" userId="2f0d4a8a008de216" providerId="LiveId" clId="{F01AEF9C-C170-41AF-807B-36298E9E66D0}" dt="2022-12-23T21:37:21.999" v="879" actId="1076"/>
        <pc:sldMkLst>
          <pc:docMk/>
          <pc:sldMk cId="3583290646" sldId="266"/>
        </pc:sldMkLst>
        <pc:spChg chg="mod">
          <ac:chgData name="Artyom" userId="2f0d4a8a008de216" providerId="LiveId" clId="{F01AEF9C-C170-41AF-807B-36298E9E66D0}" dt="2022-12-23T21:37:21.999" v="879" actId="1076"/>
          <ac:spMkLst>
            <pc:docMk/>
            <pc:sldMk cId="3583290646" sldId="266"/>
            <ac:spMk id="2" creationId="{EF682081-479D-412C-BD93-BB26EEFE423A}"/>
          </ac:spMkLst>
        </pc:spChg>
        <pc:spChg chg="mod">
          <ac:chgData name="Artyom" userId="2f0d4a8a008de216" providerId="LiveId" clId="{F01AEF9C-C170-41AF-807B-36298E9E66D0}" dt="2022-12-23T21:28:31.198" v="630" actId="14100"/>
          <ac:spMkLst>
            <pc:docMk/>
            <pc:sldMk cId="3583290646" sldId="266"/>
            <ac:spMk id="3" creationId="{ED8BBB20-2007-4E66-ADFB-6278698E5E7F}"/>
          </ac:spMkLst>
        </pc:spChg>
      </pc:sldChg>
      <pc:sldChg chg="modSp add mod">
        <pc:chgData name="Artyom" userId="2f0d4a8a008de216" providerId="LiveId" clId="{F01AEF9C-C170-41AF-807B-36298E9E66D0}" dt="2022-12-23T21:36:42.460" v="868" actId="207"/>
        <pc:sldMkLst>
          <pc:docMk/>
          <pc:sldMk cId="2796286421" sldId="267"/>
        </pc:sldMkLst>
        <pc:spChg chg="mod">
          <ac:chgData name="Artyom" userId="2f0d4a8a008de216" providerId="LiveId" clId="{F01AEF9C-C170-41AF-807B-36298E9E66D0}" dt="2022-12-23T21:36:22.397" v="867" actId="14100"/>
          <ac:spMkLst>
            <pc:docMk/>
            <pc:sldMk cId="2796286421" sldId="267"/>
            <ac:spMk id="2" creationId="{EC1BF7CC-2A80-4265-9BBE-E855E0A94AC5}"/>
          </ac:spMkLst>
        </pc:spChg>
        <pc:spChg chg="mod">
          <ac:chgData name="Artyom" userId="2f0d4a8a008de216" providerId="LiveId" clId="{F01AEF9C-C170-41AF-807B-36298E9E66D0}" dt="2022-12-23T21:36:42.460" v="868" actId="207"/>
          <ac:spMkLst>
            <pc:docMk/>
            <pc:sldMk cId="2796286421" sldId="267"/>
            <ac:spMk id="3" creationId="{83FAB6C0-3350-41ED-B5DB-4114B31A0C6F}"/>
          </ac:spMkLst>
        </pc:spChg>
      </pc:sldChg>
      <pc:sldChg chg="modSp add mod">
        <pc:chgData name="Artyom" userId="2f0d4a8a008de216" providerId="LiveId" clId="{F01AEF9C-C170-41AF-807B-36298E9E66D0}" dt="2022-12-23T21:36:18.488" v="866" actId="1076"/>
        <pc:sldMkLst>
          <pc:docMk/>
          <pc:sldMk cId="2303266073" sldId="268"/>
        </pc:sldMkLst>
        <pc:spChg chg="mod">
          <ac:chgData name="Artyom" userId="2f0d4a8a008de216" providerId="LiveId" clId="{F01AEF9C-C170-41AF-807B-36298E9E66D0}" dt="2022-12-23T21:36:18.488" v="866" actId="1076"/>
          <ac:spMkLst>
            <pc:docMk/>
            <pc:sldMk cId="2303266073" sldId="268"/>
            <ac:spMk id="2" creationId="{D8D20B98-70E9-4F41-A9B0-5FBBC541FA68}"/>
          </ac:spMkLst>
        </pc:spChg>
        <pc:spChg chg="mod">
          <ac:chgData name="Artyom" userId="2f0d4a8a008de216" providerId="LiveId" clId="{F01AEF9C-C170-41AF-807B-36298E9E66D0}" dt="2022-12-23T21:36:13.884" v="864" actId="1076"/>
          <ac:spMkLst>
            <pc:docMk/>
            <pc:sldMk cId="2303266073" sldId="268"/>
            <ac:spMk id="3" creationId="{A584998A-63B2-4F76-B411-41B102EAF507}"/>
          </ac:spMkLst>
        </pc:spChg>
      </pc:sldChg>
      <pc:sldMasterChg chg="addSldLayout">
        <pc:chgData name="Artyom" userId="2f0d4a8a008de216" providerId="LiveId" clId="{F01AEF9C-C170-41AF-807B-36298E9E66D0}" dt="2022-12-23T20:02:09.364" v="0" actId="680"/>
        <pc:sldMasterMkLst>
          <pc:docMk/>
          <pc:sldMasterMk cId="1500312633" sldId="2147483648"/>
        </pc:sldMasterMkLst>
        <pc:sldLayoutChg chg="add">
          <pc:chgData name="Artyom" userId="2f0d4a8a008de216" providerId="LiveId" clId="{F01AEF9C-C170-41AF-807B-36298E9E66D0}" dt="2022-12-23T20:02:09.364" v="0" actId="680"/>
          <pc:sldLayoutMkLst>
            <pc:docMk/>
            <pc:sldMasterMk cId="1500312633" sldId="2147483648"/>
            <pc:sldLayoutMk cId="419612658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852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94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75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589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009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773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19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682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978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13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339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9951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59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444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825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40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24-12-22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415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3D87C-B4D0-40EE-8CBD-DDA020698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5745" y="1307237"/>
            <a:ext cx="9271354" cy="2314852"/>
          </a:xfrm>
        </p:spPr>
        <p:txBody>
          <a:bodyPr/>
          <a:lstStyle/>
          <a:p>
            <a:r>
              <a:rPr lang="ru-RU" dirty="0"/>
              <a:t>Реакция философов на ложь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BC737B3-CBA4-4F8A-B571-565535DAE5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745" y="4083728"/>
            <a:ext cx="9144000" cy="1467035"/>
          </a:xfrm>
        </p:spPr>
        <p:txBody>
          <a:bodyPr/>
          <a:lstStyle/>
          <a:p>
            <a:r>
              <a:rPr lang="ru-RU" dirty="0"/>
              <a:t>Автор: Гневнов Артем Евгеньевич, ИВТ 2.1, 1 курс</a:t>
            </a:r>
          </a:p>
        </p:txBody>
      </p:sp>
    </p:spTree>
    <p:extLst>
      <p:ext uri="{BB962C8B-B14F-4D97-AF65-F5344CB8AC3E}">
        <p14:creationId xmlns:p14="http://schemas.microsoft.com/office/powerpoint/2010/main" val="1706937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03E23-8A8F-492F-AC56-7FD6410F3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4345" y="541538"/>
            <a:ext cx="4350060" cy="1020932"/>
          </a:xfrm>
        </p:spPr>
        <p:txBody>
          <a:bodyPr>
            <a:normAutofit fontScale="90000"/>
          </a:bodyPr>
          <a:lstStyle/>
          <a:p>
            <a:r>
              <a:rPr lang="ru-RU" dirty="0"/>
              <a:t>1 случай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D96EB1-7E70-4F18-9860-97BA436D5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559" y="2183907"/>
            <a:ext cx="11390051" cy="2991775"/>
          </a:xfrm>
        </p:spPr>
        <p:txBody>
          <a:bodyPr/>
          <a:lstStyle/>
          <a:p>
            <a:pPr algn="l"/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Игрок в казино договорился с крупье, чтобы тот подтасовал карты, и игрок выиграл крупную сумму денег.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248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82081-479D-412C-BD93-BB26EEFE4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6517" y="204187"/>
            <a:ext cx="7870054" cy="123399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Бентама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BBB20-2007-4E66-ADFB-6278698E5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171" y="1882066"/>
            <a:ext cx="11310151" cy="3879542"/>
          </a:xfrm>
        </p:spPr>
        <p:txBody>
          <a:bodyPr/>
          <a:lstStyle/>
          <a:p>
            <a:pPr algn="l"/>
            <a:r>
              <a:rPr lang="ru-RU" sz="3600" dirty="0"/>
              <a:t>Эгоист, разумный эгоист, доводящий свои принципы до самого конца думает о всеобщей пользе, т.к. стремиться к собственной. </a:t>
            </a:r>
          </a:p>
        </p:txBody>
      </p:sp>
    </p:spTree>
    <p:extLst>
      <p:ext uri="{BB962C8B-B14F-4D97-AF65-F5344CB8AC3E}">
        <p14:creationId xmlns:p14="http://schemas.microsoft.com/office/powerpoint/2010/main" val="493401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BF7CC-2A80-4265-9BBE-E855E0A94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5142" y="523783"/>
            <a:ext cx="6889072" cy="1086359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Канта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FAB6C0-3350-41ED-B5DB-4114B31A0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025" y="2512379"/>
            <a:ext cx="11469949" cy="3666477"/>
          </a:xfrm>
        </p:spPr>
        <p:txBody>
          <a:bodyPr>
            <a:normAutofit fontScale="92500"/>
          </a:bodyPr>
          <a:lstStyle/>
          <a:p>
            <a:pPr algn="l"/>
            <a:r>
              <a:rPr lang="ru-RU" sz="3600" dirty="0"/>
              <a:t>Эгоизм несовместим с разумом. Эгоизму противопоставляется плюрализм - образ мыслей, при котором человек рассматривает свое "я" и ведет себя не как весь мир, а лишь как гражданин мира. Эгоизм требует обуздания и полного контроля разума над психической деятельностью.</a:t>
            </a:r>
          </a:p>
        </p:txBody>
      </p:sp>
    </p:spTree>
    <p:extLst>
      <p:ext uri="{BB962C8B-B14F-4D97-AF65-F5344CB8AC3E}">
        <p14:creationId xmlns:p14="http://schemas.microsoft.com/office/powerpoint/2010/main" val="1595706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20B98-70E9-4F41-A9B0-5FBBC541F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338" y="186431"/>
            <a:ext cx="8975324" cy="1447060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Аристотеля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84998A-63B2-4F76-B411-41B102EA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1437" y="2139517"/>
            <a:ext cx="10644326" cy="3737499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3600" dirty="0"/>
              <a:t>Эгоизм справедливо порицается, но он заключается не в любви к самому себе, а в большей, чем должно, степени этой любви; то же приложимо и к корыстолюбию; тому и другому чувству подвержены, так сказать, все люди.</a:t>
            </a:r>
          </a:p>
        </p:txBody>
      </p:sp>
    </p:spTree>
    <p:extLst>
      <p:ext uri="{BB962C8B-B14F-4D97-AF65-F5344CB8AC3E}">
        <p14:creationId xmlns:p14="http://schemas.microsoft.com/office/powerpoint/2010/main" val="4232696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03E23-8A8F-492F-AC56-7FD6410F3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03829" y="550415"/>
            <a:ext cx="5356194" cy="864417"/>
          </a:xfrm>
        </p:spPr>
        <p:txBody>
          <a:bodyPr>
            <a:normAutofit fontScale="90000"/>
          </a:bodyPr>
          <a:lstStyle/>
          <a:p>
            <a:r>
              <a:rPr lang="ru-RU" dirty="0"/>
              <a:t>2 случай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D96EB1-7E70-4F18-9860-97BA436D5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932" y="1979720"/>
            <a:ext cx="9647068" cy="3278080"/>
          </a:xfrm>
        </p:spPr>
        <p:txBody>
          <a:bodyPr/>
          <a:lstStyle/>
          <a:p>
            <a:pPr algn="l"/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Вася не хочет идти на день рождения друга, на котором его ждут, поэтому Вася</a:t>
            </a:r>
            <a:r>
              <a:rPr lang="en-US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врёт, что он заболел и не сможет прийти.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95235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82081-479D-412C-BD93-BB26EEFE4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1510" y="159798"/>
            <a:ext cx="7852299" cy="1411549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Бентама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BBB20-2007-4E66-ADFB-6278698E5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825" y="1882065"/>
            <a:ext cx="11043822" cy="3568823"/>
          </a:xfrm>
        </p:spPr>
        <p:txBody>
          <a:bodyPr/>
          <a:lstStyle/>
          <a:p>
            <a:pPr algn="l"/>
            <a:r>
              <a:rPr lang="ru-RU" sz="3600" dirty="0"/>
              <a:t>Не что иное, как обман, который при низкой степени развития может иметь свое значение, но при высшем образовании служит только к затемнению истины.</a:t>
            </a:r>
          </a:p>
        </p:txBody>
      </p:sp>
    </p:spTree>
    <p:extLst>
      <p:ext uri="{BB962C8B-B14F-4D97-AF65-F5344CB8AC3E}">
        <p14:creationId xmlns:p14="http://schemas.microsoft.com/office/powerpoint/2010/main" val="2751343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BF7CC-2A80-4265-9BBE-E855E0A94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9472" y="239697"/>
            <a:ext cx="7253056" cy="1393794"/>
          </a:xfrm>
        </p:spPr>
        <p:txBody>
          <a:bodyPr>
            <a:normAutofit/>
          </a:bodyPr>
          <a:lstStyle/>
          <a:p>
            <a:r>
              <a:rPr lang="ru-RU" dirty="0"/>
              <a:t>Реакция Канта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FAB6C0-3350-41ED-B5DB-4114B31A0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329" y="2396971"/>
            <a:ext cx="11105965" cy="2911876"/>
          </a:xfrm>
        </p:spPr>
        <p:txBody>
          <a:bodyPr/>
          <a:lstStyle/>
          <a:p>
            <a:pPr algn="l"/>
            <a:r>
              <a:rPr lang="ru-RU" sz="3600" b="0" i="0" dirty="0">
                <a:effectLst/>
              </a:rPr>
              <a:t>Ложь развращает моральные способности человека, всегда морально неправильна, и никогда не бывает правильной.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2950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20B98-70E9-4F41-A9B0-5FBBC541F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9309" y="159797"/>
            <a:ext cx="8753382" cy="1526959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Аристотеля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84998A-63B2-4F76-B411-41B102EA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18" y="2024109"/>
            <a:ext cx="11469950" cy="3737499"/>
          </a:xfrm>
        </p:spPr>
        <p:txBody>
          <a:bodyPr/>
          <a:lstStyle/>
          <a:p>
            <a:pPr algn="l"/>
            <a:r>
              <a:rPr lang="ru-RU" sz="3600" dirty="0"/>
              <a:t>Люди, устроены таким образом, чтобы в принципе отвергать неправду, поэтому данный поступок способен привести у ухудшению отношений между людьми.</a:t>
            </a:r>
          </a:p>
        </p:txBody>
      </p:sp>
    </p:spTree>
    <p:extLst>
      <p:ext uri="{BB962C8B-B14F-4D97-AF65-F5344CB8AC3E}">
        <p14:creationId xmlns:p14="http://schemas.microsoft.com/office/powerpoint/2010/main" val="237861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C03E23-8A8F-492F-AC56-7FD6410F3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4334" y="461638"/>
            <a:ext cx="5356194" cy="864417"/>
          </a:xfrm>
        </p:spPr>
        <p:txBody>
          <a:bodyPr>
            <a:normAutofit fontScale="90000"/>
          </a:bodyPr>
          <a:lstStyle/>
          <a:p>
            <a:r>
              <a:rPr lang="ru-RU" dirty="0"/>
              <a:t>3 случай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FD96EB1-7E70-4F18-9860-97BA436D5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3983" y="1606857"/>
            <a:ext cx="11283519" cy="3701989"/>
          </a:xfrm>
        </p:spPr>
        <p:txBody>
          <a:bodyPr/>
          <a:lstStyle/>
          <a:p>
            <a:pPr algn="l"/>
            <a:r>
              <a:rPr lang="ru-RU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Человек смертельно болен, врач говорит, что нужно немного полежать в больнице и он выздоровеет (врач успокаивает больного).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7787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82081-479D-412C-BD93-BB26EEFE4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7656" y="133165"/>
            <a:ext cx="7896687" cy="1242873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Бентама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D8BBB20-2007-4E66-ADFB-6278698E5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969" y="1935333"/>
            <a:ext cx="9940031" cy="3322468"/>
          </a:xfrm>
        </p:spPr>
        <p:txBody>
          <a:bodyPr/>
          <a:lstStyle/>
          <a:p>
            <a:pPr algn="l"/>
            <a:r>
              <a:rPr lang="ru-RU" sz="3600" dirty="0"/>
              <a:t>Оценку того или иного деяния определяют только его последствия. Если больному будет легче от мысли, что он поправится, то ложь допустима.</a:t>
            </a:r>
          </a:p>
        </p:txBody>
      </p:sp>
    </p:spTree>
    <p:extLst>
      <p:ext uri="{BB962C8B-B14F-4D97-AF65-F5344CB8AC3E}">
        <p14:creationId xmlns:p14="http://schemas.microsoft.com/office/powerpoint/2010/main" val="3583290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1BF7CC-2A80-4265-9BBE-E855E0A94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5960" y="292963"/>
            <a:ext cx="7173157" cy="896645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Канта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FAB6C0-3350-41ED-B5DB-4114B31A0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049" y="1926454"/>
            <a:ext cx="11265763" cy="3338004"/>
          </a:xfrm>
        </p:spPr>
        <p:txBody>
          <a:bodyPr/>
          <a:lstStyle/>
          <a:p>
            <a:pPr algn="l"/>
            <a:r>
              <a:rPr lang="ru-RU" sz="3600" b="0" i="0" dirty="0">
                <a:effectLst/>
              </a:rPr>
              <a:t>Истина - это формальный долг человека по отношению к каждому. </a:t>
            </a:r>
            <a:r>
              <a:rPr lang="ru-RU" sz="3600" dirty="0"/>
              <a:t>Врачу не стоит ссылаться на утилитарную логику.</a:t>
            </a:r>
          </a:p>
        </p:txBody>
      </p:sp>
    </p:spTree>
    <p:extLst>
      <p:ext uri="{BB962C8B-B14F-4D97-AF65-F5344CB8AC3E}">
        <p14:creationId xmlns:p14="http://schemas.microsoft.com/office/powerpoint/2010/main" val="2796286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D20B98-70E9-4F41-A9B0-5FBBC541F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260" y="59923"/>
            <a:ext cx="9145479" cy="1606858"/>
          </a:xfrm>
        </p:spPr>
        <p:txBody>
          <a:bodyPr>
            <a:normAutofit fontScale="90000"/>
          </a:bodyPr>
          <a:lstStyle/>
          <a:p>
            <a:r>
              <a:rPr lang="ru-RU" dirty="0"/>
              <a:t>Реакция Аристотеля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84998A-63B2-4F76-B411-41B102EAF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219" y="2574526"/>
            <a:ext cx="11425561" cy="3420122"/>
          </a:xfrm>
        </p:spPr>
        <p:txBody>
          <a:bodyPr/>
          <a:lstStyle/>
          <a:p>
            <a:pPr algn="l"/>
            <a:r>
              <a:rPr lang="ru-RU" sz="3600" dirty="0"/>
              <a:t>Ложь во благо – допустима и даже необходима, в подобных случаях.</a:t>
            </a:r>
          </a:p>
        </p:txBody>
      </p:sp>
    </p:spTree>
    <p:extLst>
      <p:ext uri="{BB962C8B-B14F-4D97-AF65-F5344CB8AC3E}">
        <p14:creationId xmlns:p14="http://schemas.microsoft.com/office/powerpoint/2010/main" val="23032660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95</TotalTime>
  <Words>341</Words>
  <Application>Microsoft Office PowerPoint</Application>
  <PresentationFormat>Широкоэкранный</PresentationFormat>
  <Paragraphs>26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Century Gothic</vt:lpstr>
      <vt:lpstr>Wingdings 3</vt:lpstr>
      <vt:lpstr>Ион</vt:lpstr>
      <vt:lpstr>Реакция философов на ложь</vt:lpstr>
      <vt:lpstr>1 случай</vt:lpstr>
      <vt:lpstr>Реакция Бентама</vt:lpstr>
      <vt:lpstr>Реакция Канта</vt:lpstr>
      <vt:lpstr>Реакция Аристотеля</vt:lpstr>
      <vt:lpstr>2 случай</vt:lpstr>
      <vt:lpstr>Реакция Бентама</vt:lpstr>
      <vt:lpstr>Реакция Канта</vt:lpstr>
      <vt:lpstr>Реакция Аристотеля</vt:lpstr>
      <vt:lpstr>3 случай</vt:lpstr>
      <vt:lpstr>Реакция Бентама</vt:lpstr>
      <vt:lpstr>Реакция Канта</vt:lpstr>
      <vt:lpstr>Реакция Аристотеля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Реакция философов на ложь</dc:title>
  <dc:creator>Artyom</dc:creator>
  <cp:lastModifiedBy>Artyom</cp:lastModifiedBy>
  <cp:revision>4</cp:revision>
  <dcterms:created xsi:type="dcterms:W3CDTF">2022-12-23T20:02:07Z</dcterms:created>
  <dcterms:modified xsi:type="dcterms:W3CDTF">2022-12-23T21:37:31Z</dcterms:modified>
</cp:coreProperties>
</file>