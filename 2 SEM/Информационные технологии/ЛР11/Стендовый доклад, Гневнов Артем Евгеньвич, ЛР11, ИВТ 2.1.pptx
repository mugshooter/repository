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08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7E9ACEB4-B924-4BE6-A313-3D072BABC979}"/>
    <pc:docChg chg="undo custSel addSld delSld modSld modMainMaster modNotesMaster">
      <pc:chgData name="Artyom Gnevnov" userId="2f0d4a8a008de216" providerId="LiveId" clId="{7E9ACEB4-B924-4BE6-A313-3D072BABC979}" dt="2023-06-19T14:39:06.152" v="333" actId="14100"/>
      <pc:docMkLst>
        <pc:docMk/>
      </pc:docMkLst>
      <pc:sldChg chg="new del">
        <pc:chgData name="Artyom Gnevnov" userId="2f0d4a8a008de216" providerId="LiveId" clId="{7E9ACEB4-B924-4BE6-A313-3D072BABC979}" dt="2023-06-19T14:14:51.919" v="1" actId="680"/>
        <pc:sldMkLst>
          <pc:docMk/>
          <pc:sldMk cId="215247204" sldId="256"/>
        </pc:sldMkLst>
      </pc:sldChg>
      <pc:sldChg chg="addSp delSp modSp new mod">
        <pc:chgData name="Artyom Gnevnov" userId="2f0d4a8a008de216" providerId="LiveId" clId="{7E9ACEB4-B924-4BE6-A313-3D072BABC979}" dt="2023-06-19T14:39:06.152" v="333" actId="14100"/>
        <pc:sldMkLst>
          <pc:docMk/>
          <pc:sldMk cId="3205761723" sldId="256"/>
        </pc:sldMkLst>
        <pc:spChg chg="mod">
          <ac:chgData name="Artyom Gnevnov" userId="2f0d4a8a008de216" providerId="LiveId" clId="{7E9ACEB4-B924-4BE6-A313-3D072BABC979}" dt="2023-06-19T14:35:51.673" v="250" actId="1076"/>
          <ac:spMkLst>
            <pc:docMk/>
            <pc:sldMk cId="3205761723" sldId="256"/>
            <ac:spMk id="2" creationId="{7B58153F-0BDB-44EB-9D6C-CA7F6F441285}"/>
          </ac:spMkLst>
        </pc:spChg>
        <pc:spChg chg="mod">
          <ac:chgData name="Artyom Gnevnov" userId="2f0d4a8a008de216" providerId="LiveId" clId="{7E9ACEB4-B924-4BE6-A313-3D072BABC979}" dt="2023-06-19T14:35:57.284" v="252" actId="1076"/>
          <ac:spMkLst>
            <pc:docMk/>
            <pc:sldMk cId="3205761723" sldId="256"/>
            <ac:spMk id="3" creationId="{72774C3A-2EFF-4727-A63D-278D90AF3133}"/>
          </ac:spMkLst>
        </pc:spChg>
        <pc:spChg chg="add mod">
          <ac:chgData name="Artyom Gnevnov" userId="2f0d4a8a008de216" providerId="LiveId" clId="{7E9ACEB4-B924-4BE6-A313-3D072BABC979}" dt="2023-06-19T14:36:51.979" v="262" actId="20577"/>
          <ac:spMkLst>
            <pc:docMk/>
            <pc:sldMk cId="3205761723" sldId="256"/>
            <ac:spMk id="5" creationId="{919EFC28-D303-4ED2-83AD-1B5E251ED3CC}"/>
          </ac:spMkLst>
        </pc:spChg>
        <pc:spChg chg="add mod">
          <ac:chgData name="Artyom Gnevnov" userId="2f0d4a8a008de216" providerId="LiveId" clId="{7E9ACEB4-B924-4BE6-A313-3D072BABC979}" dt="2023-06-19T14:36:55.215" v="263" actId="1076"/>
          <ac:spMkLst>
            <pc:docMk/>
            <pc:sldMk cId="3205761723" sldId="256"/>
            <ac:spMk id="7" creationId="{E7D66417-0EBF-46CA-8B27-07D389B0666D}"/>
          </ac:spMkLst>
        </pc:spChg>
        <pc:spChg chg="add mod">
          <ac:chgData name="Artyom Gnevnov" userId="2f0d4a8a008de216" providerId="LiveId" clId="{7E9ACEB4-B924-4BE6-A313-3D072BABC979}" dt="2023-06-19T14:36:08.717" v="254" actId="1076"/>
          <ac:spMkLst>
            <pc:docMk/>
            <pc:sldMk cId="3205761723" sldId="256"/>
            <ac:spMk id="9" creationId="{DC3972AE-7DCB-47C9-9B11-41D13E08E099}"/>
          </ac:spMkLst>
        </pc:spChg>
        <pc:spChg chg="add del">
          <ac:chgData name="Artyom Gnevnov" userId="2f0d4a8a008de216" providerId="LiveId" clId="{7E9ACEB4-B924-4BE6-A313-3D072BABC979}" dt="2023-06-19T14:37:07.508" v="265" actId="22"/>
          <ac:spMkLst>
            <pc:docMk/>
            <pc:sldMk cId="3205761723" sldId="256"/>
            <ac:spMk id="11" creationId="{D6E056F5-7B35-47F3-8895-7D3F21A4E601}"/>
          </ac:spMkLst>
        </pc:spChg>
        <pc:spChg chg="add mod">
          <ac:chgData name="Artyom Gnevnov" userId="2f0d4a8a008de216" providerId="LiveId" clId="{7E9ACEB4-B924-4BE6-A313-3D072BABC979}" dt="2023-06-19T14:39:06.152" v="333" actId="14100"/>
          <ac:spMkLst>
            <pc:docMk/>
            <pc:sldMk cId="3205761723" sldId="256"/>
            <ac:spMk id="13" creationId="{0F6BE865-3156-4E7F-ADAB-47E8AFE84EDF}"/>
          </ac:spMkLst>
        </pc:spChg>
      </pc:sldChg>
      <pc:sldMasterChg chg="addSldLayout delSldLayout modSldLayout">
        <pc:chgData name="Artyom Gnevnov" userId="2f0d4a8a008de216" providerId="LiveId" clId="{7E9ACEB4-B924-4BE6-A313-3D072BABC979}" dt="2023-06-19T14:15:40.140" v="3"/>
        <pc:sldMasterMkLst>
          <pc:docMk/>
          <pc:sldMasterMk cId="3861434373" sldId="2147483648"/>
        </pc:sldMasterMkLst>
        <pc:sldLayoutChg chg="modSp add">
          <pc:chgData name="Artyom Gnevnov" userId="2f0d4a8a008de216" providerId="LiveId" clId="{7E9ACEB4-B924-4BE6-A313-3D072BABC979}" dt="2023-06-19T14:15:40.140" v="3"/>
          <pc:sldLayoutMkLst>
            <pc:docMk/>
            <pc:sldMasterMk cId="3861434373" sldId="2147483648"/>
            <pc:sldLayoutMk cId="612908278" sldId="2147483649"/>
          </pc:sldLayoutMkLst>
          <pc:spChg chg="mod">
            <ac:chgData name="Artyom Gnevnov" userId="2f0d4a8a008de216" providerId="LiveId" clId="{7E9ACEB4-B924-4BE6-A313-3D072BABC979}" dt="2023-06-19T14:15:40.140" v="3"/>
            <ac:spMkLst>
              <pc:docMk/>
              <pc:sldMasterMk cId="3861434373" sldId="2147483648"/>
              <pc:sldLayoutMk cId="612908278" sldId="2147483649"/>
              <ac:spMk id="2" creationId="{1B6C1056-BC90-4F90-A709-8A2F9DCCAAA3}"/>
            </ac:spMkLst>
          </pc:spChg>
          <pc:spChg chg="mod">
            <ac:chgData name="Artyom Gnevnov" userId="2f0d4a8a008de216" providerId="LiveId" clId="{7E9ACEB4-B924-4BE6-A313-3D072BABC979}" dt="2023-06-19T14:15:40.140" v="3"/>
            <ac:spMkLst>
              <pc:docMk/>
              <pc:sldMasterMk cId="3861434373" sldId="2147483648"/>
              <pc:sldLayoutMk cId="612908278" sldId="2147483649"/>
              <ac:spMk id="3" creationId="{94E4CC4F-85D3-4983-BAF2-D6F30C1EB22B}"/>
            </ac:spMkLst>
          </pc:spChg>
        </pc:sldLayoutChg>
        <pc:sldLayoutChg chg="add del">
          <pc:chgData name="Artyom Gnevnov" userId="2f0d4a8a008de216" providerId="LiveId" clId="{7E9ACEB4-B924-4BE6-A313-3D072BABC979}" dt="2023-06-19T14:14:51.919" v="1" actId="680"/>
          <pc:sldLayoutMkLst>
            <pc:docMk/>
            <pc:sldMasterMk cId="3861434373" sldId="2147483648"/>
            <pc:sldLayoutMk cId="3238286863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9673A-617F-4740-953F-3094E901CBE4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8D3CB-C5EC-425F-B087-4653037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5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C1056-BC90-4F90-A709-8A2F9DCCA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E4CC4F-85D3-4983-BAF2-D6F30C1EB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0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43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8153F-0BDB-44EB-9D6C-CA7F6F441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89184"/>
            <a:ext cx="11826240" cy="704965"/>
          </a:xfrm>
        </p:spPr>
        <p:txBody>
          <a:bodyPr/>
          <a:lstStyle/>
          <a:p>
            <a:r>
              <a:rPr lang="ru-RU" sz="4800" b="1" dirty="0"/>
              <a:t>Киберспорт и искусственный интеллект</a:t>
            </a:r>
            <a:endParaRPr lang="en-US" sz="48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774C3A-2EFF-4727-A63D-278D90AF3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1" y="794149"/>
            <a:ext cx="11988800" cy="928897"/>
          </a:xfrm>
        </p:spPr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Гневнов А.Е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РГПУ им. А. И. Герцена.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Иванова Е.А. ассистент кафедры компьютерных технологий и электронного обучения. </a:t>
            </a:r>
            <a:b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9EFC28-D303-4ED2-83AD-1B5E251ED3CC}"/>
              </a:ext>
            </a:extLst>
          </p:cNvPr>
          <p:cNvSpPr txBox="1"/>
          <p:nvPr/>
        </p:nvSpPr>
        <p:spPr>
          <a:xfrm>
            <a:off x="142241" y="1723046"/>
            <a:ext cx="478291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Аннотация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Киберспорт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командное или индивидуальное соревнование на основе компьютерных видеоигр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свойство искусственных интеллектуальных систем выполнять творческие функции, которые традиционно считаются прерогативой человека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— первый по дисциплине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и крупнейший среди прочих ежегодный киберспортивный турнир. Проводится компанией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66417-0EBF-46CA-8B27-07D389B0666D}"/>
              </a:ext>
            </a:extLst>
          </p:cNvPr>
          <p:cNvSpPr txBox="1"/>
          <p:nvPr/>
        </p:nvSpPr>
        <p:spPr>
          <a:xfrm>
            <a:off x="142241" y="4523813"/>
            <a:ext cx="499100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 ИИ как соперника в играх</a:t>
            </a:r>
            <a:endParaRPr lang="en-US" b="1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1996 году шахматный суперкомпьютер Deep Blue кампании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был готов сразиться с чемпионом мира – Гарри Каспаровым. Ту серию выиграл Каспаров. Через год разработчики увеличили мощность машины, Deep Blue обыграл шахматиста в серии. Итоговый результат встречи для Deep Blue – 2 победы, 3 ничьи и 1 поражение.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972AE-7DCB-47C9-9B11-41D13E08E099}"/>
              </a:ext>
            </a:extLst>
          </p:cNvPr>
          <p:cNvSpPr txBox="1"/>
          <p:nvPr/>
        </p:nvSpPr>
        <p:spPr>
          <a:xfrm>
            <a:off x="4884517" y="1723046"/>
            <a:ext cx="712460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ИИ в киберспорте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2017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Бот в матче 1 на 1 обыграл одного из самых известных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дотеров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мира – Данила «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Ишутина. Работа над ботом велась полгода.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2018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самом турнире было запланировано 3 матча. 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матч 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сыграли с аутсайдерами 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paiN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Gaming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второй с китайскими «ветеранами». Из-за провального выступления компьютера третий матч решили отменить. Счет – 2:0 в пользу людей.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2019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2019 году чемпионы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2018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сыграли 2 матча против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Боты победили OG со счетом 2:0 в серии до двух побед.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6BE865-3156-4E7F-ADAB-47E8AFE84EDF}"/>
              </a:ext>
            </a:extLst>
          </p:cNvPr>
          <p:cNvSpPr txBox="1"/>
          <p:nvPr/>
        </p:nvSpPr>
        <p:spPr>
          <a:xfrm>
            <a:off x="5144894" y="4523813"/>
            <a:ext cx="68642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успеха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проанализировал более 11 миллионов различных матчей, поэтому точно знал, с какими персонажами будет проще победить.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предсказывает происходящее на карте на восемь минут вперед.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просчитывает свои действия на шесть секунд вперед и меняет моментально планы по ситуации на карте.</a:t>
            </a:r>
          </a:p>
        </p:txBody>
      </p:sp>
    </p:spTree>
    <p:extLst>
      <p:ext uri="{BB962C8B-B14F-4D97-AF65-F5344CB8AC3E}">
        <p14:creationId xmlns:p14="http://schemas.microsoft.com/office/powerpoint/2010/main" val="32057617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297</Words>
  <Application>Microsoft Office PowerPoint</Application>
  <PresentationFormat>Широкоэкранный</PresentationFormat>
  <Paragraphs>17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Киберспорт и искусственный интеллект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Киберспорт и искусственный интеллект</dc:title>
  <dc:creator>Artyom Gnevnov</dc:creator>
  <cp:lastModifiedBy>Artyom Gnevnov</cp:lastModifiedBy>
  <cp:revision>2</cp:revision>
  <dcterms:created xsi:type="dcterms:W3CDTF">2023-06-19T14:13:41Z</dcterms:created>
  <dcterms:modified xsi:type="dcterms:W3CDTF">2023-06-19T14:40:08Z</dcterms:modified>
</cp:coreProperties>
</file>