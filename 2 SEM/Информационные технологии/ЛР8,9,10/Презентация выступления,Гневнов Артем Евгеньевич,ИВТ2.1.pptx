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662A0A98-1A63-4D72-BF45-CA4ABCBE13C1}"/>
    <pc:docChg chg="undo custSel addSld modSld">
      <pc:chgData name="Artyom Gnevnov" userId="2f0d4a8a008de216" providerId="LiveId" clId="{662A0A98-1A63-4D72-BF45-CA4ABCBE13C1}" dt="2023-06-19T18:12:11.195" v="873" actId="20577"/>
      <pc:docMkLst>
        <pc:docMk/>
      </pc:docMkLst>
      <pc:sldChg chg="addSp delSp modSp new mod">
        <pc:chgData name="Artyom Gnevnov" userId="2f0d4a8a008de216" providerId="LiveId" clId="{662A0A98-1A63-4D72-BF45-CA4ABCBE13C1}" dt="2023-06-19T18:12:11.195" v="873" actId="20577"/>
        <pc:sldMkLst>
          <pc:docMk/>
          <pc:sldMk cId="2805748597" sldId="256"/>
        </pc:sldMkLst>
        <pc:spChg chg="add del mod">
          <ac:chgData name="Artyom Gnevnov" userId="2f0d4a8a008de216" providerId="LiveId" clId="{662A0A98-1A63-4D72-BF45-CA4ABCBE13C1}" dt="2023-06-19T14:39:27.685" v="856" actId="1076"/>
          <ac:spMkLst>
            <pc:docMk/>
            <pc:sldMk cId="2805748597" sldId="256"/>
            <ac:spMk id="2" creationId="{00132F5A-99A2-4963-B5C1-940B8F2C6941}"/>
          </ac:spMkLst>
        </pc:spChg>
        <pc:spChg chg="mod">
          <ac:chgData name="Artyom Gnevnov" userId="2f0d4a8a008de216" providerId="LiveId" clId="{662A0A98-1A63-4D72-BF45-CA4ABCBE13C1}" dt="2023-06-19T18:12:11.195" v="873" actId="20577"/>
          <ac:spMkLst>
            <pc:docMk/>
            <pc:sldMk cId="2805748597" sldId="256"/>
            <ac:spMk id="3" creationId="{97AFC9C6-9D75-4258-9CCC-52A0AD14FFF1}"/>
          </ac:spMkLst>
        </pc:spChg>
        <pc:spChg chg="add del mod">
          <ac:chgData name="Artyom Gnevnov" userId="2f0d4a8a008de216" providerId="LiveId" clId="{662A0A98-1A63-4D72-BF45-CA4ABCBE13C1}" dt="2023-06-19T13:13:46.803" v="2"/>
          <ac:spMkLst>
            <pc:docMk/>
            <pc:sldMk cId="2805748597" sldId="256"/>
            <ac:spMk id="5" creationId="{797844A3-36E8-4A2F-AA38-5F4D60785616}"/>
          </ac:spMkLst>
        </pc:spChg>
        <pc:spChg chg="add del mod">
          <ac:chgData name="Artyom Gnevnov" userId="2f0d4a8a008de216" providerId="LiveId" clId="{662A0A98-1A63-4D72-BF45-CA4ABCBE13C1}" dt="2023-06-19T13:13:49.003" v="4"/>
          <ac:spMkLst>
            <pc:docMk/>
            <pc:sldMk cId="2805748597" sldId="256"/>
            <ac:spMk id="7" creationId="{756555C0-9DDB-4EA3-9D7B-DC862FFF0D93}"/>
          </ac:spMkLst>
        </pc:spChg>
        <pc:graphicFrameChg chg="add del mod">
          <ac:chgData name="Artyom Gnevnov" userId="2f0d4a8a008de216" providerId="LiveId" clId="{662A0A98-1A63-4D72-BF45-CA4ABCBE13C1}" dt="2023-06-19T13:13:46.803" v="2"/>
          <ac:graphicFrameMkLst>
            <pc:docMk/>
            <pc:sldMk cId="2805748597" sldId="256"/>
            <ac:graphicFrameMk id="4" creationId="{CFDDB19D-4AC5-4DD8-9B40-7D670B33878D}"/>
          </ac:graphicFrameMkLst>
        </pc:graphicFrameChg>
        <pc:graphicFrameChg chg="add del mod">
          <ac:chgData name="Artyom Gnevnov" userId="2f0d4a8a008de216" providerId="LiveId" clId="{662A0A98-1A63-4D72-BF45-CA4ABCBE13C1}" dt="2023-06-19T13:13:49.003" v="4"/>
          <ac:graphicFrameMkLst>
            <pc:docMk/>
            <pc:sldMk cId="2805748597" sldId="256"/>
            <ac:graphicFrameMk id="6" creationId="{4E8462FB-3149-419E-BF44-0A50A3478C63}"/>
          </ac:graphicFrameMkLst>
        </pc:graphicFrameChg>
      </pc:sldChg>
      <pc:sldChg chg="modSp new mod">
        <pc:chgData name="Artyom Gnevnov" userId="2f0d4a8a008de216" providerId="LiveId" clId="{662A0A98-1A63-4D72-BF45-CA4ABCBE13C1}" dt="2023-06-19T13:17:02.619" v="103" actId="120"/>
        <pc:sldMkLst>
          <pc:docMk/>
          <pc:sldMk cId="1182051292" sldId="257"/>
        </pc:sldMkLst>
        <pc:spChg chg="mod">
          <ac:chgData name="Artyom Gnevnov" userId="2f0d4a8a008de216" providerId="LiveId" clId="{662A0A98-1A63-4D72-BF45-CA4ABCBE13C1}" dt="2023-06-19T13:16:09.526" v="94" actId="313"/>
          <ac:spMkLst>
            <pc:docMk/>
            <pc:sldMk cId="1182051292" sldId="257"/>
            <ac:spMk id="2" creationId="{EC82FDE8-8C21-4385-9A56-C8F43A0E679B}"/>
          </ac:spMkLst>
        </pc:spChg>
        <pc:spChg chg="mod">
          <ac:chgData name="Artyom Gnevnov" userId="2f0d4a8a008de216" providerId="LiveId" clId="{662A0A98-1A63-4D72-BF45-CA4ABCBE13C1}" dt="2023-06-19T13:17:02.619" v="103" actId="120"/>
          <ac:spMkLst>
            <pc:docMk/>
            <pc:sldMk cId="1182051292" sldId="257"/>
            <ac:spMk id="3" creationId="{49E4E52F-493E-4B79-A69B-FF1E08032DCB}"/>
          </ac:spMkLst>
        </pc:spChg>
      </pc:sldChg>
      <pc:sldChg chg="modSp new mod">
        <pc:chgData name="Artyom Gnevnov" userId="2f0d4a8a008de216" providerId="LiveId" clId="{662A0A98-1A63-4D72-BF45-CA4ABCBE13C1}" dt="2023-06-19T13:18:36.481" v="139" actId="120"/>
        <pc:sldMkLst>
          <pc:docMk/>
          <pc:sldMk cId="3183582262" sldId="258"/>
        </pc:sldMkLst>
        <pc:spChg chg="mod">
          <ac:chgData name="Artyom Gnevnov" userId="2f0d4a8a008de216" providerId="LiveId" clId="{662A0A98-1A63-4D72-BF45-CA4ABCBE13C1}" dt="2023-06-19T13:17:19.930" v="128" actId="1076"/>
          <ac:spMkLst>
            <pc:docMk/>
            <pc:sldMk cId="3183582262" sldId="258"/>
            <ac:spMk id="2" creationId="{E6267D36-1E9B-456B-99A2-087312B6D267}"/>
          </ac:spMkLst>
        </pc:spChg>
        <pc:spChg chg="mod">
          <ac:chgData name="Artyom Gnevnov" userId="2f0d4a8a008de216" providerId="LiveId" clId="{662A0A98-1A63-4D72-BF45-CA4ABCBE13C1}" dt="2023-06-19T13:18:36.481" v="139" actId="120"/>
          <ac:spMkLst>
            <pc:docMk/>
            <pc:sldMk cId="3183582262" sldId="258"/>
            <ac:spMk id="3" creationId="{C4C709CD-3942-4F15-9961-62D29A92AB29}"/>
          </ac:spMkLst>
        </pc:spChg>
      </pc:sldChg>
      <pc:sldChg chg="addSp delSp modSp new mod">
        <pc:chgData name="Artyom Gnevnov" userId="2f0d4a8a008de216" providerId="LiveId" clId="{662A0A98-1A63-4D72-BF45-CA4ABCBE13C1}" dt="2023-06-19T17:44:02.623" v="870" actId="20577"/>
        <pc:sldMkLst>
          <pc:docMk/>
          <pc:sldMk cId="2256126732" sldId="259"/>
        </pc:sldMkLst>
        <pc:spChg chg="mod">
          <ac:chgData name="Artyom Gnevnov" userId="2f0d4a8a008de216" providerId="LiveId" clId="{662A0A98-1A63-4D72-BF45-CA4ABCBE13C1}" dt="2023-06-19T13:20:21.347" v="164" actId="1076"/>
          <ac:spMkLst>
            <pc:docMk/>
            <pc:sldMk cId="2256126732" sldId="259"/>
            <ac:spMk id="2" creationId="{7F37B739-2C74-4BEE-970F-F4371638593C}"/>
          </ac:spMkLst>
        </pc:spChg>
        <pc:spChg chg="mod">
          <ac:chgData name="Artyom Gnevnov" userId="2f0d4a8a008de216" providerId="LiveId" clId="{662A0A98-1A63-4D72-BF45-CA4ABCBE13C1}" dt="2023-06-19T17:44:02.623" v="870" actId="20577"/>
          <ac:spMkLst>
            <pc:docMk/>
            <pc:sldMk cId="2256126732" sldId="259"/>
            <ac:spMk id="3" creationId="{228F71E5-3D27-43B1-9188-D26B0012ED40}"/>
          </ac:spMkLst>
        </pc:spChg>
        <pc:picChg chg="add del">
          <ac:chgData name="Artyom Gnevnov" userId="2f0d4a8a008de216" providerId="LiveId" clId="{662A0A98-1A63-4D72-BF45-CA4ABCBE13C1}" dt="2023-06-19T13:23:04.075" v="187"/>
          <ac:picMkLst>
            <pc:docMk/>
            <pc:sldMk cId="2256126732" sldId="259"/>
            <ac:picMk id="2050" creationId="{4141B755-C3F0-485F-9D6E-273618863ACA}"/>
          </ac:picMkLst>
        </pc:picChg>
        <pc:picChg chg="add mod">
          <ac:chgData name="Artyom Gnevnov" userId="2f0d4a8a008de216" providerId="LiveId" clId="{662A0A98-1A63-4D72-BF45-CA4ABCBE13C1}" dt="2023-06-19T13:25:47.728" v="228" actId="1076"/>
          <ac:picMkLst>
            <pc:docMk/>
            <pc:sldMk cId="2256126732" sldId="259"/>
            <ac:picMk id="2052" creationId="{39F37810-EB86-4C2B-9FCA-FC0414DC9BE8}"/>
          </ac:picMkLst>
        </pc:picChg>
      </pc:sldChg>
      <pc:sldChg chg="addSp modSp new mod">
        <pc:chgData name="Artyom Gnevnov" userId="2f0d4a8a008de216" providerId="LiveId" clId="{662A0A98-1A63-4D72-BF45-CA4ABCBE13C1}" dt="2023-06-19T13:32:36.831" v="293" actId="1076"/>
        <pc:sldMkLst>
          <pc:docMk/>
          <pc:sldMk cId="1746591651" sldId="260"/>
        </pc:sldMkLst>
        <pc:spChg chg="mod">
          <ac:chgData name="Artyom Gnevnov" userId="2f0d4a8a008de216" providerId="LiveId" clId="{662A0A98-1A63-4D72-BF45-CA4ABCBE13C1}" dt="2023-06-19T13:27:27.456" v="253" actId="1076"/>
          <ac:spMkLst>
            <pc:docMk/>
            <pc:sldMk cId="1746591651" sldId="260"/>
            <ac:spMk id="2" creationId="{3D2170B4-11F5-4C78-89ED-985A68065BEA}"/>
          </ac:spMkLst>
        </pc:spChg>
        <pc:spChg chg="mod">
          <ac:chgData name="Artyom Gnevnov" userId="2f0d4a8a008de216" providerId="LiveId" clId="{662A0A98-1A63-4D72-BF45-CA4ABCBE13C1}" dt="2023-06-19T13:31:51.853" v="289" actId="20577"/>
          <ac:spMkLst>
            <pc:docMk/>
            <pc:sldMk cId="1746591651" sldId="260"/>
            <ac:spMk id="3" creationId="{F19E70E6-CF67-4400-A656-B87EEC4EFD6A}"/>
          </ac:spMkLst>
        </pc:spChg>
        <pc:picChg chg="add mod">
          <ac:chgData name="Artyom Gnevnov" userId="2f0d4a8a008de216" providerId="LiveId" clId="{662A0A98-1A63-4D72-BF45-CA4ABCBE13C1}" dt="2023-06-19T13:32:36.831" v="293" actId="1076"/>
          <ac:picMkLst>
            <pc:docMk/>
            <pc:sldMk cId="1746591651" sldId="260"/>
            <ac:picMk id="5" creationId="{225A1C8E-34E3-4CE6-BBDA-E73060E8FE87}"/>
          </ac:picMkLst>
        </pc:picChg>
      </pc:sldChg>
      <pc:sldChg chg="modSp new mod">
        <pc:chgData name="Artyom Gnevnov" userId="2f0d4a8a008de216" providerId="LiveId" clId="{662A0A98-1A63-4D72-BF45-CA4ABCBE13C1}" dt="2023-06-19T13:43:44.128" v="558"/>
        <pc:sldMkLst>
          <pc:docMk/>
          <pc:sldMk cId="3208999077" sldId="261"/>
        </pc:sldMkLst>
        <pc:spChg chg="mod">
          <ac:chgData name="Artyom Gnevnov" userId="2f0d4a8a008de216" providerId="LiveId" clId="{662A0A98-1A63-4D72-BF45-CA4ABCBE13C1}" dt="2023-06-19T13:43:07.757" v="553" actId="1076"/>
          <ac:spMkLst>
            <pc:docMk/>
            <pc:sldMk cId="3208999077" sldId="261"/>
            <ac:spMk id="2" creationId="{B9CEEB6B-CC0D-4772-B380-E49DAF9BCF3C}"/>
          </ac:spMkLst>
        </pc:spChg>
        <pc:spChg chg="mod">
          <ac:chgData name="Artyom Gnevnov" userId="2f0d4a8a008de216" providerId="LiveId" clId="{662A0A98-1A63-4D72-BF45-CA4ABCBE13C1}" dt="2023-06-19T13:43:44.128" v="558"/>
          <ac:spMkLst>
            <pc:docMk/>
            <pc:sldMk cId="3208999077" sldId="261"/>
            <ac:spMk id="3" creationId="{FF8DF350-1FA9-4459-8135-375606CB2EA3}"/>
          </ac:spMkLst>
        </pc:spChg>
      </pc:sldChg>
      <pc:sldChg chg="modSp new mod">
        <pc:chgData name="Artyom Gnevnov" userId="2f0d4a8a008de216" providerId="LiveId" clId="{662A0A98-1A63-4D72-BF45-CA4ABCBE13C1}" dt="2023-06-19T17:43:09.746" v="867" actId="20577"/>
        <pc:sldMkLst>
          <pc:docMk/>
          <pc:sldMk cId="1428690510" sldId="262"/>
        </pc:sldMkLst>
        <pc:spChg chg="mod">
          <ac:chgData name="Artyom Gnevnov" userId="2f0d4a8a008de216" providerId="LiveId" clId="{662A0A98-1A63-4D72-BF45-CA4ABCBE13C1}" dt="2023-06-19T13:47:54.293" v="660" actId="20577"/>
          <ac:spMkLst>
            <pc:docMk/>
            <pc:sldMk cId="1428690510" sldId="262"/>
            <ac:spMk id="2" creationId="{BD387196-F68C-490A-99D8-2BC530C2E956}"/>
          </ac:spMkLst>
        </pc:spChg>
        <pc:spChg chg="mod">
          <ac:chgData name="Artyom Gnevnov" userId="2f0d4a8a008de216" providerId="LiveId" clId="{662A0A98-1A63-4D72-BF45-CA4ABCBE13C1}" dt="2023-06-19T17:43:09.746" v="867" actId="20577"/>
          <ac:spMkLst>
            <pc:docMk/>
            <pc:sldMk cId="1428690510" sldId="262"/>
            <ac:spMk id="3" creationId="{D2EDD10C-D1FF-4C2E-A33C-8A855FAD903E}"/>
          </ac:spMkLst>
        </pc:spChg>
      </pc:sldChg>
      <pc:sldChg chg="modSp new mod">
        <pc:chgData name="Artyom Gnevnov" userId="2f0d4a8a008de216" providerId="LiveId" clId="{662A0A98-1A63-4D72-BF45-CA4ABCBE13C1}" dt="2023-06-19T13:54:39.870" v="822"/>
        <pc:sldMkLst>
          <pc:docMk/>
          <pc:sldMk cId="1343444423" sldId="263"/>
        </pc:sldMkLst>
        <pc:spChg chg="mod">
          <ac:chgData name="Artyom Gnevnov" userId="2f0d4a8a008de216" providerId="LiveId" clId="{662A0A98-1A63-4D72-BF45-CA4ABCBE13C1}" dt="2023-06-19T13:50:09.656" v="672" actId="1076"/>
          <ac:spMkLst>
            <pc:docMk/>
            <pc:sldMk cId="1343444423" sldId="263"/>
            <ac:spMk id="2" creationId="{B1BAC934-F2A9-44E6-97F1-5ED99DDD07AB}"/>
          </ac:spMkLst>
        </pc:spChg>
        <pc:spChg chg="mod">
          <ac:chgData name="Artyom Gnevnov" userId="2f0d4a8a008de216" providerId="LiveId" clId="{662A0A98-1A63-4D72-BF45-CA4ABCBE13C1}" dt="2023-06-19T13:54:39.870" v="822"/>
          <ac:spMkLst>
            <pc:docMk/>
            <pc:sldMk cId="1343444423" sldId="263"/>
            <ac:spMk id="3" creationId="{6B893858-FE1E-48CD-9866-F0EE0B658DE5}"/>
          </ac:spMkLst>
        </pc:spChg>
      </pc:sldChg>
      <pc:sldChg chg="addSp delSp modSp new mod">
        <pc:chgData name="Artyom Gnevnov" userId="2f0d4a8a008de216" providerId="LiveId" clId="{662A0A98-1A63-4D72-BF45-CA4ABCBE13C1}" dt="2023-06-19T17:43:41.662" v="868" actId="1076"/>
        <pc:sldMkLst>
          <pc:docMk/>
          <pc:sldMk cId="2107528575" sldId="264"/>
        </pc:sldMkLst>
        <pc:spChg chg="add del mod">
          <ac:chgData name="Artyom Gnevnov" userId="2f0d4a8a008de216" providerId="LiveId" clId="{662A0A98-1A63-4D72-BF45-CA4ABCBE13C1}" dt="2023-06-19T17:43:41.662" v="868" actId="1076"/>
          <ac:spMkLst>
            <pc:docMk/>
            <pc:sldMk cId="2107528575" sldId="264"/>
            <ac:spMk id="2" creationId="{047874D5-408F-4AE6-9491-8382F9F40DB3}"/>
          </ac:spMkLst>
        </pc:spChg>
        <pc:spChg chg="add del">
          <ac:chgData name="Artyom Gnevnov" userId="2f0d4a8a008de216" providerId="LiveId" clId="{662A0A98-1A63-4D72-BF45-CA4ABCBE13C1}" dt="2023-06-19T14:10:57.547" v="846" actId="478"/>
          <ac:spMkLst>
            <pc:docMk/>
            <pc:sldMk cId="2107528575" sldId="264"/>
            <ac:spMk id="3" creationId="{BDE4455B-4CDF-48AA-9A4E-BE554BF6AA06}"/>
          </ac:spMkLst>
        </pc:spChg>
        <pc:spChg chg="add mod">
          <ac:chgData name="Artyom Gnevnov" userId="2f0d4a8a008de216" providerId="LiveId" clId="{662A0A98-1A63-4D72-BF45-CA4ABCBE13C1}" dt="2023-06-19T14:42:31.398" v="858" actId="1076"/>
          <ac:spMkLst>
            <pc:docMk/>
            <pc:sldMk cId="2107528575" sldId="264"/>
            <ac:spMk id="6" creationId="{7011C061-01E8-4462-8E74-31836D01334B}"/>
          </ac:spMkLst>
        </pc:spChg>
        <pc:picChg chg="add mod">
          <ac:chgData name="Artyom Gnevnov" userId="2f0d4a8a008de216" providerId="LiveId" clId="{662A0A98-1A63-4D72-BF45-CA4ABCBE13C1}" dt="2023-06-19T14:11:08.023" v="851" actId="1076"/>
          <ac:picMkLst>
            <pc:docMk/>
            <pc:sldMk cId="2107528575" sldId="264"/>
            <ac:picMk id="5" creationId="{EB03C4C4-920E-428C-9648-02B67BA40EBB}"/>
          </ac:picMkLst>
        </pc:picChg>
      </pc:sldChg>
      <pc:sldMasterChg chg="addSldLayout">
        <pc:chgData name="Artyom Gnevnov" userId="2f0d4a8a008de216" providerId="LiveId" clId="{662A0A98-1A63-4D72-BF45-CA4ABCBE13C1}" dt="2023-06-19T13:13:43.592" v="0" actId="680"/>
        <pc:sldMasterMkLst>
          <pc:docMk/>
          <pc:sldMasterMk cId="2133713026" sldId="2147483648"/>
        </pc:sldMasterMkLst>
        <pc:sldLayoutChg chg="add">
          <pc:chgData name="Artyom Gnevnov" userId="2f0d4a8a008de216" providerId="LiveId" clId="{662A0A98-1A63-4D72-BF45-CA4ABCBE13C1}" dt="2023-06-19T13:13:43.592" v="0" actId="680"/>
          <pc:sldLayoutMkLst>
            <pc:docMk/>
            <pc:sldMasterMk cId="2133713026" sldId="2147483648"/>
            <pc:sldLayoutMk cId="309432053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5C88E-015D-4EA5-BC24-B8EFFFE22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87216E-BCC1-4E01-843E-4C783C67B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71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32F5A-99A2-4963-B5C1-940B8F2C6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7421" y="1773238"/>
            <a:ext cx="8697157" cy="16557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Киберспорт и искусственный интеллект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AFC9C6-9D75-4258-9CCC-52A0AD14FF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Гневнов Артем Евгеньевич, ИВТ2.1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4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2FDE8-8C21-4385-9A56-C8F43A0E6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0575"/>
            <a:ext cx="9144000" cy="1139625"/>
          </a:xfrm>
        </p:spPr>
        <p:txBody>
          <a:bodyPr/>
          <a:lstStyle/>
          <a:p>
            <a:r>
              <a:rPr lang="ru-RU" dirty="0"/>
              <a:t>Киберспорт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E4E52F-493E-4B79-A69B-FF1E08032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291" y="2075077"/>
            <a:ext cx="11668218" cy="3855205"/>
          </a:xfrm>
        </p:spPr>
        <p:txBody>
          <a:bodyPr/>
          <a:lstStyle/>
          <a:p>
            <a:pPr algn="l"/>
            <a:r>
              <a:rPr lang="ru-RU" dirty="0"/>
              <a:t>Киберспорт (англ. </a:t>
            </a:r>
            <a:r>
              <a:rPr lang="ru-RU" dirty="0" err="1"/>
              <a:t>esports</a:t>
            </a:r>
            <a:r>
              <a:rPr lang="ru-RU" dirty="0"/>
              <a:t>) — командное или индивидуальное соревнование на основе компьютерных видеоигр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05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67D36-1E9B-456B-99A2-087312B6D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2861"/>
            <a:ext cx="9144000" cy="1024215"/>
          </a:xfrm>
        </p:spPr>
        <p:txBody>
          <a:bodyPr/>
          <a:lstStyle/>
          <a:p>
            <a:r>
              <a:rPr lang="ru-RU" dirty="0"/>
              <a:t>Искусственный интеллект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C709CD-3942-4F15-9961-62D29A92A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248" y="1959668"/>
            <a:ext cx="11783627" cy="3198257"/>
          </a:xfrm>
        </p:spPr>
        <p:txBody>
          <a:bodyPr/>
          <a:lstStyle/>
          <a:p>
            <a:pPr algn="l"/>
            <a:r>
              <a:rPr lang="ru-RU" dirty="0"/>
              <a:t>Искусственный интеллект (англ. </a:t>
            </a:r>
            <a:r>
              <a:rPr lang="ru-RU" dirty="0" err="1"/>
              <a:t>artificial</a:t>
            </a:r>
            <a:r>
              <a:rPr lang="ru-RU" dirty="0"/>
              <a:t> </a:t>
            </a:r>
            <a:r>
              <a:rPr lang="ru-RU" dirty="0" err="1"/>
              <a:t>intelligence</a:t>
            </a:r>
            <a:r>
              <a:rPr lang="ru-RU" dirty="0"/>
              <a:t>, AI) — свойство искусственных интеллектуальных систем выполнять творческие функции, которые традиционно считаются прерогативой человека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8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7B739-2C74-4BEE-970F-F43716385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8373"/>
            <a:ext cx="9144000" cy="997582"/>
          </a:xfrm>
        </p:spPr>
        <p:txBody>
          <a:bodyPr/>
          <a:lstStyle/>
          <a:p>
            <a:r>
              <a:rPr lang="ru-RU" dirty="0"/>
              <a:t>Появление ИИ в играх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F71E5-3D27-43B1-9188-D26B0012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3075" y="1597981"/>
            <a:ext cx="5012925" cy="4851646"/>
          </a:xfrm>
        </p:spPr>
        <p:txBody>
          <a:bodyPr/>
          <a:lstStyle/>
          <a:p>
            <a:pPr algn="l"/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 1996 году шахматный суперкомпьютер Deep Blue компании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IBM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был готов сразиться с чемпионом мира – Гарри Каспаровым. Ту серию выиграл Каспаров. Через год разработчики увеличили мощность машины, Deep Blue обыграл шахматиста в серии. Итоговый результат встречи для Deep Blue – 2 победы, 3 ничьи и 1 поражение. </a:t>
            </a:r>
          </a:p>
          <a:p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9F37810-EB86-4C2B-9FCA-FC0414DC9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145" y="1597981"/>
            <a:ext cx="5365382" cy="385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126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170B4-11F5-4C78-89ED-985A68065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208"/>
            <a:ext cx="9144001" cy="1112992"/>
          </a:xfrm>
        </p:spPr>
        <p:txBody>
          <a:bodyPr/>
          <a:lstStyle/>
          <a:p>
            <a:r>
              <a:rPr lang="en-US" dirty="0"/>
              <a:t>Open AI </a:t>
            </a:r>
            <a:r>
              <a:rPr lang="ru-RU" dirty="0"/>
              <a:t>в киберспорте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9E70E6-CF67-4400-A656-B87EEC4EF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5" y="1600200"/>
            <a:ext cx="5962835" cy="4649680"/>
          </a:xfrm>
        </p:spPr>
        <p:txBody>
          <a:bodyPr/>
          <a:lstStyle/>
          <a:p>
            <a:pPr algn="just"/>
            <a:r>
              <a:rPr lang="ru-RU" dirty="0"/>
              <a:t>Многие узнали о компании после того, как ИИ выступил на крупнейшем ежегодном киберспортивном турнире The International 2017. Тогда бот в матче 1 на 1 обыграл одного из самых известных </a:t>
            </a:r>
            <a:r>
              <a:rPr lang="ru-RU" dirty="0" err="1"/>
              <a:t>дотеров</a:t>
            </a:r>
            <a:r>
              <a:rPr lang="ru-RU" dirty="0"/>
              <a:t> мира – Данила «</a:t>
            </a:r>
            <a:r>
              <a:rPr lang="ru-RU" dirty="0" err="1"/>
              <a:t>Dendi</a:t>
            </a:r>
            <a:r>
              <a:rPr lang="ru-RU" dirty="0"/>
              <a:t>» Ишутина. Работа над ботом велась полгода. И если в марте 2017-го он только учился игре и наблюдал за ней со стороны, то к 11 августа побеждал самых одаренных технически игроков планеты.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5A1C8E-34E3-4CE6-BBDA-E73060E8F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375" y="1600200"/>
            <a:ext cx="4954867" cy="48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9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EEB6B-CC0D-4772-B380-E49DAF9BC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4495"/>
            <a:ext cx="9144000" cy="981645"/>
          </a:xfrm>
        </p:spPr>
        <p:txBody>
          <a:bodyPr/>
          <a:lstStyle/>
          <a:p>
            <a:r>
              <a:rPr lang="ru-RU" dirty="0"/>
              <a:t>The International 201</a:t>
            </a:r>
            <a:r>
              <a:rPr lang="en-US" dirty="0"/>
              <a:t>8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8DF350-1FA9-4459-8135-375606CB2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163" y="1391498"/>
            <a:ext cx="10691673" cy="4405620"/>
          </a:xfrm>
        </p:spPr>
        <p:txBody>
          <a:bodyPr/>
          <a:lstStyle/>
          <a:p>
            <a:pPr algn="l"/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 июне 2018-го разработчики объявили, что хотят выставить нейросеть против команды людей.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Боты AI на протяжении почти года каждый день наигрывали друг с другом по 180 лет игрового времени. Но условия игры для равного противостояния с людьми все равно пришлось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значительно упростить упростить. </a:t>
            </a:r>
          </a:p>
          <a:p>
            <a:pPr algn="l"/>
            <a:r>
              <a:rPr lang="ru-RU" dirty="0">
                <a:solidFill>
                  <a:srgbClr val="222222"/>
                </a:solidFill>
                <a:latin typeface="Roboto" panose="02000000000000000000" pitchFamily="2" charset="0"/>
              </a:rPr>
              <a:t>М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атч с командой из бывших профессиональных игроков – состоялся 5 августа 2018-го. Общий счет серии – 2:1 в пользу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OpenAI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 </a:t>
            </a:r>
          </a:p>
          <a:p>
            <a:pPr algn="l"/>
            <a:r>
              <a:rPr lang="ru-RU" dirty="0">
                <a:solidFill>
                  <a:srgbClr val="222222"/>
                </a:solidFill>
                <a:latin typeface="Roboto" panose="02000000000000000000" pitchFamily="2" charset="0"/>
              </a:rPr>
              <a:t>На самом турнире было запланировано 3 матча.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Первый матч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OpenAI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сыграли с аутсайдерами paiN Gaming, второй с китайскими «ветеранами». Из-за провального выступления компьютера третий матч решили отменить. Счет – 2:0 в пользу людей.</a:t>
            </a:r>
            <a:br>
              <a:rPr lang="ru-RU" dirty="0"/>
            </a:br>
            <a:endParaRPr lang="ru-RU" b="0" i="0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AC934-F2A9-44E6-97F1-5ED99DDD0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1638"/>
            <a:ext cx="9144000" cy="1024215"/>
          </a:xfrm>
        </p:spPr>
        <p:txBody>
          <a:bodyPr/>
          <a:lstStyle/>
          <a:p>
            <a:r>
              <a:rPr lang="ru-RU" dirty="0"/>
              <a:t>The International 201</a:t>
            </a:r>
            <a:r>
              <a:rPr lang="en-US" dirty="0"/>
              <a:t>9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893858-FE1E-48CD-9866-F0EE0B658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394" y="1695635"/>
            <a:ext cx="11194742" cy="4074850"/>
          </a:xfrm>
        </p:spPr>
        <p:txBody>
          <a:bodyPr/>
          <a:lstStyle/>
          <a:p>
            <a:pPr algn="just"/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 2019 году чемпионы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The International 2018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«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OG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» сыграли 2 матча против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AI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. Боты победили OG со счетом 2:0 в серии до двух побед. В первой игре люди играли активно и принимали не самые стандартные решения. В определенный момент им даже удалось выйти вперед, но боты верно прочувствовали свои возможности и сгруппировались. Во второй OG попытались затянуть игру, но это абсолютно не сработало, они сдались меньше чем за 20 минут.</a:t>
            </a:r>
          </a:p>
        </p:txBody>
      </p:sp>
    </p:spTree>
    <p:extLst>
      <p:ext uri="{BB962C8B-B14F-4D97-AF65-F5344CB8AC3E}">
        <p14:creationId xmlns:p14="http://schemas.microsoft.com/office/powerpoint/2010/main" val="134344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87196-F68C-490A-99D8-2BC530C2E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7249"/>
            <a:ext cx="9144000" cy="988705"/>
          </a:xfrm>
        </p:spPr>
        <p:txBody>
          <a:bodyPr/>
          <a:lstStyle/>
          <a:p>
            <a:r>
              <a:rPr lang="ru-RU" dirty="0"/>
              <a:t>Причины успеха </a:t>
            </a:r>
            <a:r>
              <a:rPr lang="en-US" dirty="0"/>
              <a:t>AI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EDD10C-D1FF-4C2E-A33C-8A855FAD9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437" y="1677879"/>
            <a:ext cx="10546672" cy="458975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До матча с бывшими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проигроками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он проанализировал более 11 миллионов различных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матчапов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, поэтому точно знал, с какими персонажами будет проще победить.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OpenAI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предсказывает происходящее на карте на восемь минут вперед.</a:t>
            </a:r>
            <a:endParaRPr lang="en-US" b="0" i="0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OpenAI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просчитывает свои действия на шесть секунд вперед и моментально меняет планы, как только ситуация на карте меняется.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Боты действовали очень агрессивно и не всегда логично, задействовали в атаках традиционно пассивных героев и получали численное преимущество.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69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874D5-408F-4AE6-9491-8382F9F40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048" y="120326"/>
            <a:ext cx="9144000" cy="1176954"/>
          </a:xfrm>
        </p:spPr>
        <p:txBody>
          <a:bodyPr/>
          <a:lstStyle/>
          <a:p>
            <a:r>
              <a:rPr lang="ru-RU" dirty="0"/>
              <a:t>Опрос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03C4C4-920E-428C-9648-02B67BA4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301" y="1939004"/>
            <a:ext cx="3353495" cy="3252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11C061-01E8-4462-8E74-31836D01334B}"/>
              </a:ext>
            </a:extLst>
          </p:cNvPr>
          <p:cNvSpPr txBox="1"/>
          <p:nvPr/>
        </p:nvSpPr>
        <p:spPr>
          <a:xfrm>
            <a:off x="4840550" y="51913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https://clck.ru/34kYWp</a:t>
            </a:r>
          </a:p>
        </p:txBody>
      </p:sp>
    </p:spTree>
    <p:extLst>
      <p:ext uri="{BB962C8B-B14F-4D97-AF65-F5344CB8AC3E}">
        <p14:creationId xmlns:p14="http://schemas.microsoft.com/office/powerpoint/2010/main" val="21075285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469</Words>
  <Application>Microsoft Office PowerPoint</Application>
  <PresentationFormat>Широкоэкранный</PresentationFormat>
  <Paragraphs>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Times New Roman</vt:lpstr>
      <vt:lpstr>Тема Office</vt:lpstr>
      <vt:lpstr>Киберспорт и искусственный интеллект</vt:lpstr>
      <vt:lpstr>Киберспорт</vt:lpstr>
      <vt:lpstr>Искусственный интеллект</vt:lpstr>
      <vt:lpstr>Появление ИИ в играх</vt:lpstr>
      <vt:lpstr>Open AI в киберспорте</vt:lpstr>
      <vt:lpstr>The International 2018</vt:lpstr>
      <vt:lpstr>The International 2019</vt:lpstr>
      <vt:lpstr>Причины успеха AI</vt:lpstr>
      <vt:lpstr>Опрос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Киберспорт и искусственный интеллект</dc:title>
  <dc:creator>Artyom Gnevnov</dc:creator>
  <cp:lastModifiedBy>Artyom Gnevnov</cp:lastModifiedBy>
  <cp:revision>8</cp:revision>
  <dcterms:created xsi:type="dcterms:W3CDTF">2023-06-19T13:13:42Z</dcterms:created>
  <dcterms:modified xsi:type="dcterms:W3CDTF">2023-06-19T18:36:08Z</dcterms:modified>
</cp:coreProperties>
</file>