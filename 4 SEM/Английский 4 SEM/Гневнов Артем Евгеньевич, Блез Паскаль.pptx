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  <p:sldId id="260" r:id="rId4"/>
    <p:sldId id="259" r:id="rId5"/>
    <p:sldId id="261" r:id="rId6"/>
    <p:sldId id="267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FC8C0C4C-0226-4B75-A01A-3750D43C0847}"/>
    <pc:docChg chg="undo redo custSel addSld delSld modSld sldOrd">
      <pc:chgData name="Artyom Gnevnov" userId="2f0d4a8a008de216" providerId="LiveId" clId="{FC8C0C4C-0226-4B75-A01A-3750D43C0847}" dt="2023-12-03T16:41:59.055" v="654"/>
      <pc:docMkLst>
        <pc:docMk/>
      </pc:docMkLst>
      <pc:sldChg chg="addSp modSp new mod">
        <pc:chgData name="Artyom Gnevnov" userId="2f0d4a8a008de216" providerId="LiveId" clId="{FC8C0C4C-0226-4B75-A01A-3750D43C0847}" dt="2023-12-03T16:15:52.940" v="649" actId="20577"/>
        <pc:sldMkLst>
          <pc:docMk/>
          <pc:sldMk cId="1055623540" sldId="256"/>
        </pc:sldMkLst>
        <pc:spChg chg="mod">
          <ac:chgData name="Artyom Gnevnov" userId="2f0d4a8a008de216" providerId="LiveId" clId="{FC8C0C4C-0226-4B75-A01A-3750D43C0847}" dt="2023-12-03T16:15:52.940" v="649" actId="20577"/>
          <ac:spMkLst>
            <pc:docMk/>
            <pc:sldMk cId="1055623540" sldId="256"/>
            <ac:spMk id="2" creationId="{3F1324C6-5AE6-4078-917C-4F7058E08E80}"/>
          </ac:spMkLst>
        </pc:spChg>
        <pc:spChg chg="mod">
          <ac:chgData name="Artyom Gnevnov" userId="2f0d4a8a008de216" providerId="LiveId" clId="{FC8C0C4C-0226-4B75-A01A-3750D43C0847}" dt="2023-12-03T15:41:40.529" v="445" actId="1076"/>
          <ac:spMkLst>
            <pc:docMk/>
            <pc:sldMk cId="1055623540" sldId="256"/>
            <ac:spMk id="3" creationId="{3204D245-EB35-4070-AB92-DF571BEF91E5}"/>
          </ac:spMkLst>
        </pc:spChg>
        <pc:picChg chg="add mod">
          <ac:chgData name="Artyom Gnevnov" userId="2f0d4a8a008de216" providerId="LiveId" clId="{FC8C0C4C-0226-4B75-A01A-3750D43C0847}" dt="2023-12-03T15:41:43.099" v="446" actId="1076"/>
          <ac:picMkLst>
            <pc:docMk/>
            <pc:sldMk cId="1055623540" sldId="256"/>
            <ac:picMk id="3074" creationId="{5652F60C-A582-4D73-A81E-08139F8501BF}"/>
          </ac:picMkLst>
        </pc:picChg>
      </pc:sldChg>
      <pc:sldChg chg="addSp modSp new mod">
        <pc:chgData name="Artyom Gnevnov" userId="2f0d4a8a008de216" providerId="LiveId" clId="{FC8C0C4C-0226-4B75-A01A-3750D43C0847}" dt="2023-12-03T16:41:59.055" v="654"/>
        <pc:sldMkLst>
          <pc:docMk/>
          <pc:sldMk cId="3804009495" sldId="257"/>
        </pc:sldMkLst>
        <pc:spChg chg="mod">
          <ac:chgData name="Artyom Gnevnov" userId="2f0d4a8a008de216" providerId="LiveId" clId="{FC8C0C4C-0226-4B75-A01A-3750D43C0847}" dt="2023-12-03T15:40:43.716" v="438" actId="20577"/>
          <ac:spMkLst>
            <pc:docMk/>
            <pc:sldMk cId="3804009495" sldId="257"/>
            <ac:spMk id="2" creationId="{26C06EB5-325F-41DA-B133-222F0964FD5C}"/>
          </ac:spMkLst>
        </pc:spChg>
        <pc:spChg chg="mod">
          <ac:chgData name="Artyom Gnevnov" userId="2f0d4a8a008de216" providerId="LiveId" clId="{FC8C0C4C-0226-4B75-A01A-3750D43C0847}" dt="2023-12-03T16:41:59.055" v="654"/>
          <ac:spMkLst>
            <pc:docMk/>
            <pc:sldMk cId="3804009495" sldId="257"/>
            <ac:spMk id="3" creationId="{4D5BAE9F-C687-4D93-8F84-F7DB0EF91343}"/>
          </ac:spMkLst>
        </pc:spChg>
        <pc:picChg chg="add mod">
          <ac:chgData name="Artyom Gnevnov" userId="2f0d4a8a008de216" providerId="LiveId" clId="{FC8C0C4C-0226-4B75-A01A-3750D43C0847}" dt="2023-12-03T15:21:59.070" v="373" actId="1076"/>
          <ac:picMkLst>
            <pc:docMk/>
            <pc:sldMk cId="3804009495" sldId="257"/>
            <ac:picMk id="4098" creationId="{3E788226-2591-4C8B-8F8C-737F8938F3A8}"/>
          </ac:picMkLst>
        </pc:picChg>
      </pc:sldChg>
      <pc:sldChg chg="add del">
        <pc:chgData name="Artyom Gnevnov" userId="2f0d4a8a008de216" providerId="LiveId" clId="{FC8C0C4C-0226-4B75-A01A-3750D43C0847}" dt="2023-12-03T15:17:15.190" v="327"/>
        <pc:sldMkLst>
          <pc:docMk/>
          <pc:sldMk cId="369415602" sldId="258"/>
        </pc:sldMkLst>
      </pc:sldChg>
      <pc:sldChg chg="addSp delSp modSp new del mod">
        <pc:chgData name="Artyom Gnevnov" userId="2f0d4a8a008de216" providerId="LiveId" clId="{FC8C0C4C-0226-4B75-A01A-3750D43C0847}" dt="2023-12-03T15:17:07.821" v="323" actId="2696"/>
        <pc:sldMkLst>
          <pc:docMk/>
          <pc:sldMk cId="3230386738" sldId="258"/>
        </pc:sldMkLst>
        <pc:spChg chg="mod">
          <ac:chgData name="Artyom Gnevnov" userId="2f0d4a8a008de216" providerId="LiveId" clId="{FC8C0C4C-0226-4B75-A01A-3750D43C0847}" dt="2023-12-03T15:14:05.127" v="313" actId="1076"/>
          <ac:spMkLst>
            <pc:docMk/>
            <pc:sldMk cId="3230386738" sldId="258"/>
            <ac:spMk id="2" creationId="{E3B2DFE1-E919-4D07-AC3D-575C31FE377E}"/>
          </ac:spMkLst>
        </pc:spChg>
        <pc:spChg chg="mod">
          <ac:chgData name="Artyom Gnevnov" userId="2f0d4a8a008de216" providerId="LiveId" clId="{FC8C0C4C-0226-4B75-A01A-3750D43C0847}" dt="2023-12-03T14:56:53.458" v="3"/>
          <ac:spMkLst>
            <pc:docMk/>
            <pc:sldMk cId="3230386738" sldId="258"/>
            <ac:spMk id="3" creationId="{64689A09-F978-450A-9E3F-585B9EAB517F}"/>
          </ac:spMkLst>
        </pc:spChg>
        <pc:picChg chg="add del mod">
          <ac:chgData name="Artyom Gnevnov" userId="2f0d4a8a008de216" providerId="LiveId" clId="{FC8C0C4C-0226-4B75-A01A-3750D43C0847}" dt="2023-12-03T15:17:04.179" v="322" actId="478"/>
          <ac:picMkLst>
            <pc:docMk/>
            <pc:sldMk cId="3230386738" sldId="258"/>
            <ac:picMk id="1026" creationId="{2D217264-90CC-45E2-8A61-D137BB8B76BE}"/>
          </ac:picMkLst>
        </pc:picChg>
      </pc:sldChg>
      <pc:sldChg chg="addSp delSp modSp new mod ord">
        <pc:chgData name="Artyom Gnevnov" userId="2f0d4a8a008de216" providerId="LiveId" clId="{FC8C0C4C-0226-4B75-A01A-3750D43C0847}" dt="2023-12-03T16:04:10.379" v="580" actId="403"/>
        <pc:sldMkLst>
          <pc:docMk/>
          <pc:sldMk cId="1629757016" sldId="259"/>
        </pc:sldMkLst>
        <pc:spChg chg="mod">
          <ac:chgData name="Artyom Gnevnov" userId="2f0d4a8a008de216" providerId="LiveId" clId="{FC8C0C4C-0226-4B75-A01A-3750D43C0847}" dt="2023-12-03T16:04:10.379" v="580" actId="403"/>
          <ac:spMkLst>
            <pc:docMk/>
            <pc:sldMk cId="1629757016" sldId="259"/>
            <ac:spMk id="2" creationId="{8448755F-27B1-4DE2-9FB6-2B8C098FBEC8}"/>
          </ac:spMkLst>
        </pc:spChg>
        <pc:spChg chg="del">
          <ac:chgData name="Artyom Gnevnov" userId="2f0d4a8a008de216" providerId="LiveId" clId="{FC8C0C4C-0226-4B75-A01A-3750D43C0847}" dt="2023-12-03T15:25:23.499" v="374"/>
          <ac:spMkLst>
            <pc:docMk/>
            <pc:sldMk cId="1629757016" sldId="259"/>
            <ac:spMk id="3" creationId="{CF2F7A58-06B0-4196-9859-2816A841D920}"/>
          </ac:spMkLst>
        </pc:spChg>
        <pc:spChg chg="add del mod">
          <ac:chgData name="Artyom Gnevnov" userId="2f0d4a8a008de216" providerId="LiveId" clId="{FC8C0C4C-0226-4B75-A01A-3750D43C0847}" dt="2023-12-03T15:29:57.392" v="392" actId="478"/>
          <ac:spMkLst>
            <pc:docMk/>
            <pc:sldMk cId="1629757016" sldId="259"/>
            <ac:spMk id="5" creationId="{A562CF3C-832C-447A-B163-4CC177D52825}"/>
          </ac:spMkLst>
        </pc:spChg>
        <pc:spChg chg="add mod">
          <ac:chgData name="Artyom Gnevnov" userId="2f0d4a8a008de216" providerId="LiveId" clId="{FC8C0C4C-0226-4B75-A01A-3750D43C0847}" dt="2023-12-03T15:27:52.201" v="385" actId="1076"/>
          <ac:spMkLst>
            <pc:docMk/>
            <pc:sldMk cId="1629757016" sldId="259"/>
            <ac:spMk id="7" creationId="{71739187-333F-44A0-BCF8-2D6A21CBF783}"/>
          </ac:spMkLst>
        </pc:spChg>
        <pc:spChg chg="add mod">
          <ac:chgData name="Artyom Gnevnov" userId="2f0d4a8a008de216" providerId="LiveId" clId="{FC8C0C4C-0226-4B75-A01A-3750D43C0847}" dt="2023-12-03T15:31:13.865" v="394" actId="1076"/>
          <ac:spMkLst>
            <pc:docMk/>
            <pc:sldMk cId="1629757016" sldId="259"/>
            <ac:spMk id="11" creationId="{EA61A88E-5584-40E0-8A5E-39903EA78A9B}"/>
          </ac:spMkLst>
        </pc:spChg>
        <pc:picChg chg="add del mod">
          <ac:chgData name="Artyom Gnevnov" userId="2f0d4a8a008de216" providerId="LiveId" clId="{FC8C0C4C-0226-4B75-A01A-3750D43C0847}" dt="2023-12-03T15:29:39.442" v="386" actId="478"/>
          <ac:picMkLst>
            <pc:docMk/>
            <pc:sldMk cId="1629757016" sldId="259"/>
            <ac:picMk id="5122" creationId="{2561E3ED-5EE6-4BFD-A018-7E0780F71F83}"/>
          </ac:picMkLst>
        </pc:picChg>
        <pc:picChg chg="add mod">
          <ac:chgData name="Artyom Gnevnov" userId="2f0d4a8a008de216" providerId="LiveId" clId="{FC8C0C4C-0226-4B75-A01A-3750D43C0847}" dt="2023-12-03T15:27:06.278" v="383" actId="1076"/>
          <ac:picMkLst>
            <pc:docMk/>
            <pc:sldMk cId="1629757016" sldId="259"/>
            <ac:picMk id="5124" creationId="{D88A398A-4855-4D06-9B70-277B8D25A342}"/>
          </ac:picMkLst>
        </pc:picChg>
        <pc:picChg chg="add mod">
          <ac:chgData name="Artyom Gnevnov" userId="2f0d4a8a008de216" providerId="LiveId" clId="{FC8C0C4C-0226-4B75-A01A-3750D43C0847}" dt="2023-12-03T15:29:52.245" v="390" actId="1076"/>
          <ac:picMkLst>
            <pc:docMk/>
            <pc:sldMk cId="1629757016" sldId="259"/>
            <ac:picMk id="5126" creationId="{CD51B88F-CBAF-4D20-8533-520E8102DEB0}"/>
          </ac:picMkLst>
        </pc:picChg>
      </pc:sldChg>
      <pc:sldChg chg="addSp delSp modSp new mod">
        <pc:chgData name="Artyom Gnevnov" userId="2f0d4a8a008de216" providerId="LiveId" clId="{FC8C0C4C-0226-4B75-A01A-3750D43C0847}" dt="2023-12-03T16:04:23.609" v="584" actId="403"/>
        <pc:sldMkLst>
          <pc:docMk/>
          <pc:sldMk cId="2299999231" sldId="260"/>
        </pc:sldMkLst>
        <pc:spChg chg="mod">
          <ac:chgData name="Artyom Gnevnov" userId="2f0d4a8a008de216" providerId="LiveId" clId="{FC8C0C4C-0226-4B75-A01A-3750D43C0847}" dt="2023-12-03T16:04:23.609" v="584" actId="403"/>
          <ac:spMkLst>
            <pc:docMk/>
            <pc:sldMk cId="2299999231" sldId="260"/>
            <ac:spMk id="2" creationId="{E604FEF3-6B94-44CF-8E60-3C818E183EFE}"/>
          </ac:spMkLst>
        </pc:spChg>
        <pc:spChg chg="del">
          <ac:chgData name="Artyom Gnevnov" userId="2f0d4a8a008de216" providerId="LiveId" clId="{FC8C0C4C-0226-4B75-A01A-3750D43C0847}" dt="2023-12-03T15:17:39.269" v="344"/>
          <ac:spMkLst>
            <pc:docMk/>
            <pc:sldMk cId="2299999231" sldId="260"/>
            <ac:spMk id="3" creationId="{8CA45ABC-9D32-4E5A-AE2F-DD626A5AE981}"/>
          </ac:spMkLst>
        </pc:spChg>
        <pc:spChg chg="add mod">
          <ac:chgData name="Artyom Gnevnov" userId="2f0d4a8a008de216" providerId="LiveId" clId="{FC8C0C4C-0226-4B75-A01A-3750D43C0847}" dt="2023-12-03T15:21:08.395" v="365" actId="1076"/>
          <ac:spMkLst>
            <pc:docMk/>
            <pc:sldMk cId="2299999231" sldId="260"/>
            <ac:spMk id="7" creationId="{F2720C16-8549-477B-AD47-BD065490F5C9}"/>
          </ac:spMkLst>
        </pc:spChg>
        <pc:spChg chg="add mod">
          <ac:chgData name="Artyom Gnevnov" userId="2f0d4a8a008de216" providerId="LiveId" clId="{FC8C0C4C-0226-4B75-A01A-3750D43C0847}" dt="2023-12-03T16:03:16.154" v="570" actId="404"/>
          <ac:spMkLst>
            <pc:docMk/>
            <pc:sldMk cId="2299999231" sldId="260"/>
            <ac:spMk id="9" creationId="{3C2AB706-F710-42C0-8279-55D9E0040938}"/>
          </ac:spMkLst>
        </pc:spChg>
        <pc:picChg chg="add mod">
          <ac:chgData name="Artyom Gnevnov" userId="2f0d4a8a008de216" providerId="LiveId" clId="{FC8C0C4C-0226-4B75-A01A-3750D43C0847}" dt="2023-12-03T15:21:14.263" v="366" actId="14100"/>
          <ac:picMkLst>
            <pc:docMk/>
            <pc:sldMk cId="2299999231" sldId="260"/>
            <ac:picMk id="2050" creationId="{8B0737CB-44C7-4A25-9906-3726DB1EAAF2}"/>
          </ac:picMkLst>
        </pc:picChg>
        <pc:picChg chg="add del mod">
          <ac:chgData name="Artyom Gnevnov" userId="2f0d4a8a008de216" providerId="LiveId" clId="{FC8C0C4C-0226-4B75-A01A-3750D43C0847}" dt="2023-12-03T15:34:14.515" v="398" actId="478"/>
          <ac:picMkLst>
            <pc:docMk/>
            <pc:sldMk cId="2299999231" sldId="260"/>
            <ac:picMk id="2052" creationId="{7D711A31-CC8A-4D01-A97E-AC9ABC20783F}"/>
          </ac:picMkLst>
        </pc:picChg>
        <pc:picChg chg="add mod">
          <ac:chgData name="Artyom Gnevnov" userId="2f0d4a8a008de216" providerId="LiveId" clId="{FC8C0C4C-0226-4B75-A01A-3750D43C0847}" dt="2023-12-03T15:34:29.271" v="402" actId="14100"/>
          <ac:picMkLst>
            <pc:docMk/>
            <pc:sldMk cId="2299999231" sldId="260"/>
            <ac:picMk id="2054" creationId="{5C7C97F9-C8E7-47F0-A9A4-A62A7CE837D6}"/>
          </ac:picMkLst>
        </pc:picChg>
      </pc:sldChg>
      <pc:sldChg chg="addSp delSp modSp new mod">
        <pc:chgData name="Artyom Gnevnov" userId="2f0d4a8a008de216" providerId="LiveId" clId="{FC8C0C4C-0226-4B75-A01A-3750D43C0847}" dt="2023-12-03T16:04:34.556" v="586" actId="255"/>
        <pc:sldMkLst>
          <pc:docMk/>
          <pc:sldMk cId="3136064656" sldId="261"/>
        </pc:sldMkLst>
        <pc:spChg chg="mod">
          <ac:chgData name="Artyom Gnevnov" userId="2f0d4a8a008de216" providerId="LiveId" clId="{FC8C0C4C-0226-4B75-A01A-3750D43C0847}" dt="2023-12-03T16:04:34.556" v="586" actId="255"/>
          <ac:spMkLst>
            <pc:docMk/>
            <pc:sldMk cId="3136064656" sldId="261"/>
            <ac:spMk id="2" creationId="{035BBD7B-C0A4-4D19-BA97-D72366502E47}"/>
          </ac:spMkLst>
        </pc:spChg>
        <pc:spChg chg="del">
          <ac:chgData name="Artyom Gnevnov" userId="2f0d4a8a008de216" providerId="LiveId" clId="{FC8C0C4C-0226-4B75-A01A-3750D43C0847}" dt="2023-12-03T15:36:22.035" v="406"/>
          <ac:spMkLst>
            <pc:docMk/>
            <pc:sldMk cId="3136064656" sldId="261"/>
            <ac:spMk id="3" creationId="{C632B255-8BA9-4599-89FE-57A9FCFAB6D9}"/>
          </ac:spMkLst>
        </pc:spChg>
        <pc:spChg chg="add del">
          <ac:chgData name="Artyom Gnevnov" userId="2f0d4a8a008de216" providerId="LiveId" clId="{FC8C0C4C-0226-4B75-A01A-3750D43C0847}" dt="2023-12-03T15:37:15.310" v="413" actId="22"/>
          <ac:spMkLst>
            <pc:docMk/>
            <pc:sldMk cId="3136064656" sldId="261"/>
            <ac:spMk id="6" creationId="{D4ED145E-4C2B-43BF-AA07-D01A79B38BF8}"/>
          </ac:spMkLst>
        </pc:spChg>
        <pc:spChg chg="add mod">
          <ac:chgData name="Artyom Gnevnov" userId="2f0d4a8a008de216" providerId="LiveId" clId="{FC8C0C4C-0226-4B75-A01A-3750D43C0847}" dt="2023-12-03T15:37:28.011" v="415" actId="1076"/>
          <ac:spMkLst>
            <pc:docMk/>
            <pc:sldMk cId="3136064656" sldId="261"/>
            <ac:spMk id="8" creationId="{FABC98D7-F189-4797-8D3C-FE6A076F3DFA}"/>
          </ac:spMkLst>
        </pc:spChg>
        <pc:picChg chg="add mod">
          <ac:chgData name="Artyom Gnevnov" userId="2f0d4a8a008de216" providerId="LiveId" clId="{FC8C0C4C-0226-4B75-A01A-3750D43C0847}" dt="2023-12-03T15:42:08.665" v="448" actId="1076"/>
          <ac:picMkLst>
            <pc:docMk/>
            <pc:sldMk cId="3136064656" sldId="261"/>
            <ac:picMk id="6146" creationId="{C87A7CD1-1E3D-41D5-9C5E-E68A78DB0AA9}"/>
          </ac:picMkLst>
        </pc:picChg>
      </pc:sldChg>
      <pc:sldChg chg="addSp delSp modSp new mod">
        <pc:chgData name="Artyom Gnevnov" userId="2f0d4a8a008de216" providerId="LiveId" clId="{FC8C0C4C-0226-4B75-A01A-3750D43C0847}" dt="2023-12-03T16:04:37.216" v="587" actId="403"/>
        <pc:sldMkLst>
          <pc:docMk/>
          <pc:sldMk cId="1064841594" sldId="262"/>
        </pc:sldMkLst>
        <pc:spChg chg="mod">
          <ac:chgData name="Artyom Gnevnov" userId="2f0d4a8a008de216" providerId="LiveId" clId="{FC8C0C4C-0226-4B75-A01A-3750D43C0847}" dt="2023-12-03T16:04:37.216" v="587" actId="403"/>
          <ac:spMkLst>
            <pc:docMk/>
            <pc:sldMk cId="1064841594" sldId="262"/>
            <ac:spMk id="2" creationId="{7ED1F671-189E-49C7-93DA-2BD8984CAC74}"/>
          </ac:spMkLst>
        </pc:spChg>
        <pc:spChg chg="del">
          <ac:chgData name="Artyom Gnevnov" userId="2f0d4a8a008de216" providerId="LiveId" clId="{FC8C0C4C-0226-4B75-A01A-3750D43C0847}" dt="2023-12-03T15:42:23.237" v="454" actId="478"/>
          <ac:spMkLst>
            <pc:docMk/>
            <pc:sldMk cId="1064841594" sldId="262"/>
            <ac:spMk id="3" creationId="{FDD57608-2FFB-4FEE-A197-B7A300771527}"/>
          </ac:spMkLst>
        </pc:spChg>
        <pc:spChg chg="add mod">
          <ac:chgData name="Artyom Gnevnov" userId="2f0d4a8a008de216" providerId="LiveId" clId="{FC8C0C4C-0226-4B75-A01A-3750D43C0847}" dt="2023-12-03T16:03:53.647" v="578" actId="403"/>
          <ac:spMkLst>
            <pc:docMk/>
            <pc:sldMk cId="1064841594" sldId="262"/>
            <ac:spMk id="6" creationId="{21B70CA2-01FE-4552-85A4-DB4C8FD404F6}"/>
          </ac:spMkLst>
        </pc:spChg>
        <pc:picChg chg="add mod">
          <ac:chgData name="Artyom Gnevnov" userId="2f0d4a8a008de216" providerId="LiveId" clId="{FC8C0C4C-0226-4B75-A01A-3750D43C0847}" dt="2023-12-03T15:42:58.684" v="458" actId="1076"/>
          <ac:picMkLst>
            <pc:docMk/>
            <pc:sldMk cId="1064841594" sldId="262"/>
            <ac:picMk id="7170" creationId="{C53C5D22-E7CC-4669-8C53-89AA7682E190}"/>
          </ac:picMkLst>
        </pc:picChg>
      </pc:sldChg>
      <pc:sldChg chg="addSp delSp modSp new mod">
        <pc:chgData name="Artyom Gnevnov" userId="2f0d4a8a008de216" providerId="LiveId" clId="{FC8C0C4C-0226-4B75-A01A-3750D43C0847}" dt="2023-12-03T16:05:13.169" v="598" actId="2711"/>
        <pc:sldMkLst>
          <pc:docMk/>
          <pc:sldMk cId="1047196288" sldId="263"/>
        </pc:sldMkLst>
        <pc:spChg chg="mod">
          <ac:chgData name="Artyom Gnevnov" userId="2f0d4a8a008de216" providerId="LiveId" clId="{FC8C0C4C-0226-4B75-A01A-3750D43C0847}" dt="2023-12-03T16:04:40.507" v="588" actId="403"/>
          <ac:spMkLst>
            <pc:docMk/>
            <pc:sldMk cId="1047196288" sldId="263"/>
            <ac:spMk id="2" creationId="{65CE7D67-E6AD-45C4-AE88-A6EE5EC17FA4}"/>
          </ac:spMkLst>
        </pc:spChg>
        <pc:spChg chg="del">
          <ac:chgData name="Artyom Gnevnov" userId="2f0d4a8a008de216" providerId="LiveId" clId="{FC8C0C4C-0226-4B75-A01A-3750D43C0847}" dt="2023-12-03T15:44:55.994" v="472"/>
          <ac:spMkLst>
            <pc:docMk/>
            <pc:sldMk cId="1047196288" sldId="263"/>
            <ac:spMk id="3" creationId="{75A7CE4F-35F9-45F3-8AD8-FB318CB90D0E}"/>
          </ac:spMkLst>
        </pc:spChg>
        <pc:spChg chg="add mod">
          <ac:chgData name="Artyom Gnevnov" userId="2f0d4a8a008de216" providerId="LiveId" clId="{FC8C0C4C-0226-4B75-A01A-3750D43C0847}" dt="2023-12-03T16:04:56.670" v="593" actId="403"/>
          <ac:spMkLst>
            <pc:docMk/>
            <pc:sldMk cId="1047196288" sldId="263"/>
            <ac:spMk id="6" creationId="{2396B55E-36F5-4CC7-8E97-7D32F3DD3AB4}"/>
          </ac:spMkLst>
        </pc:spChg>
        <pc:spChg chg="add mod">
          <ac:chgData name="Artyom Gnevnov" userId="2f0d4a8a008de216" providerId="LiveId" clId="{FC8C0C4C-0226-4B75-A01A-3750D43C0847}" dt="2023-12-03T16:05:13.169" v="598" actId="2711"/>
          <ac:spMkLst>
            <pc:docMk/>
            <pc:sldMk cId="1047196288" sldId="263"/>
            <ac:spMk id="10" creationId="{8B0A4545-ED35-4728-8B94-3B42EF032687}"/>
          </ac:spMkLst>
        </pc:spChg>
        <pc:picChg chg="add mod">
          <ac:chgData name="Artyom Gnevnov" userId="2f0d4a8a008de216" providerId="LiveId" clId="{FC8C0C4C-0226-4B75-A01A-3750D43C0847}" dt="2023-12-03T15:45:02.524" v="475" actId="1076"/>
          <ac:picMkLst>
            <pc:docMk/>
            <pc:sldMk cId="1047196288" sldId="263"/>
            <ac:picMk id="8194" creationId="{28C82962-013C-4706-ABD3-CB99A631C25F}"/>
          </ac:picMkLst>
        </pc:picChg>
        <pc:picChg chg="add del">
          <ac:chgData name="Artyom Gnevnov" userId="2f0d4a8a008de216" providerId="LiveId" clId="{FC8C0C4C-0226-4B75-A01A-3750D43C0847}" dt="2023-12-03T15:46:25.788" v="479"/>
          <ac:picMkLst>
            <pc:docMk/>
            <pc:sldMk cId="1047196288" sldId="263"/>
            <ac:picMk id="8196" creationId="{3E8D1305-6A51-4F92-BA01-E649276EC16D}"/>
          </ac:picMkLst>
        </pc:picChg>
        <pc:picChg chg="add mod">
          <ac:chgData name="Artyom Gnevnov" userId="2f0d4a8a008de216" providerId="LiveId" clId="{FC8C0C4C-0226-4B75-A01A-3750D43C0847}" dt="2023-12-03T15:47:13.117" v="484" actId="1076"/>
          <ac:picMkLst>
            <pc:docMk/>
            <pc:sldMk cId="1047196288" sldId="263"/>
            <ac:picMk id="8198" creationId="{0D5A4804-F361-4546-8F4B-A4BE22AF030A}"/>
          </ac:picMkLst>
        </pc:picChg>
      </pc:sldChg>
      <pc:sldChg chg="delSp modSp new mod">
        <pc:chgData name="Artyom Gnevnov" userId="2f0d4a8a008de216" providerId="LiveId" clId="{FC8C0C4C-0226-4B75-A01A-3750D43C0847}" dt="2023-12-03T16:05:38.029" v="610" actId="1076"/>
        <pc:sldMkLst>
          <pc:docMk/>
          <pc:sldMk cId="352576605" sldId="264"/>
        </pc:sldMkLst>
        <pc:spChg chg="mod">
          <ac:chgData name="Artyom Gnevnov" userId="2f0d4a8a008de216" providerId="LiveId" clId="{FC8C0C4C-0226-4B75-A01A-3750D43C0847}" dt="2023-12-03T16:05:38.029" v="610" actId="1076"/>
          <ac:spMkLst>
            <pc:docMk/>
            <pc:sldMk cId="352576605" sldId="264"/>
            <ac:spMk id="2" creationId="{685C7237-52F9-4F45-8096-C2416402B317}"/>
          </ac:spMkLst>
        </pc:spChg>
        <pc:spChg chg="del">
          <ac:chgData name="Artyom Gnevnov" userId="2f0d4a8a008de216" providerId="LiveId" clId="{FC8C0C4C-0226-4B75-A01A-3750D43C0847}" dt="2023-12-03T15:50:23.537" v="490" actId="478"/>
          <ac:spMkLst>
            <pc:docMk/>
            <pc:sldMk cId="352576605" sldId="264"/>
            <ac:spMk id="3" creationId="{B5AD0E82-1A00-4BCF-8769-30365194811A}"/>
          </ac:spMkLst>
        </pc:spChg>
      </pc:sldChg>
      <pc:sldChg chg="modSp new mod">
        <pc:chgData name="Artyom Gnevnov" userId="2f0d4a8a008de216" providerId="LiveId" clId="{FC8C0C4C-0226-4B75-A01A-3750D43C0847}" dt="2023-12-03T16:05:50.703" v="613" actId="403"/>
        <pc:sldMkLst>
          <pc:docMk/>
          <pc:sldMk cId="2368249856" sldId="265"/>
        </pc:sldMkLst>
        <pc:spChg chg="mod">
          <ac:chgData name="Artyom Gnevnov" userId="2f0d4a8a008de216" providerId="LiveId" clId="{FC8C0C4C-0226-4B75-A01A-3750D43C0847}" dt="2023-12-03T16:05:43.775" v="612" actId="1076"/>
          <ac:spMkLst>
            <pc:docMk/>
            <pc:sldMk cId="2368249856" sldId="265"/>
            <ac:spMk id="2" creationId="{75735707-9A6E-4AA3-9601-EA1B52DB56C2}"/>
          </ac:spMkLst>
        </pc:spChg>
        <pc:spChg chg="mod">
          <ac:chgData name="Artyom Gnevnov" userId="2f0d4a8a008de216" providerId="LiveId" clId="{FC8C0C4C-0226-4B75-A01A-3750D43C0847}" dt="2023-12-03T16:05:50.703" v="613" actId="403"/>
          <ac:spMkLst>
            <pc:docMk/>
            <pc:sldMk cId="2368249856" sldId="265"/>
            <ac:spMk id="3" creationId="{5A98FAB2-C12D-4FFF-A01B-EC8E30866718}"/>
          </ac:spMkLst>
        </pc:spChg>
      </pc:sldChg>
      <pc:sldChg chg="modSp new mod">
        <pc:chgData name="Artyom Gnevnov" userId="2f0d4a8a008de216" providerId="LiveId" clId="{FC8C0C4C-0226-4B75-A01A-3750D43C0847}" dt="2023-12-03T16:05:59.713" v="616" actId="1076"/>
        <pc:sldMkLst>
          <pc:docMk/>
          <pc:sldMk cId="1406912059" sldId="266"/>
        </pc:sldMkLst>
        <pc:spChg chg="mod">
          <ac:chgData name="Artyom Gnevnov" userId="2f0d4a8a008de216" providerId="LiveId" clId="{FC8C0C4C-0226-4B75-A01A-3750D43C0847}" dt="2023-12-03T16:05:59.713" v="616" actId="1076"/>
          <ac:spMkLst>
            <pc:docMk/>
            <pc:sldMk cId="1406912059" sldId="266"/>
            <ac:spMk id="2" creationId="{5205178B-861A-43A5-ADE4-E8C9EA2294B8}"/>
          </ac:spMkLst>
        </pc:spChg>
        <pc:spChg chg="mod">
          <ac:chgData name="Artyom Gnevnov" userId="2f0d4a8a008de216" providerId="LiveId" clId="{FC8C0C4C-0226-4B75-A01A-3750D43C0847}" dt="2023-12-03T16:05:55.071" v="614" actId="403"/>
          <ac:spMkLst>
            <pc:docMk/>
            <pc:sldMk cId="1406912059" sldId="266"/>
            <ac:spMk id="3" creationId="{C1AFE4BD-9F22-46A6-9F23-5BE5E5561E55}"/>
          </ac:spMkLst>
        </pc:spChg>
      </pc:sldChg>
      <pc:sldChg chg="addSp delSp modSp new mod">
        <pc:chgData name="Artyom Gnevnov" userId="2f0d4a8a008de216" providerId="LiveId" clId="{FC8C0C4C-0226-4B75-A01A-3750D43C0847}" dt="2023-12-03T16:10:57.853" v="648" actId="1076"/>
        <pc:sldMkLst>
          <pc:docMk/>
          <pc:sldMk cId="3004724902" sldId="267"/>
        </pc:sldMkLst>
        <pc:spChg chg="mod">
          <ac:chgData name="Artyom Gnevnov" userId="2f0d4a8a008de216" providerId="LiveId" clId="{FC8C0C4C-0226-4B75-A01A-3750D43C0847}" dt="2023-12-03T16:08:44.236" v="638" actId="1076"/>
          <ac:spMkLst>
            <pc:docMk/>
            <pc:sldMk cId="3004724902" sldId="267"/>
            <ac:spMk id="2" creationId="{9EC1A957-345D-47CE-8D49-59FDA36DA70B}"/>
          </ac:spMkLst>
        </pc:spChg>
        <pc:spChg chg="del mod">
          <ac:chgData name="Artyom Gnevnov" userId="2f0d4a8a008de216" providerId="LiveId" clId="{FC8C0C4C-0226-4B75-A01A-3750D43C0847}" dt="2023-12-03T16:09:54.385" v="640" actId="478"/>
          <ac:spMkLst>
            <pc:docMk/>
            <pc:sldMk cId="3004724902" sldId="267"/>
            <ac:spMk id="3" creationId="{87F9433A-C899-4F69-ADF9-7457CA4B58C2}"/>
          </ac:spMkLst>
        </pc:spChg>
        <pc:spChg chg="add mod">
          <ac:chgData name="Artyom Gnevnov" userId="2f0d4a8a008de216" providerId="LiveId" clId="{FC8C0C4C-0226-4B75-A01A-3750D43C0847}" dt="2023-12-03T16:10:57.853" v="648" actId="1076"/>
          <ac:spMkLst>
            <pc:docMk/>
            <pc:sldMk cId="3004724902" sldId="267"/>
            <ac:spMk id="6" creationId="{105CB3B0-F855-4835-8808-6DF140E23C80}"/>
          </ac:spMkLst>
        </pc:spChg>
        <pc:picChg chg="add mod">
          <ac:chgData name="Artyom Gnevnov" userId="2f0d4a8a008de216" providerId="LiveId" clId="{FC8C0C4C-0226-4B75-A01A-3750D43C0847}" dt="2023-12-03T16:10:12.533" v="644" actId="1076"/>
          <ac:picMkLst>
            <pc:docMk/>
            <pc:sldMk cId="3004724902" sldId="267"/>
            <ac:picMk id="9218" creationId="{F546DC75-8696-445F-AB06-8731D4D08161}"/>
          </ac:picMkLst>
        </pc:picChg>
      </pc:sldChg>
      <pc:sldMasterChg chg="addSldLayout">
        <pc:chgData name="Artyom Gnevnov" userId="2f0d4a8a008de216" providerId="LiveId" clId="{FC8C0C4C-0226-4B75-A01A-3750D43C0847}" dt="2023-12-03T14:54:43.085" v="0" actId="680"/>
        <pc:sldMasterMkLst>
          <pc:docMk/>
          <pc:sldMasterMk cId="4175762887" sldId="2147483648"/>
        </pc:sldMasterMkLst>
        <pc:sldLayoutChg chg="add">
          <pc:chgData name="Artyom Gnevnov" userId="2f0d4a8a008de216" providerId="LiveId" clId="{FC8C0C4C-0226-4B75-A01A-3750D43C0847}" dt="2023-12-03T14:54:43.085" v="0" actId="680"/>
          <pc:sldLayoutMkLst>
            <pc:docMk/>
            <pc:sldMasterMk cId="4175762887" sldId="2147483648"/>
            <pc:sldLayoutMk cId="4169799948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9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80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25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80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0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7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08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54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19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6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6430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787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5257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652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300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4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29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owimir.ru/DATA/030025_6_1.htm" TargetMode="External"/><Relationship Id="rId2" Type="http://schemas.openxmlformats.org/officeDocument/2006/relationships/hyperlink" Target="https://biographe.ru/znamenitosti/blez-paskal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padilo.ru/biography/blez-paskal/" TargetMode="External"/><Relationship Id="rId4" Type="http://schemas.openxmlformats.org/officeDocument/2006/relationships/hyperlink" Target="https://bigenc.ru/c/mersenn-maren-aa1fab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324C6-5AE6-4078-917C-4F7058E08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10362"/>
            <a:ext cx="10553700" cy="2215588"/>
          </a:xfrm>
        </p:spPr>
        <p:txBody>
          <a:bodyPr>
            <a:normAutofit fontScale="90000"/>
          </a:bodyPr>
          <a:lstStyle/>
          <a:p>
            <a:r>
              <a:rPr lang="ru-RU" dirty="0"/>
              <a:t>Жизнь Блеза Паскаля. Изобретение арифметической машины.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04D245-EB35-4070-AB92-DF571BEF9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3085" y="5918070"/>
            <a:ext cx="8915399" cy="1126283"/>
          </a:xfrm>
        </p:spPr>
        <p:txBody>
          <a:bodyPr/>
          <a:lstStyle/>
          <a:p>
            <a:r>
              <a:rPr lang="ru-RU" dirty="0"/>
              <a:t>Гневнов Артем Евгеньевич, студент 2 курса, 2 группа, ИИТТО, РГПУ имени А.И. </a:t>
            </a:r>
            <a:r>
              <a:rPr lang="ru-RU" dirty="0" err="1"/>
              <a:t>Генцена</a:t>
            </a:r>
            <a:r>
              <a:rPr lang="ru-RU" dirty="0"/>
              <a:t>.</a:t>
            </a:r>
            <a:endParaRPr lang="en-US" dirty="0"/>
          </a:p>
        </p:txBody>
      </p:sp>
      <p:pic>
        <p:nvPicPr>
          <p:cNvPr id="3074" name="Picture 2" descr="Блез Паскаль">
            <a:extLst>
              <a:ext uri="{FF2B5EF4-FFF2-40B4-BE49-F238E27FC236}">
                <a16:creationId xmlns:a16="http://schemas.microsoft.com/office/drawing/2014/main" id="{5652F60C-A582-4D73-A81E-08139F850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85" y="2325950"/>
            <a:ext cx="333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62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06EB5-325F-41DA-B133-222F0964F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99139"/>
            <a:ext cx="10364310" cy="1634686"/>
          </a:xfrm>
        </p:spPr>
        <p:txBody>
          <a:bodyPr>
            <a:normAutofit fontScale="90000"/>
          </a:bodyPr>
          <a:lstStyle/>
          <a:p>
            <a:r>
              <a:rPr lang="en-US" dirty="0"/>
              <a:t>The Life of Blaise Pascal. Invention of the arithmetic machine.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5BAE9F-C687-4D93-8F84-F7DB0EF91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299" y="5532578"/>
            <a:ext cx="8915399" cy="1126283"/>
          </a:xfrm>
        </p:spPr>
        <p:txBody>
          <a:bodyPr>
            <a:normAutofit/>
          </a:bodyPr>
          <a:lstStyle/>
          <a:p>
            <a:r>
              <a:rPr lang="en-US" dirty="0"/>
              <a:t>Gnevnov Artem </a:t>
            </a:r>
            <a:r>
              <a:rPr lang="en-US" dirty="0" err="1"/>
              <a:t>Evgenievich</a:t>
            </a:r>
            <a:r>
              <a:rPr lang="en-US" dirty="0"/>
              <a:t>, 2nd year student, 2nd group,</a:t>
            </a:r>
            <a:r>
              <a:rPr lang="ru-RU" dirty="0"/>
              <a:t> </a:t>
            </a:r>
            <a:r>
              <a:rPr lang="en-US" dirty="0"/>
              <a:t>the Institute of Information Technology</a:t>
            </a:r>
            <a:r>
              <a:rPr lang="ru-RU" dirty="0"/>
              <a:t> </a:t>
            </a:r>
            <a:r>
              <a:rPr lang="en-US" dirty="0"/>
              <a:t>and Technology Education, Herzen University.</a:t>
            </a:r>
          </a:p>
        </p:txBody>
      </p:sp>
      <p:pic>
        <p:nvPicPr>
          <p:cNvPr id="4098" name="Picture 2" descr="Блез Паскаль">
            <a:extLst>
              <a:ext uri="{FF2B5EF4-FFF2-40B4-BE49-F238E27FC236}">
                <a16:creationId xmlns:a16="http://schemas.microsoft.com/office/drawing/2014/main" id="{3E788226-2591-4C8B-8F8C-737F8938F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180" y="1833825"/>
            <a:ext cx="333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00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4FEF3-6B94-44CF-8E60-3C818E18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dirty="0"/>
              <a:t>Early life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0737CB-44C7-4A25-9906-3726DB1EAA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028" y="1529227"/>
            <a:ext cx="3008324" cy="414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720C16-8549-477B-AD47-BD065490F5C9}"/>
              </a:ext>
            </a:extLst>
          </p:cNvPr>
          <p:cNvSpPr txBox="1"/>
          <p:nvPr/>
        </p:nvSpPr>
        <p:spPr>
          <a:xfrm>
            <a:off x="1530333" y="586455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House of Pascals in Clermont-Ferrand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AB706-F710-42C0-8279-55D9E0040938}"/>
              </a:ext>
            </a:extLst>
          </p:cNvPr>
          <p:cNvSpPr txBox="1"/>
          <p:nvPr/>
        </p:nvSpPr>
        <p:spPr>
          <a:xfrm>
            <a:off x="7462461" y="5851775"/>
            <a:ext cx="2485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Young Blaise Pascal</a:t>
            </a:r>
          </a:p>
        </p:txBody>
      </p:sp>
      <p:pic>
        <p:nvPicPr>
          <p:cNvPr id="2054" name="Picture 6" descr="Блез Паскаль в юности">
            <a:extLst>
              <a:ext uri="{FF2B5EF4-FFF2-40B4-BE49-F238E27FC236}">
                <a16:creationId xmlns:a16="http://schemas.microsoft.com/office/drawing/2014/main" id="{5C7C97F9-C8E7-47F0-A9A4-A62A7CE83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941" y="1529227"/>
            <a:ext cx="3378492" cy="413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999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8755F-27B1-4DE2-9FB6-2B8C098FB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80579"/>
            <a:ext cx="8911687" cy="725296"/>
          </a:xfrm>
        </p:spPr>
        <p:txBody>
          <a:bodyPr/>
          <a:lstStyle/>
          <a:p>
            <a:r>
              <a:rPr lang="en-US" sz="4000" dirty="0"/>
              <a:t>Education</a:t>
            </a:r>
            <a:endParaRPr lang="en-US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D88A398A-4855-4D06-9B70-277B8D25A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844" y="1505504"/>
            <a:ext cx="3301473" cy="398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739187-333F-44A0-BCF8-2D6A21CBF783}"/>
              </a:ext>
            </a:extLst>
          </p:cNvPr>
          <p:cNvSpPr txBox="1"/>
          <p:nvPr/>
        </p:nvSpPr>
        <p:spPr>
          <a:xfrm>
            <a:off x="7619238" y="571778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Maren Mersenne, Pascal teacher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CD51B88F-CBAF-4D20-8533-520E8102D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156" y="1505504"/>
            <a:ext cx="3577287" cy="398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61A88E-5584-40E0-8A5E-39903EA78A9B}"/>
              </a:ext>
            </a:extLst>
          </p:cNvPr>
          <p:cNvSpPr txBox="1"/>
          <p:nvPr/>
        </p:nvSpPr>
        <p:spPr>
          <a:xfrm>
            <a:off x="1252728" y="5717786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Etienne Pascal, father of Blaise Pascal</a:t>
            </a:r>
          </a:p>
        </p:txBody>
      </p:sp>
    </p:spTree>
    <p:extLst>
      <p:ext uri="{BB962C8B-B14F-4D97-AF65-F5344CB8AC3E}">
        <p14:creationId xmlns:p14="http://schemas.microsoft.com/office/powerpoint/2010/main" val="1629757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BBD7B-C0A4-4D19-BA97-D72366502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424" y="624110"/>
            <a:ext cx="8443883" cy="1058386"/>
          </a:xfrm>
        </p:spPr>
        <p:txBody>
          <a:bodyPr>
            <a:normAutofit/>
          </a:bodyPr>
          <a:lstStyle/>
          <a:p>
            <a:r>
              <a:rPr lang="en-US" sz="4000" dirty="0"/>
              <a:t>Pascal's arithmetic machine</a:t>
            </a:r>
          </a:p>
        </p:txBody>
      </p:sp>
      <p:pic>
        <p:nvPicPr>
          <p:cNvPr id="6146" name="Picture 2" descr="Блез Паскаль">
            <a:extLst>
              <a:ext uri="{FF2B5EF4-FFF2-40B4-BE49-F238E27FC236}">
                <a16:creationId xmlns:a16="http://schemas.microsoft.com/office/drawing/2014/main" id="{C87A7CD1-1E3D-41D5-9C5E-E68A78DB0A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661" y="1682496"/>
            <a:ext cx="5628677" cy="377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BC98D7-F189-4797-8D3C-FE6A076F3DFA}"/>
              </a:ext>
            </a:extLst>
          </p:cNvPr>
          <p:cNvSpPr txBox="1"/>
          <p:nvPr/>
        </p:nvSpPr>
        <p:spPr>
          <a:xfrm>
            <a:off x="5516118" y="57360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Pascaline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064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1A957-345D-47CE-8D49-59FDA36DA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748" y="606355"/>
            <a:ext cx="3503075" cy="814073"/>
          </a:xfrm>
        </p:spPr>
        <p:txBody>
          <a:bodyPr>
            <a:normAutofit/>
          </a:bodyPr>
          <a:lstStyle/>
          <a:p>
            <a:r>
              <a:rPr lang="en-US" sz="4000" dirty="0"/>
              <a:t>Personal life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546DC75-8696-445F-AB06-8731D4D08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872" y="1778515"/>
            <a:ext cx="5424256" cy="3686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CB3B0-F855-4835-8808-6DF140E23C80}"/>
              </a:ext>
            </a:extLst>
          </p:cNvPr>
          <p:cNvSpPr txBox="1"/>
          <p:nvPr/>
        </p:nvSpPr>
        <p:spPr>
          <a:xfrm>
            <a:off x="4556463" y="5623346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Blaise Pascal at work</a:t>
            </a:r>
          </a:p>
        </p:txBody>
      </p:sp>
    </p:spTree>
    <p:extLst>
      <p:ext uri="{BB962C8B-B14F-4D97-AF65-F5344CB8AC3E}">
        <p14:creationId xmlns:p14="http://schemas.microsoft.com/office/powerpoint/2010/main" val="3004724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D1F671-189E-49C7-93DA-2BD8984CA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80" y="624110"/>
            <a:ext cx="8911687" cy="1280890"/>
          </a:xfrm>
        </p:spPr>
        <p:txBody>
          <a:bodyPr/>
          <a:lstStyle/>
          <a:p>
            <a:r>
              <a:rPr lang="en-US" sz="4000" dirty="0"/>
              <a:t>Death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53C5D22-E7CC-4669-8C53-89AA7682E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980" y="1905000"/>
            <a:ext cx="3891564" cy="4068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B70CA2-01FE-4552-85A4-DB4C8FD404F6}"/>
              </a:ext>
            </a:extLst>
          </p:cNvPr>
          <p:cNvSpPr txBox="1"/>
          <p:nvPr/>
        </p:nvSpPr>
        <p:spPr>
          <a:xfrm>
            <a:off x="7219764" y="3059668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August 19,1662</a:t>
            </a:r>
          </a:p>
        </p:txBody>
      </p:sp>
    </p:spTree>
    <p:extLst>
      <p:ext uri="{BB962C8B-B14F-4D97-AF65-F5344CB8AC3E}">
        <p14:creationId xmlns:p14="http://schemas.microsoft.com/office/powerpoint/2010/main" val="106484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E7D67-E6AD-45C4-AE88-A6EE5EC1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036" y="621565"/>
            <a:ext cx="8911687" cy="1280890"/>
          </a:xfrm>
        </p:spPr>
        <p:txBody>
          <a:bodyPr/>
          <a:lstStyle/>
          <a:p>
            <a:r>
              <a:rPr lang="en-US" sz="4000" dirty="0"/>
              <a:t>Legacy</a:t>
            </a: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8C82962-013C-4706-ABD3-CB99A631C2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141" y="1905000"/>
            <a:ext cx="2582757" cy="38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96B55E-36F5-4CC7-8E97-7D32F3DD3AB4}"/>
              </a:ext>
            </a:extLst>
          </p:cNvPr>
          <p:cNvSpPr txBox="1"/>
          <p:nvPr/>
        </p:nvSpPr>
        <p:spPr>
          <a:xfrm>
            <a:off x="1200703" y="5863365"/>
            <a:ext cx="4640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Pascal Studying the Cycloid, Louvre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0D5A4804-F361-4546-8F4B-A4BE22AF0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295" y="1902455"/>
            <a:ext cx="3888420" cy="388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0A4545-ED35-4728-8B94-3B42EF032687}"/>
              </a:ext>
            </a:extLst>
          </p:cNvPr>
          <p:cNvSpPr txBox="1"/>
          <p:nvPr/>
        </p:nvSpPr>
        <p:spPr>
          <a:xfrm>
            <a:off x="6800295" y="5863365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</a:rPr>
              <a:t>Pascal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104719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C7237-52F9-4F45-8096-C2416402B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976" y="2914095"/>
            <a:ext cx="8052047" cy="1029809"/>
          </a:xfrm>
        </p:spPr>
        <p:txBody>
          <a:bodyPr>
            <a:noAutofit/>
          </a:bodyPr>
          <a:lstStyle/>
          <a:p>
            <a:r>
              <a:rPr lang="en-US" sz="5400" dirty="0"/>
              <a:t>Thank you for attention!</a:t>
            </a:r>
          </a:p>
        </p:txBody>
      </p:sp>
    </p:spTree>
    <p:extLst>
      <p:ext uri="{BB962C8B-B14F-4D97-AF65-F5344CB8AC3E}">
        <p14:creationId xmlns:p14="http://schemas.microsoft.com/office/powerpoint/2010/main" val="352576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35707-9A6E-4AA3-9601-EA1B52DB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06355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dirty="0"/>
              <a:t>Sources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98FAB2-C12D-4FFF-A01B-EC8E30866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1</a:t>
            </a:r>
            <a:r>
              <a:rPr lang="ru-RU" sz="2000" dirty="0"/>
              <a:t>.</a:t>
            </a:r>
            <a:r>
              <a:rPr lang="en-US" sz="2000" dirty="0"/>
              <a:t> </a:t>
            </a:r>
            <a:r>
              <a:rPr lang="en-US" sz="2000" dirty="0">
                <a:hlinkClick r:id="rId2"/>
              </a:rPr>
              <a:t>https://biographe.ru/znamenitosti/blez-paskal/</a:t>
            </a:r>
            <a:endParaRPr lang="ru-RU" sz="2000" dirty="0"/>
          </a:p>
          <a:p>
            <a:r>
              <a:rPr lang="ru-RU" sz="2000" dirty="0"/>
              <a:t>2.</a:t>
            </a:r>
            <a:r>
              <a:rPr lang="en-US" sz="2000" dirty="0"/>
              <a:t> </a:t>
            </a:r>
            <a:r>
              <a:rPr lang="en-US" sz="2000" dirty="0">
                <a:hlinkClick r:id="rId3"/>
              </a:rPr>
              <a:t>https://nowimir.ru/DATA/030025_6_1.htm</a:t>
            </a:r>
            <a:endParaRPr lang="ru-RU" sz="2000" dirty="0"/>
          </a:p>
          <a:p>
            <a:r>
              <a:rPr lang="ru-RU" sz="2000" dirty="0"/>
              <a:t>3.</a:t>
            </a:r>
            <a:r>
              <a:rPr lang="en-US" sz="2000" dirty="0"/>
              <a:t> </a:t>
            </a:r>
            <a:r>
              <a:rPr lang="en-US" sz="2000" dirty="0">
                <a:hlinkClick r:id="rId4"/>
              </a:rPr>
              <a:t>https://bigenc.ru/c/mersenn-maren-aa1fab</a:t>
            </a:r>
            <a:endParaRPr lang="ru-RU" sz="2000" dirty="0"/>
          </a:p>
          <a:p>
            <a:r>
              <a:rPr lang="ru-RU" sz="2000" dirty="0"/>
              <a:t>4. </a:t>
            </a:r>
            <a:r>
              <a:rPr lang="en-US" sz="2000" dirty="0">
                <a:hlinkClick r:id="rId5"/>
              </a:rPr>
              <a:t>https://spadilo.ru/biography/blez-paskal/</a:t>
            </a:r>
            <a:endParaRPr lang="ru-RU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249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5178B-861A-43A5-ADE4-E8C9EA22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036" y="606355"/>
            <a:ext cx="8911687" cy="1280890"/>
          </a:xfrm>
        </p:spPr>
        <p:txBody>
          <a:bodyPr/>
          <a:lstStyle/>
          <a:p>
            <a:r>
              <a:rPr lang="en-US" sz="4000" dirty="0"/>
              <a:t>Questions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AFE4BD-9F22-46A6-9F23-5BE5E5561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1.</a:t>
            </a:r>
            <a:r>
              <a:rPr lang="ru-RU" sz="2000" dirty="0"/>
              <a:t> </a:t>
            </a:r>
            <a:r>
              <a:rPr lang="en-US" sz="2000" dirty="0"/>
              <a:t>Who gave Blaise Pascal his primary education?</a:t>
            </a:r>
          </a:p>
          <a:p>
            <a:r>
              <a:rPr lang="en-US" sz="2000" dirty="0"/>
              <a:t>2. What is the name of Pascal's arithmetic machine?</a:t>
            </a:r>
          </a:p>
          <a:p>
            <a:r>
              <a:rPr lang="en-US" sz="2000" dirty="0"/>
              <a:t>3. In what sciences did Pascal make discoveries?</a:t>
            </a:r>
          </a:p>
          <a:p>
            <a:r>
              <a:rPr lang="en-US" sz="2000" dirty="0"/>
              <a:t>4. In what city was Pascal born?</a:t>
            </a:r>
          </a:p>
          <a:p>
            <a:r>
              <a:rPr lang="en-US" sz="2000" dirty="0"/>
              <a:t>5. Why was Pascal's arithmetic machine created</a:t>
            </a:r>
            <a:r>
              <a:rPr lang="ru-RU" sz="2000" dirty="0"/>
              <a:t>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06912059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107</TotalTime>
  <Words>214</Words>
  <Application>Microsoft Office PowerPoint</Application>
  <PresentationFormat>Широкоэкранный</PresentationFormat>
  <Paragraphs>31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Легкий дым</vt:lpstr>
      <vt:lpstr>Жизнь Блеза Паскаля. Изобретение арифметической машины.</vt:lpstr>
      <vt:lpstr>The Life of Blaise Pascal. Invention of the arithmetic machine.</vt:lpstr>
      <vt:lpstr>Early life</vt:lpstr>
      <vt:lpstr>Education</vt:lpstr>
      <vt:lpstr>Pascal's arithmetic machine</vt:lpstr>
      <vt:lpstr>Personal life</vt:lpstr>
      <vt:lpstr>Death</vt:lpstr>
      <vt:lpstr>Legacy</vt:lpstr>
      <vt:lpstr>Thank you for attention!</vt:lpstr>
      <vt:lpstr>Sources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Жизнь и изобретения Блеза Паскаля</dc:title>
  <dc:creator>Artyom Gnevnov</dc:creator>
  <cp:lastModifiedBy>Artyom Gnevnov</cp:lastModifiedBy>
  <cp:revision>9</cp:revision>
  <dcterms:created xsi:type="dcterms:W3CDTF">2023-12-03T14:54:41Z</dcterms:created>
  <dcterms:modified xsi:type="dcterms:W3CDTF">2023-12-03T16:42:09Z</dcterms:modified>
</cp:coreProperties>
</file>