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45DBBEF9-4924-4960-A4B6-17E45FA63925}"/>
    <pc:docChg chg="undo custSel addSld modSld">
      <pc:chgData name="Artyom Gnevnov" userId="2f0d4a8a008de216" providerId="LiveId" clId="{45DBBEF9-4924-4960-A4B6-17E45FA63925}" dt="2026-04-19T19:24:20.532" v="272" actId="1076"/>
      <pc:docMkLst>
        <pc:docMk/>
      </pc:docMkLst>
      <pc:sldChg chg="addSp delSp modSp new mod">
        <pc:chgData name="Artyom Gnevnov" userId="2f0d4a8a008de216" providerId="LiveId" clId="{45DBBEF9-4924-4960-A4B6-17E45FA63925}" dt="2026-04-19T19:16:08.092" v="39" actId="121"/>
        <pc:sldMkLst>
          <pc:docMk/>
          <pc:sldMk cId="1149223841" sldId="256"/>
        </pc:sldMkLst>
        <pc:spChg chg="add del mod">
          <ac:chgData name="Artyom Gnevnov" userId="2f0d4a8a008de216" providerId="LiveId" clId="{45DBBEF9-4924-4960-A4B6-17E45FA63925}" dt="2026-04-19T19:15:56.029" v="14"/>
          <ac:spMkLst>
            <pc:docMk/>
            <pc:sldMk cId="1149223841" sldId="256"/>
            <ac:spMk id="2" creationId="{EF30D32C-2CD4-4F27-B298-DA9859649CCF}"/>
          </ac:spMkLst>
        </pc:spChg>
        <pc:spChg chg="mod">
          <ac:chgData name="Artyom Gnevnov" userId="2f0d4a8a008de216" providerId="LiveId" clId="{45DBBEF9-4924-4960-A4B6-17E45FA63925}" dt="2026-04-19T19:16:08.092" v="39" actId="121"/>
          <ac:spMkLst>
            <pc:docMk/>
            <pc:sldMk cId="1149223841" sldId="256"/>
            <ac:spMk id="3" creationId="{FF076F57-4B44-46F9-9C65-A8376FE32A80}"/>
          </ac:spMkLst>
        </pc:spChg>
        <pc:spChg chg="add del">
          <ac:chgData name="Artyom Gnevnov" userId="2f0d4a8a008de216" providerId="LiveId" clId="{45DBBEF9-4924-4960-A4B6-17E45FA63925}" dt="2026-04-19T19:15:46.364" v="3"/>
          <ac:spMkLst>
            <pc:docMk/>
            <pc:sldMk cId="1149223841" sldId="256"/>
            <ac:spMk id="4" creationId="{2F917590-9E74-478B-B8A5-F7D16433A743}"/>
          </ac:spMkLst>
        </pc:spChg>
        <pc:spChg chg="add del">
          <ac:chgData name="Artyom Gnevnov" userId="2f0d4a8a008de216" providerId="LiveId" clId="{45DBBEF9-4924-4960-A4B6-17E45FA63925}" dt="2026-04-19T19:15:48.862" v="5"/>
          <ac:spMkLst>
            <pc:docMk/>
            <pc:sldMk cId="1149223841" sldId="256"/>
            <ac:spMk id="5" creationId="{E80D7CE1-7A04-447C-BADD-EB9072975796}"/>
          </ac:spMkLst>
        </pc:spChg>
        <pc:spChg chg="add del">
          <ac:chgData name="Artyom Gnevnov" userId="2f0d4a8a008de216" providerId="LiveId" clId="{45DBBEF9-4924-4960-A4B6-17E45FA63925}" dt="2026-04-19T19:15:51.172" v="7"/>
          <ac:spMkLst>
            <pc:docMk/>
            <pc:sldMk cId="1149223841" sldId="256"/>
            <ac:spMk id="6" creationId="{4D25C80D-19EB-4D70-AE1B-562E678977FE}"/>
          </ac:spMkLst>
        </pc:spChg>
        <pc:spChg chg="add del mod">
          <ac:chgData name="Artyom Gnevnov" userId="2f0d4a8a008de216" providerId="LiveId" clId="{45DBBEF9-4924-4960-A4B6-17E45FA63925}" dt="2026-04-19T19:15:56.023" v="12"/>
          <ac:spMkLst>
            <pc:docMk/>
            <pc:sldMk cId="1149223841" sldId="256"/>
            <ac:spMk id="7" creationId="{23C20D77-52BF-457C-B1FA-FEBE3F4EAD4C}"/>
          </ac:spMkLst>
        </pc:spChg>
      </pc:sldChg>
      <pc:sldChg chg="addSp delSp modSp new mod">
        <pc:chgData name="Artyom Gnevnov" userId="2f0d4a8a008de216" providerId="LiveId" clId="{45DBBEF9-4924-4960-A4B6-17E45FA63925}" dt="2026-04-19T19:18:30.261" v="162" actId="113"/>
        <pc:sldMkLst>
          <pc:docMk/>
          <pc:sldMk cId="3078609344" sldId="257"/>
        </pc:sldMkLst>
        <pc:spChg chg="mod">
          <ac:chgData name="Artyom Gnevnov" userId="2f0d4a8a008de216" providerId="LiveId" clId="{45DBBEF9-4924-4960-A4B6-17E45FA63925}" dt="2026-04-19T19:17:32.681" v="136" actId="404"/>
          <ac:spMkLst>
            <pc:docMk/>
            <pc:sldMk cId="3078609344" sldId="257"/>
            <ac:spMk id="2" creationId="{15FF6546-6738-4706-A78F-E9F5F97A8095}"/>
          </ac:spMkLst>
        </pc:spChg>
        <pc:spChg chg="add del mod">
          <ac:chgData name="Artyom Gnevnov" userId="2f0d4a8a008de216" providerId="LiveId" clId="{45DBBEF9-4924-4960-A4B6-17E45FA63925}" dt="2026-04-19T19:18:30.261" v="162" actId="113"/>
          <ac:spMkLst>
            <pc:docMk/>
            <pc:sldMk cId="3078609344" sldId="257"/>
            <ac:spMk id="3" creationId="{F4D69865-0791-4B4D-A652-BF6A4D2F4536}"/>
          </ac:spMkLst>
        </pc:spChg>
        <pc:spChg chg="add del mod">
          <ac:chgData name="Artyom Gnevnov" userId="2f0d4a8a008de216" providerId="LiveId" clId="{45DBBEF9-4924-4960-A4B6-17E45FA63925}" dt="2026-04-19T19:16:24.774" v="45"/>
          <ac:spMkLst>
            <pc:docMk/>
            <pc:sldMk cId="3078609344" sldId="257"/>
            <ac:spMk id="4" creationId="{502DFAC9-512F-44E7-8F4D-67B496A0C514}"/>
          </ac:spMkLst>
        </pc:spChg>
      </pc:sldChg>
      <pc:sldChg chg="addSp delSp modSp new mod">
        <pc:chgData name="Artyom Gnevnov" userId="2f0d4a8a008de216" providerId="LiveId" clId="{45DBBEF9-4924-4960-A4B6-17E45FA63925}" dt="2026-04-19T19:18:22.099" v="157" actId="113"/>
        <pc:sldMkLst>
          <pc:docMk/>
          <pc:sldMk cId="2925737724" sldId="258"/>
        </pc:sldMkLst>
        <pc:spChg chg="mod">
          <ac:chgData name="Artyom Gnevnov" userId="2f0d4a8a008de216" providerId="LiveId" clId="{45DBBEF9-4924-4960-A4B6-17E45FA63925}" dt="2026-04-19T19:17:46.925" v="143" actId="1076"/>
          <ac:spMkLst>
            <pc:docMk/>
            <pc:sldMk cId="2925737724" sldId="258"/>
            <ac:spMk id="2" creationId="{97A343E8-C7A8-4887-93D1-7D2373692117}"/>
          </ac:spMkLst>
        </pc:spChg>
        <pc:spChg chg="add del mod">
          <ac:chgData name="Artyom Gnevnov" userId="2f0d4a8a008de216" providerId="LiveId" clId="{45DBBEF9-4924-4960-A4B6-17E45FA63925}" dt="2026-04-19T19:18:22.099" v="157" actId="113"/>
          <ac:spMkLst>
            <pc:docMk/>
            <pc:sldMk cId="2925737724" sldId="258"/>
            <ac:spMk id="3" creationId="{D62800FD-80D8-440E-889F-A962D4C2EE6F}"/>
          </ac:spMkLst>
        </pc:spChg>
        <pc:spChg chg="add del mod">
          <ac:chgData name="Artyom Gnevnov" userId="2f0d4a8a008de216" providerId="LiveId" clId="{45DBBEF9-4924-4960-A4B6-17E45FA63925}" dt="2026-04-19T19:17:57.450" v="145"/>
          <ac:spMkLst>
            <pc:docMk/>
            <pc:sldMk cId="2925737724" sldId="258"/>
            <ac:spMk id="4" creationId="{69A2F489-8509-4E4F-A38E-E01E9F44A024}"/>
          </ac:spMkLst>
        </pc:spChg>
      </pc:sldChg>
      <pc:sldChg chg="addSp delSp modSp new mod">
        <pc:chgData name="Artyom Gnevnov" userId="2f0d4a8a008de216" providerId="LiveId" clId="{45DBBEF9-4924-4960-A4B6-17E45FA63925}" dt="2026-04-19T19:22:21.329" v="241" actId="255"/>
        <pc:sldMkLst>
          <pc:docMk/>
          <pc:sldMk cId="1790515720" sldId="259"/>
        </pc:sldMkLst>
        <pc:spChg chg="mod">
          <ac:chgData name="Artyom Gnevnov" userId="2f0d4a8a008de216" providerId="LiveId" clId="{45DBBEF9-4924-4960-A4B6-17E45FA63925}" dt="2026-04-19T19:21:50.644" v="227" actId="404"/>
          <ac:spMkLst>
            <pc:docMk/>
            <pc:sldMk cId="1790515720" sldId="259"/>
            <ac:spMk id="2" creationId="{E96B4C04-E9C1-49BC-A5A6-877AB3674BF2}"/>
          </ac:spMkLst>
        </pc:spChg>
        <pc:spChg chg="add del mod">
          <ac:chgData name="Artyom Gnevnov" userId="2f0d4a8a008de216" providerId="LiveId" clId="{45DBBEF9-4924-4960-A4B6-17E45FA63925}" dt="2026-04-19T19:22:21.329" v="241" actId="255"/>
          <ac:spMkLst>
            <pc:docMk/>
            <pc:sldMk cId="1790515720" sldId="259"/>
            <ac:spMk id="3" creationId="{5B9A90EA-403A-4115-A82A-266E74ACC1E9}"/>
          </ac:spMkLst>
        </pc:spChg>
        <pc:spChg chg="add del mod">
          <ac:chgData name="Artyom Gnevnov" userId="2f0d4a8a008de216" providerId="LiveId" clId="{45DBBEF9-4924-4960-A4B6-17E45FA63925}" dt="2026-04-19T19:18:58.863" v="170"/>
          <ac:spMkLst>
            <pc:docMk/>
            <pc:sldMk cId="1790515720" sldId="259"/>
            <ac:spMk id="4" creationId="{FD33BA01-D1C8-4717-B0E6-AD1FE92AC44D}"/>
          </ac:spMkLst>
        </pc:spChg>
      </pc:sldChg>
      <pc:sldChg chg="addSp delSp modSp new mod">
        <pc:chgData name="Artyom Gnevnov" userId="2f0d4a8a008de216" providerId="LiveId" clId="{45DBBEF9-4924-4960-A4B6-17E45FA63925}" dt="2026-04-19T19:22:34.459" v="244" actId="113"/>
        <pc:sldMkLst>
          <pc:docMk/>
          <pc:sldMk cId="1470262882" sldId="260"/>
        </pc:sldMkLst>
        <pc:spChg chg="mod">
          <ac:chgData name="Artyom Gnevnov" userId="2f0d4a8a008de216" providerId="LiveId" clId="{45DBBEF9-4924-4960-A4B6-17E45FA63925}" dt="2026-04-19T19:21:48.430" v="226" actId="255"/>
          <ac:spMkLst>
            <pc:docMk/>
            <pc:sldMk cId="1470262882" sldId="260"/>
            <ac:spMk id="2" creationId="{A91BED84-FA96-4176-9D2F-CCF18AB006CE}"/>
          </ac:spMkLst>
        </pc:spChg>
        <pc:spChg chg="add del mod">
          <ac:chgData name="Artyom Gnevnov" userId="2f0d4a8a008de216" providerId="LiveId" clId="{45DBBEF9-4924-4960-A4B6-17E45FA63925}" dt="2026-04-19T19:22:34.459" v="244" actId="113"/>
          <ac:spMkLst>
            <pc:docMk/>
            <pc:sldMk cId="1470262882" sldId="260"/>
            <ac:spMk id="3" creationId="{6872E654-2013-4579-88DD-39FFE2220B73}"/>
          </ac:spMkLst>
        </pc:spChg>
        <pc:spChg chg="add del mod">
          <ac:chgData name="Artyom Gnevnov" userId="2f0d4a8a008de216" providerId="LiveId" clId="{45DBBEF9-4924-4960-A4B6-17E45FA63925}" dt="2026-04-19T19:22:01.752" v="231"/>
          <ac:spMkLst>
            <pc:docMk/>
            <pc:sldMk cId="1470262882" sldId="260"/>
            <ac:spMk id="4" creationId="{76358B87-1DE9-41AC-B4FF-C0CA3DBB25E5}"/>
          </ac:spMkLst>
        </pc:spChg>
        <pc:spChg chg="add del mod">
          <ac:chgData name="Artyom Gnevnov" userId="2f0d4a8a008de216" providerId="LiveId" clId="{45DBBEF9-4924-4960-A4B6-17E45FA63925}" dt="2026-04-19T19:22:03.529" v="233"/>
          <ac:spMkLst>
            <pc:docMk/>
            <pc:sldMk cId="1470262882" sldId="260"/>
            <ac:spMk id="5" creationId="{94725F15-4827-41EC-AAA9-4DAC46585FB9}"/>
          </ac:spMkLst>
        </pc:spChg>
      </pc:sldChg>
      <pc:sldChg chg="addSp delSp modSp new mod">
        <pc:chgData name="Artyom Gnevnov" userId="2f0d4a8a008de216" providerId="LiveId" clId="{45DBBEF9-4924-4960-A4B6-17E45FA63925}" dt="2026-04-19T19:23:02.225" v="261" actId="20577"/>
        <pc:sldMkLst>
          <pc:docMk/>
          <pc:sldMk cId="3091611194" sldId="261"/>
        </pc:sldMkLst>
        <pc:spChg chg="mod">
          <ac:chgData name="Artyom Gnevnov" userId="2f0d4a8a008de216" providerId="LiveId" clId="{45DBBEF9-4924-4960-A4B6-17E45FA63925}" dt="2026-04-19T19:22:43.666" v="248" actId="1076"/>
          <ac:spMkLst>
            <pc:docMk/>
            <pc:sldMk cId="3091611194" sldId="261"/>
            <ac:spMk id="2" creationId="{09B5A292-562A-429A-BC72-AD3CC423AD9F}"/>
          </ac:spMkLst>
        </pc:spChg>
        <pc:spChg chg="add del mod">
          <ac:chgData name="Artyom Gnevnov" userId="2f0d4a8a008de216" providerId="LiveId" clId="{45DBBEF9-4924-4960-A4B6-17E45FA63925}" dt="2026-04-19T19:23:02.225" v="261" actId="20577"/>
          <ac:spMkLst>
            <pc:docMk/>
            <pc:sldMk cId="3091611194" sldId="261"/>
            <ac:spMk id="3" creationId="{F48835C1-E690-4B2D-BE87-37786A63CA97}"/>
          </ac:spMkLst>
        </pc:spChg>
        <pc:spChg chg="add del mod">
          <ac:chgData name="Artyom Gnevnov" userId="2f0d4a8a008de216" providerId="LiveId" clId="{45DBBEF9-4924-4960-A4B6-17E45FA63925}" dt="2026-04-19T19:22:47.655" v="250"/>
          <ac:spMkLst>
            <pc:docMk/>
            <pc:sldMk cId="3091611194" sldId="261"/>
            <ac:spMk id="4" creationId="{40498E45-7C23-4F68-88A4-A721D3A0DC53}"/>
          </ac:spMkLst>
        </pc:spChg>
      </pc:sldChg>
      <pc:sldChg chg="addSp delSp modSp new mod">
        <pc:chgData name="Artyom Gnevnov" userId="2f0d4a8a008de216" providerId="LiveId" clId="{45DBBEF9-4924-4960-A4B6-17E45FA63925}" dt="2026-04-19T19:24:20.532" v="272" actId="1076"/>
        <pc:sldMkLst>
          <pc:docMk/>
          <pc:sldMk cId="1962256394" sldId="262"/>
        </pc:sldMkLst>
        <pc:spChg chg="mod">
          <ac:chgData name="Artyom Gnevnov" userId="2f0d4a8a008de216" providerId="LiveId" clId="{45DBBEF9-4924-4960-A4B6-17E45FA63925}" dt="2026-04-19T19:23:16.485" v="266" actId="404"/>
          <ac:spMkLst>
            <pc:docMk/>
            <pc:sldMk cId="1962256394" sldId="262"/>
            <ac:spMk id="2" creationId="{A98F7D74-B293-4EB3-A5A5-102EBEDED558}"/>
          </ac:spMkLst>
        </pc:spChg>
        <pc:spChg chg="del">
          <ac:chgData name="Artyom Gnevnov" userId="2f0d4a8a008de216" providerId="LiveId" clId="{45DBBEF9-4924-4960-A4B6-17E45FA63925}" dt="2026-04-19T19:24:04.041" v="267" actId="478"/>
          <ac:spMkLst>
            <pc:docMk/>
            <pc:sldMk cId="1962256394" sldId="262"/>
            <ac:spMk id="3" creationId="{92C831D8-ACAE-4146-BE37-DA0B04981A5D}"/>
          </ac:spMkLst>
        </pc:spChg>
        <pc:spChg chg="add del">
          <ac:chgData name="Artyom Gnevnov" userId="2f0d4a8a008de216" providerId="LiveId" clId="{45DBBEF9-4924-4960-A4B6-17E45FA63925}" dt="2026-04-19T19:24:05.301" v="269" actId="22"/>
          <ac:spMkLst>
            <pc:docMk/>
            <pc:sldMk cId="1962256394" sldId="262"/>
            <ac:spMk id="5" creationId="{E219B6DE-24F4-4BC8-9EE2-7E508BB1C32B}"/>
          </ac:spMkLst>
        </pc:spChg>
        <pc:picChg chg="add mod">
          <ac:chgData name="Artyom Gnevnov" userId="2f0d4a8a008de216" providerId="LiveId" clId="{45DBBEF9-4924-4960-A4B6-17E45FA63925}" dt="2026-04-19T19:24:20.532" v="272" actId="1076"/>
          <ac:picMkLst>
            <pc:docMk/>
            <pc:sldMk cId="1962256394" sldId="262"/>
            <ac:picMk id="7" creationId="{46584BFB-AB66-48BB-82F4-53C0A29A5603}"/>
          </ac:picMkLst>
        </pc:picChg>
      </pc:sldChg>
      <pc:sldMasterChg chg="addSldLayout">
        <pc:chgData name="Artyom Gnevnov" userId="2f0d4a8a008de216" providerId="LiveId" clId="{45DBBEF9-4924-4960-A4B6-17E45FA63925}" dt="2026-04-19T19:15:15.262" v="0" actId="680"/>
        <pc:sldMasterMkLst>
          <pc:docMk/>
          <pc:sldMasterMk cId="3794102283" sldId="2147483648"/>
        </pc:sldMasterMkLst>
        <pc:sldLayoutChg chg="add">
          <pc:chgData name="Artyom Gnevnov" userId="2f0d4a8a008de216" providerId="LiveId" clId="{45DBBEF9-4924-4960-A4B6-17E45FA63925}" dt="2026-04-19T19:15:15.262" v="0" actId="680"/>
          <pc:sldLayoutMkLst>
            <pc:docMk/>
            <pc:sldMasterMk cId="3794102283" sldId="2147483648"/>
            <pc:sldLayoutMk cId="271110819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8DED0-7690-4F40-87E7-098D519B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9A8F36-6EB4-416E-A893-1873C8949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0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10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ugshooter.github.io/" TargetMode="External"/><Relationship Id="rId2" Type="http://schemas.openxmlformats.org/officeDocument/2006/relationships/hyperlink" Target="https://github.com/mugshooter/mugshooter.github.io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30D32C-2CD4-4F27-B298-DA9859649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Backend</a:t>
            </a:r>
            <a:r>
              <a:rPr lang="ru-RU" dirty="0"/>
              <a:t> Developer | Специалист по интеграции AI-решений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076F57-4B44-46F9-9C65-A8376FE32A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Подготовил: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2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F6546-6738-4706-A78F-E9F5F97A8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594"/>
            <a:ext cx="9144000" cy="1095237"/>
          </a:xfrm>
        </p:spPr>
        <p:txBody>
          <a:bodyPr/>
          <a:lstStyle/>
          <a:p>
            <a:r>
              <a:rPr lang="ru-RU" sz="5400" dirty="0"/>
              <a:t>Обо мне</a:t>
            </a:r>
            <a:endParaRPr lang="en-US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D69865-0791-4B4D-A652-BF6A4D2F4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272" y="1961965"/>
            <a:ext cx="10635448" cy="407485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Образование</a:t>
            </a:r>
            <a:r>
              <a:rPr lang="ru-RU" dirty="0"/>
              <a:t>: Студент РГПУ имени А.И. Герцена (Информатика и вычислительная техника).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Специализация</a:t>
            </a:r>
            <a:r>
              <a:rPr lang="ru-RU" dirty="0"/>
              <a:t>: </a:t>
            </a:r>
            <a:r>
              <a:rPr lang="ru-RU" dirty="0" err="1"/>
              <a:t>Backend</a:t>
            </a:r>
            <a:r>
              <a:rPr lang="ru-RU" dirty="0"/>
              <a:t>-разработка, построение </a:t>
            </a:r>
            <a:r>
              <a:rPr lang="ru-RU" dirty="0" err="1"/>
              <a:t>микросервисной</a:t>
            </a:r>
            <a:r>
              <a:rPr lang="ru-RU" dirty="0"/>
              <a:t> архитектуры.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Цель</a:t>
            </a:r>
            <a:r>
              <a:rPr lang="ru-RU" dirty="0"/>
              <a:t>: Создание высоконагруженных и интеллектуальных веб-сервисов.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Краткое</a:t>
            </a:r>
            <a:r>
              <a:rPr lang="ru-RU" dirty="0"/>
              <a:t> </a:t>
            </a:r>
            <a:r>
              <a:rPr lang="ru-RU" b="1" dirty="0"/>
              <a:t>описание</a:t>
            </a:r>
            <a:r>
              <a:rPr lang="ru-RU" dirty="0"/>
              <a:t>: Увлечен созданием отказоустойчивых систем на языке Go. Имею опыт работы с современным стеком технологий от прототипирования до деплоя.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0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343E8-C7A8-4887-93D1-7D2373692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718" y="301840"/>
            <a:ext cx="10046563" cy="1024214"/>
          </a:xfrm>
        </p:spPr>
        <p:txBody>
          <a:bodyPr/>
          <a:lstStyle/>
          <a:p>
            <a:r>
              <a:rPr lang="ru-RU" sz="5400" dirty="0"/>
              <a:t>Технологический стек (</a:t>
            </a:r>
            <a:r>
              <a:rPr lang="en-US" sz="5400" dirty="0"/>
              <a:t>Hard Skills)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2800FD-80D8-440E-889F-A962D4C2E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373" y="2086252"/>
            <a:ext cx="10259627" cy="317154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Языки</a:t>
            </a:r>
            <a:r>
              <a:rPr lang="ru-RU" dirty="0"/>
              <a:t>: </a:t>
            </a:r>
            <a:r>
              <a:rPr lang="en-US" dirty="0"/>
              <a:t>Go (</a:t>
            </a:r>
            <a:r>
              <a:rPr lang="ru-RU" dirty="0"/>
              <a:t>основной), </a:t>
            </a:r>
            <a:r>
              <a:rPr lang="en-US" dirty="0"/>
              <a:t>Python.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Архитектура</a:t>
            </a:r>
            <a:r>
              <a:rPr lang="ru-RU" dirty="0"/>
              <a:t>: </a:t>
            </a:r>
            <a:r>
              <a:rPr lang="en-US" dirty="0"/>
              <a:t>Microservices, gRPC, RESTful API.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Базы данных</a:t>
            </a:r>
            <a:r>
              <a:rPr lang="ru-RU" dirty="0"/>
              <a:t>: </a:t>
            </a:r>
            <a:r>
              <a:rPr lang="en-US" dirty="0"/>
              <a:t>PostgreSQL.</a:t>
            </a:r>
            <a:r>
              <a:rPr lang="ru-RU" dirty="0"/>
              <a:t>Инструменты: </a:t>
            </a:r>
            <a:r>
              <a:rPr lang="en-US" dirty="0"/>
              <a:t>Docker, Git (GitHub/GitLab), Linux.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Разработка</a:t>
            </a:r>
            <a:r>
              <a:rPr lang="ru-RU" dirty="0"/>
              <a:t>: Настройка среды (</a:t>
            </a:r>
            <a:r>
              <a:rPr lang="en-US" dirty="0" err="1"/>
              <a:t>gopls</a:t>
            </a:r>
            <a:r>
              <a:rPr lang="en-US" dirty="0"/>
              <a:t>, VS Code).</a:t>
            </a:r>
          </a:p>
        </p:txBody>
      </p:sp>
    </p:spTree>
    <p:extLst>
      <p:ext uri="{BB962C8B-B14F-4D97-AF65-F5344CB8AC3E}">
        <p14:creationId xmlns:p14="http://schemas.microsoft.com/office/powerpoint/2010/main" val="2925737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B4C04-E9C1-49BC-A5A6-877AB3674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452"/>
            <a:ext cx="9144000" cy="1121870"/>
          </a:xfrm>
        </p:spPr>
        <p:txBody>
          <a:bodyPr/>
          <a:lstStyle/>
          <a:p>
            <a:r>
              <a:rPr lang="ru-RU" sz="5400" dirty="0"/>
              <a:t>Портфолио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9A90EA-403A-4115-A82A-266E74ACC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373" y="1455937"/>
            <a:ext cx="10626571" cy="459863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Проект 1: "AI-сервис технической поддержки" (ВКР)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Описание: Система интеллектуальной поддержки пользователей на базе модели </a:t>
            </a:r>
            <a:r>
              <a:rPr lang="ru-RU" sz="2400" dirty="0" err="1"/>
              <a:t>Qwen</a:t>
            </a:r>
            <a:r>
              <a:rPr lang="ru-RU" sz="2400" dirty="0"/>
              <a:t> 3.5.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Ссылка: </a:t>
            </a:r>
            <a:r>
              <a:rPr lang="en-US" sz="2400" dirty="0">
                <a:hlinkClick r:id="rId2"/>
              </a:rPr>
              <a:t>https://github.com/mugshooter/mugshooter.github.io</a:t>
            </a:r>
            <a:r>
              <a:rPr lang="en-US" sz="2400" dirty="0"/>
              <a:t> </a:t>
            </a:r>
            <a:endParaRPr lang="ru-RU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Проект </a:t>
            </a:r>
            <a:r>
              <a:rPr lang="en-US" dirty="0"/>
              <a:t>2</a:t>
            </a:r>
            <a:r>
              <a:rPr lang="ru-RU" dirty="0"/>
              <a:t>: «Студенческое веб-портфолио»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Описание: Фронтенд-реализация с использованием современных JS-фреймворков.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Ссылка: </a:t>
            </a:r>
            <a:r>
              <a:rPr lang="en-US" sz="2400" dirty="0">
                <a:hlinkClick r:id="rId3"/>
              </a:rPr>
              <a:t>https://mugshooter.github.io/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051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BED84-FA96-4176-9D2F-CCF18AB00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3883"/>
            <a:ext cx="9144000" cy="1024215"/>
          </a:xfrm>
        </p:spPr>
        <p:txBody>
          <a:bodyPr/>
          <a:lstStyle/>
          <a:p>
            <a:r>
              <a:rPr lang="ru-RU" sz="5400" dirty="0"/>
              <a:t>Профессиональный подход</a:t>
            </a:r>
            <a:endParaRPr lang="en-US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72E654-2013-4579-88DD-39FFE2220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740" y="1864311"/>
            <a:ext cx="10286260" cy="339348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Алгоритмическое мышление</a:t>
            </a:r>
            <a:r>
              <a:rPr lang="ru-RU" dirty="0"/>
              <a:t>: Решение задач через декомпозицию и анализ.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Качество кода</a:t>
            </a:r>
            <a:r>
              <a:rPr lang="ru-RU" dirty="0"/>
              <a:t>: Следование принципам чистого кода и автоматизация тестирования.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Дисциплина</a:t>
            </a:r>
            <a:r>
              <a:rPr lang="ru-RU" dirty="0"/>
              <a:t>: Регулярная практика (тренировки, поддержание рабочей среды в актуальном состоянии).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26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5A292-562A-429A-BC72-AD3CC423A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574"/>
            <a:ext cx="9144000" cy="1246157"/>
          </a:xfrm>
        </p:spPr>
        <p:txBody>
          <a:bodyPr/>
          <a:lstStyle/>
          <a:p>
            <a:r>
              <a:rPr lang="en-US" dirty="0"/>
              <a:t>Soft Skills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8835C1-E690-4B2D-BE87-37786A63C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272" y="1837678"/>
            <a:ext cx="10179728" cy="342012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Упорство</a:t>
            </a:r>
            <a:r>
              <a:rPr lang="ru-RU" dirty="0"/>
              <a:t>: Довожу сложные технические проекты до </a:t>
            </a:r>
            <a:r>
              <a:rPr lang="ru-RU" dirty="0" err="1"/>
              <a:t>продакшена</a:t>
            </a:r>
            <a:r>
              <a:rPr lang="ru-RU" dirty="0"/>
              <a:t>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Командная</a:t>
            </a:r>
            <a:r>
              <a:rPr lang="ru-RU" dirty="0"/>
              <a:t> </a:t>
            </a:r>
            <a:r>
              <a:rPr lang="ru-RU" b="1" dirty="0"/>
              <a:t>работа</a:t>
            </a:r>
            <a:r>
              <a:rPr lang="ru-RU" dirty="0"/>
              <a:t>: Опыт кооперативного взаимодействия (игровые проекты, учебные группы).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Обучаемость</a:t>
            </a:r>
            <a:r>
              <a:rPr lang="ru-RU" dirty="0"/>
              <a:t>: Быстрое освоение новых инструментов (от настройки среды до изучения новых API).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1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F7D74-B293-4EB3-A5A5-102EBEDED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084"/>
            <a:ext cx="9144000" cy="1077481"/>
          </a:xfrm>
        </p:spPr>
        <p:txBody>
          <a:bodyPr/>
          <a:lstStyle/>
          <a:p>
            <a:r>
              <a:rPr lang="ru-RU" sz="5400" dirty="0"/>
              <a:t>Контакты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584BFB-AB66-48BB-82F4-53C0A29A5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902" y="1414902"/>
            <a:ext cx="4028196" cy="40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563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262</Words>
  <Application>Microsoft Office PowerPoint</Application>
  <PresentationFormat>Широкоэкранный</PresentationFormat>
  <Paragraphs>28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Backend Developer | Специалист по интеграции AI-решений</vt:lpstr>
      <vt:lpstr>Обо мне</vt:lpstr>
      <vt:lpstr>Технологический стек (Hard Skills)</vt:lpstr>
      <vt:lpstr>Портфолио</vt:lpstr>
      <vt:lpstr>Профессиональный подход</vt:lpstr>
      <vt:lpstr>Soft Skills</vt:lpstr>
      <vt:lpstr>Контакты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Developer | Специалист по интеграции AI-решений</dc:title>
  <dc:creator>Artyom Gnevnov</dc:creator>
  <cp:lastModifiedBy>Artyom Gnevnov</cp:lastModifiedBy>
  <cp:revision>1</cp:revision>
  <dcterms:created xsi:type="dcterms:W3CDTF">2026-04-19T19:14:36Z</dcterms:created>
  <dcterms:modified xsi:type="dcterms:W3CDTF">2026-04-19T19:24:25Z</dcterms:modified>
</cp:coreProperties>
</file>