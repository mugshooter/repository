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97D9A59C-833F-4777-ACA7-3A8035D6886F}"/>
    <pc:docChg chg="undo redo custSel addSld modSld">
      <pc:chgData name="Artyom Gnevnov" userId="2f0d4a8a008de216" providerId="LiveId" clId="{97D9A59C-833F-4777-ACA7-3A8035D6886F}" dt="2026-02-19T12:56:18.570" v="235" actId="14100"/>
      <pc:docMkLst>
        <pc:docMk/>
      </pc:docMkLst>
      <pc:sldChg chg="addSp delSp modSp new mod">
        <pc:chgData name="Artyom Gnevnov" userId="2f0d4a8a008de216" providerId="LiveId" clId="{97D9A59C-833F-4777-ACA7-3A8035D6886F}" dt="2026-02-19T12:37:48.388" v="67" actId="14100"/>
        <pc:sldMkLst>
          <pc:docMk/>
          <pc:sldMk cId="2311334588" sldId="256"/>
        </pc:sldMkLst>
        <pc:spChg chg="mod">
          <ac:chgData name="Artyom Gnevnov" userId="2f0d4a8a008de216" providerId="LiveId" clId="{97D9A59C-833F-4777-ACA7-3A8035D6886F}" dt="2026-02-19T12:32:39.158" v="15" actId="1076"/>
          <ac:spMkLst>
            <pc:docMk/>
            <pc:sldMk cId="2311334588" sldId="256"/>
            <ac:spMk id="2" creationId="{6C751418-FFB9-4C43-B8CE-D23AAF0C73BD}"/>
          </ac:spMkLst>
        </pc:spChg>
        <pc:spChg chg="mod">
          <ac:chgData name="Artyom Gnevnov" userId="2f0d4a8a008de216" providerId="LiveId" clId="{97D9A59C-833F-4777-ACA7-3A8035D6886F}" dt="2026-02-19T12:37:48.388" v="67" actId="14100"/>
          <ac:spMkLst>
            <pc:docMk/>
            <pc:sldMk cId="2311334588" sldId="256"/>
            <ac:spMk id="3" creationId="{812D7DF0-7B45-4449-A20F-262B8F52838B}"/>
          </ac:spMkLst>
        </pc:spChg>
        <pc:spChg chg="add del">
          <ac:chgData name="Artyom Gnevnov" userId="2f0d4a8a008de216" providerId="LiveId" clId="{97D9A59C-833F-4777-ACA7-3A8035D6886F}" dt="2026-02-19T12:33:30.326" v="17"/>
          <ac:spMkLst>
            <pc:docMk/>
            <pc:sldMk cId="2311334588" sldId="256"/>
            <ac:spMk id="4" creationId="{C26C2575-CF24-446E-B10B-C59DE5F18BBC}"/>
          </ac:spMkLst>
        </pc:spChg>
        <pc:picChg chg="add mod">
          <ac:chgData name="Artyom Gnevnov" userId="2f0d4a8a008de216" providerId="LiveId" clId="{97D9A59C-833F-4777-ACA7-3A8035D6886F}" dt="2026-02-19T12:34:52.185" v="21" actId="1076"/>
          <ac:picMkLst>
            <pc:docMk/>
            <pc:sldMk cId="2311334588" sldId="256"/>
            <ac:picMk id="6" creationId="{F1BEC575-B4C1-4041-9130-018D8D49D1C8}"/>
          </ac:picMkLst>
        </pc:picChg>
      </pc:sldChg>
      <pc:sldChg chg="modSp new mod">
        <pc:chgData name="Artyom Gnevnov" userId="2f0d4a8a008de216" providerId="LiveId" clId="{97D9A59C-833F-4777-ACA7-3A8035D6886F}" dt="2026-02-19T12:36:38.093" v="59" actId="14100"/>
        <pc:sldMkLst>
          <pc:docMk/>
          <pc:sldMk cId="556541852" sldId="257"/>
        </pc:sldMkLst>
        <pc:spChg chg="mod">
          <ac:chgData name="Artyom Gnevnov" userId="2f0d4a8a008de216" providerId="LiveId" clId="{97D9A59C-833F-4777-ACA7-3A8035D6886F}" dt="2026-02-19T12:35:18.838" v="28" actId="1076"/>
          <ac:spMkLst>
            <pc:docMk/>
            <pc:sldMk cId="556541852" sldId="257"/>
            <ac:spMk id="2" creationId="{B46E6B8C-FFD7-4C62-B595-A703DCD42840}"/>
          </ac:spMkLst>
        </pc:spChg>
        <pc:spChg chg="mod">
          <ac:chgData name="Artyom Gnevnov" userId="2f0d4a8a008de216" providerId="LiveId" clId="{97D9A59C-833F-4777-ACA7-3A8035D6886F}" dt="2026-02-19T12:36:38.093" v="59" actId="14100"/>
          <ac:spMkLst>
            <pc:docMk/>
            <pc:sldMk cId="556541852" sldId="257"/>
            <ac:spMk id="3" creationId="{CDDF86ED-BFF5-4C13-8A7B-FEF6C18CB77A}"/>
          </ac:spMkLst>
        </pc:spChg>
      </pc:sldChg>
      <pc:sldChg chg="addSp modSp new mod">
        <pc:chgData name="Artyom Gnevnov" userId="2f0d4a8a008de216" providerId="LiveId" clId="{97D9A59C-833F-4777-ACA7-3A8035D6886F}" dt="2026-02-19T12:42:25.246" v="81" actId="1076"/>
        <pc:sldMkLst>
          <pc:docMk/>
          <pc:sldMk cId="2739459604" sldId="258"/>
        </pc:sldMkLst>
        <pc:spChg chg="mod">
          <ac:chgData name="Artyom Gnevnov" userId="2f0d4a8a008de216" providerId="LiveId" clId="{97D9A59C-833F-4777-ACA7-3A8035D6886F}" dt="2026-02-19T12:37:32.727" v="65" actId="1076"/>
          <ac:spMkLst>
            <pc:docMk/>
            <pc:sldMk cId="2739459604" sldId="258"/>
            <ac:spMk id="2" creationId="{9186D3C2-E9C4-4D7B-AFE9-A78B17928720}"/>
          </ac:spMkLst>
        </pc:spChg>
        <pc:spChg chg="mod">
          <ac:chgData name="Artyom Gnevnov" userId="2f0d4a8a008de216" providerId="LiveId" clId="{97D9A59C-833F-4777-ACA7-3A8035D6886F}" dt="2026-02-19T12:39:40.486" v="78" actId="14100"/>
          <ac:spMkLst>
            <pc:docMk/>
            <pc:sldMk cId="2739459604" sldId="258"/>
            <ac:spMk id="3" creationId="{3B343382-ECDA-472B-9A5F-D63C4108425C}"/>
          </ac:spMkLst>
        </pc:spChg>
        <pc:picChg chg="add mod">
          <ac:chgData name="Artyom Gnevnov" userId="2f0d4a8a008de216" providerId="LiveId" clId="{97D9A59C-833F-4777-ACA7-3A8035D6886F}" dt="2026-02-19T12:42:25.246" v="81" actId="1076"/>
          <ac:picMkLst>
            <pc:docMk/>
            <pc:sldMk cId="2739459604" sldId="258"/>
            <ac:picMk id="2050" creationId="{3AD049A2-AD37-46E0-B1E5-7803F44C8C5B}"/>
          </ac:picMkLst>
        </pc:picChg>
      </pc:sldChg>
      <pc:sldChg chg="addSp modSp new mod">
        <pc:chgData name="Artyom Gnevnov" userId="2f0d4a8a008de216" providerId="LiveId" clId="{97D9A59C-833F-4777-ACA7-3A8035D6886F}" dt="2026-02-19T12:46:16.059" v="103" actId="1076"/>
        <pc:sldMkLst>
          <pc:docMk/>
          <pc:sldMk cId="3092751403" sldId="259"/>
        </pc:sldMkLst>
        <pc:spChg chg="mod">
          <ac:chgData name="Artyom Gnevnov" userId="2f0d4a8a008de216" providerId="LiveId" clId="{97D9A59C-833F-4777-ACA7-3A8035D6886F}" dt="2026-02-19T12:42:50.324" v="87" actId="1076"/>
          <ac:spMkLst>
            <pc:docMk/>
            <pc:sldMk cId="3092751403" sldId="259"/>
            <ac:spMk id="2" creationId="{3312083D-91CA-4F2B-B46F-72AAEB525A43}"/>
          </ac:spMkLst>
        </pc:spChg>
        <pc:spChg chg="mod">
          <ac:chgData name="Artyom Gnevnov" userId="2f0d4a8a008de216" providerId="LiveId" clId="{97D9A59C-833F-4777-ACA7-3A8035D6886F}" dt="2026-02-19T12:43:30.750" v="98" actId="120"/>
          <ac:spMkLst>
            <pc:docMk/>
            <pc:sldMk cId="3092751403" sldId="259"/>
            <ac:spMk id="3" creationId="{0D744944-FB38-4E9F-84F5-E7F6B20FAADE}"/>
          </ac:spMkLst>
        </pc:spChg>
        <pc:picChg chg="add mod">
          <ac:chgData name="Artyom Gnevnov" userId="2f0d4a8a008de216" providerId="LiveId" clId="{97D9A59C-833F-4777-ACA7-3A8035D6886F}" dt="2026-02-19T12:46:16.059" v="103" actId="1076"/>
          <ac:picMkLst>
            <pc:docMk/>
            <pc:sldMk cId="3092751403" sldId="259"/>
            <ac:picMk id="3074" creationId="{5F49E86B-FCC5-40B4-A6FD-4A728801385D}"/>
          </ac:picMkLst>
        </pc:picChg>
      </pc:sldChg>
      <pc:sldChg chg="modSp new mod">
        <pc:chgData name="Artyom Gnevnov" userId="2f0d4a8a008de216" providerId="LiveId" clId="{97D9A59C-833F-4777-ACA7-3A8035D6886F}" dt="2026-02-19T12:47:00.538" v="115" actId="14100"/>
        <pc:sldMkLst>
          <pc:docMk/>
          <pc:sldMk cId="914684046" sldId="260"/>
        </pc:sldMkLst>
        <pc:spChg chg="mod">
          <ac:chgData name="Artyom Gnevnov" userId="2f0d4a8a008de216" providerId="LiveId" clId="{97D9A59C-833F-4777-ACA7-3A8035D6886F}" dt="2026-02-19T12:46:34.727" v="109" actId="1076"/>
          <ac:spMkLst>
            <pc:docMk/>
            <pc:sldMk cId="914684046" sldId="260"/>
            <ac:spMk id="2" creationId="{29723A55-8FC6-40DC-960B-D7F598024D1C}"/>
          </ac:spMkLst>
        </pc:spChg>
        <pc:spChg chg="mod">
          <ac:chgData name="Artyom Gnevnov" userId="2f0d4a8a008de216" providerId="LiveId" clId="{97D9A59C-833F-4777-ACA7-3A8035D6886F}" dt="2026-02-19T12:47:00.538" v="115" actId="14100"/>
          <ac:spMkLst>
            <pc:docMk/>
            <pc:sldMk cId="914684046" sldId="260"/>
            <ac:spMk id="3" creationId="{55755FFB-9A7D-490B-A641-52A5B63FE9DE}"/>
          </ac:spMkLst>
        </pc:spChg>
      </pc:sldChg>
      <pc:sldChg chg="addSp delSp modSp new mod">
        <pc:chgData name="Artyom Gnevnov" userId="2f0d4a8a008de216" providerId="LiveId" clId="{97D9A59C-833F-4777-ACA7-3A8035D6886F}" dt="2026-02-19T12:48:11.869" v="134" actId="14100"/>
        <pc:sldMkLst>
          <pc:docMk/>
          <pc:sldMk cId="1095659643" sldId="261"/>
        </pc:sldMkLst>
        <pc:spChg chg="mod">
          <ac:chgData name="Artyom Gnevnov" userId="2f0d4a8a008de216" providerId="LiveId" clId="{97D9A59C-833F-4777-ACA7-3A8035D6886F}" dt="2026-02-19T12:47:45.598" v="121" actId="1076"/>
          <ac:spMkLst>
            <pc:docMk/>
            <pc:sldMk cId="1095659643" sldId="261"/>
            <ac:spMk id="2" creationId="{6B8466A0-3FA1-4491-B95E-8D57E5AAF943}"/>
          </ac:spMkLst>
        </pc:spChg>
        <pc:spChg chg="mod">
          <ac:chgData name="Artyom Gnevnov" userId="2f0d4a8a008de216" providerId="LiveId" clId="{97D9A59C-833F-4777-ACA7-3A8035D6886F}" dt="2026-02-19T12:48:11.869" v="134" actId="14100"/>
          <ac:spMkLst>
            <pc:docMk/>
            <pc:sldMk cId="1095659643" sldId="261"/>
            <ac:spMk id="3" creationId="{674A6351-BD19-4372-AB40-F73311C80ED0}"/>
          </ac:spMkLst>
        </pc:spChg>
        <pc:spChg chg="add del">
          <ac:chgData name="Artyom Gnevnov" userId="2f0d4a8a008de216" providerId="LiveId" clId="{97D9A59C-833F-4777-ACA7-3A8035D6886F}" dt="2026-02-19T12:47:58.958" v="130" actId="22"/>
          <ac:spMkLst>
            <pc:docMk/>
            <pc:sldMk cId="1095659643" sldId="261"/>
            <ac:spMk id="5" creationId="{28D085D9-E78F-4FCB-ADE0-20FC72FA6491}"/>
          </ac:spMkLst>
        </pc:spChg>
      </pc:sldChg>
      <pc:sldChg chg="modSp new mod">
        <pc:chgData name="Artyom Gnevnov" userId="2f0d4a8a008de216" providerId="LiveId" clId="{97D9A59C-833F-4777-ACA7-3A8035D6886F}" dt="2026-02-19T12:48:51.940" v="147" actId="1076"/>
        <pc:sldMkLst>
          <pc:docMk/>
          <pc:sldMk cId="3483704760" sldId="262"/>
        </pc:sldMkLst>
        <pc:spChg chg="mod">
          <ac:chgData name="Artyom Gnevnov" userId="2f0d4a8a008de216" providerId="LiveId" clId="{97D9A59C-833F-4777-ACA7-3A8035D6886F}" dt="2026-02-19T12:48:49.013" v="146" actId="1076"/>
          <ac:spMkLst>
            <pc:docMk/>
            <pc:sldMk cId="3483704760" sldId="262"/>
            <ac:spMk id="2" creationId="{2D7312CE-D4A7-426A-A212-FABEDDBF699E}"/>
          </ac:spMkLst>
        </pc:spChg>
        <pc:spChg chg="mod">
          <ac:chgData name="Artyom Gnevnov" userId="2f0d4a8a008de216" providerId="LiveId" clId="{97D9A59C-833F-4777-ACA7-3A8035D6886F}" dt="2026-02-19T12:48:51.940" v="147" actId="1076"/>
          <ac:spMkLst>
            <pc:docMk/>
            <pc:sldMk cId="3483704760" sldId="262"/>
            <ac:spMk id="3" creationId="{FBDB8A04-F76E-4240-8C9C-1EE838FBB327}"/>
          </ac:spMkLst>
        </pc:spChg>
      </pc:sldChg>
      <pc:sldChg chg="addSp modSp new mod">
        <pc:chgData name="Artyom Gnevnov" userId="2f0d4a8a008de216" providerId="LiveId" clId="{97D9A59C-833F-4777-ACA7-3A8035D6886F}" dt="2026-02-19T12:50:39.315" v="172" actId="1076"/>
        <pc:sldMkLst>
          <pc:docMk/>
          <pc:sldMk cId="1667767138" sldId="263"/>
        </pc:sldMkLst>
        <pc:spChg chg="mod">
          <ac:chgData name="Artyom Gnevnov" userId="2f0d4a8a008de216" providerId="LiveId" clId="{97D9A59C-833F-4777-ACA7-3A8035D6886F}" dt="2026-02-19T12:49:23.234" v="158" actId="1076"/>
          <ac:spMkLst>
            <pc:docMk/>
            <pc:sldMk cId="1667767138" sldId="263"/>
            <ac:spMk id="2" creationId="{1A7277FA-3E7C-436E-AC6C-DE674D78A1AD}"/>
          </ac:spMkLst>
        </pc:spChg>
        <pc:spChg chg="mod">
          <ac:chgData name="Artyom Gnevnov" userId="2f0d4a8a008de216" providerId="LiveId" clId="{97D9A59C-833F-4777-ACA7-3A8035D6886F}" dt="2026-02-19T12:49:55.868" v="167" actId="14100"/>
          <ac:spMkLst>
            <pc:docMk/>
            <pc:sldMk cId="1667767138" sldId="263"/>
            <ac:spMk id="3" creationId="{F1B40F35-30EF-4AD9-AE31-DBCF26304C84}"/>
          </ac:spMkLst>
        </pc:spChg>
        <pc:picChg chg="add mod">
          <ac:chgData name="Artyom Gnevnov" userId="2f0d4a8a008de216" providerId="LiveId" clId="{97D9A59C-833F-4777-ACA7-3A8035D6886F}" dt="2026-02-19T12:50:39.315" v="172" actId="1076"/>
          <ac:picMkLst>
            <pc:docMk/>
            <pc:sldMk cId="1667767138" sldId="263"/>
            <ac:picMk id="4098" creationId="{B4134007-2C8E-43AC-AC70-4C56364DB40D}"/>
          </ac:picMkLst>
        </pc:picChg>
      </pc:sldChg>
      <pc:sldChg chg="addSp delSp modSp new mod">
        <pc:chgData name="Artyom Gnevnov" userId="2f0d4a8a008de216" providerId="LiveId" clId="{97D9A59C-833F-4777-ACA7-3A8035D6886F}" dt="2026-02-19T12:53:51.004" v="201"/>
        <pc:sldMkLst>
          <pc:docMk/>
          <pc:sldMk cId="247905037" sldId="264"/>
        </pc:sldMkLst>
        <pc:spChg chg="mod">
          <ac:chgData name="Artyom Gnevnov" userId="2f0d4a8a008de216" providerId="LiveId" clId="{97D9A59C-833F-4777-ACA7-3A8035D6886F}" dt="2026-02-19T12:51:10.816" v="184" actId="1076"/>
          <ac:spMkLst>
            <pc:docMk/>
            <pc:sldMk cId="247905037" sldId="264"/>
            <ac:spMk id="2" creationId="{3A899052-4E5A-430F-973F-3B0D0CD5F80A}"/>
          </ac:spMkLst>
        </pc:spChg>
        <pc:spChg chg="mod">
          <ac:chgData name="Artyom Gnevnov" userId="2f0d4a8a008de216" providerId="LiveId" clId="{97D9A59C-833F-4777-ACA7-3A8035D6886F}" dt="2026-02-19T12:51:30.892" v="193" actId="14100"/>
          <ac:spMkLst>
            <pc:docMk/>
            <pc:sldMk cId="247905037" sldId="264"/>
            <ac:spMk id="3" creationId="{D8936EC6-88F6-46A1-8A0A-8E27570AFB84}"/>
          </ac:spMkLst>
        </pc:spChg>
        <pc:picChg chg="add mod">
          <ac:chgData name="Artyom Gnevnov" userId="2f0d4a8a008de216" providerId="LiveId" clId="{97D9A59C-833F-4777-ACA7-3A8035D6886F}" dt="2026-02-19T12:53:12.553" v="199" actId="1076"/>
          <ac:picMkLst>
            <pc:docMk/>
            <pc:sldMk cId="247905037" sldId="264"/>
            <ac:picMk id="5122" creationId="{0E5C1696-0BB7-48AE-BACA-CB05235ADEA4}"/>
          </ac:picMkLst>
        </pc:picChg>
        <pc:picChg chg="add del">
          <ac:chgData name="Artyom Gnevnov" userId="2f0d4a8a008de216" providerId="LiveId" clId="{97D9A59C-833F-4777-ACA7-3A8035D6886F}" dt="2026-02-19T12:53:51.004" v="201"/>
          <ac:picMkLst>
            <pc:docMk/>
            <pc:sldMk cId="247905037" sldId="264"/>
            <ac:picMk id="5124" creationId="{E2837816-73E7-470A-A3D6-1A25197543FC}"/>
          </ac:picMkLst>
        </pc:picChg>
      </pc:sldChg>
      <pc:sldChg chg="addSp delSp modSp new mod">
        <pc:chgData name="Artyom Gnevnov" userId="2f0d4a8a008de216" providerId="LiveId" clId="{97D9A59C-833F-4777-ACA7-3A8035D6886F}" dt="2026-02-19T12:56:18.570" v="235" actId="14100"/>
        <pc:sldMkLst>
          <pc:docMk/>
          <pc:sldMk cId="2918158777" sldId="265"/>
        </pc:sldMkLst>
        <pc:spChg chg="mod">
          <ac:chgData name="Artyom Gnevnov" userId="2f0d4a8a008de216" providerId="LiveId" clId="{97D9A59C-833F-4777-ACA7-3A8035D6886F}" dt="2026-02-19T12:54:17.225" v="207" actId="1076"/>
          <ac:spMkLst>
            <pc:docMk/>
            <pc:sldMk cId="2918158777" sldId="265"/>
            <ac:spMk id="2" creationId="{62458BA8-200E-40F8-8F75-8AC14E8603AA}"/>
          </ac:spMkLst>
        </pc:spChg>
        <pc:spChg chg="mod">
          <ac:chgData name="Artyom Gnevnov" userId="2f0d4a8a008de216" providerId="LiveId" clId="{97D9A59C-833F-4777-ACA7-3A8035D6886F}" dt="2026-02-19T12:56:18.570" v="235" actId="14100"/>
          <ac:spMkLst>
            <pc:docMk/>
            <pc:sldMk cId="2918158777" sldId="265"/>
            <ac:spMk id="3" creationId="{E5CB4E8C-2CED-4247-8370-A51E99183985}"/>
          </ac:spMkLst>
        </pc:spChg>
        <pc:picChg chg="add del mod">
          <ac:chgData name="Artyom Gnevnov" userId="2f0d4a8a008de216" providerId="LiveId" clId="{97D9A59C-833F-4777-ACA7-3A8035D6886F}" dt="2026-02-19T12:55:22.598" v="222"/>
          <ac:picMkLst>
            <pc:docMk/>
            <pc:sldMk cId="2918158777" sldId="265"/>
            <ac:picMk id="6146" creationId="{78A501B3-3893-4C77-B27D-4E24E88111F9}"/>
          </ac:picMkLst>
        </pc:picChg>
        <pc:picChg chg="add mod">
          <ac:chgData name="Artyom Gnevnov" userId="2f0d4a8a008de216" providerId="LiveId" clId="{97D9A59C-833F-4777-ACA7-3A8035D6886F}" dt="2026-02-19T12:56:11.089" v="233" actId="1076"/>
          <ac:picMkLst>
            <pc:docMk/>
            <pc:sldMk cId="2918158777" sldId="265"/>
            <ac:picMk id="6148" creationId="{E9F2CC64-E2D3-4633-ABE1-DAC7275226BC}"/>
          </ac:picMkLst>
        </pc:picChg>
      </pc:sldChg>
      <pc:sldMasterChg chg="addSldLayout">
        <pc:chgData name="Artyom Gnevnov" userId="2f0d4a8a008de216" providerId="LiveId" clId="{97D9A59C-833F-4777-ACA7-3A8035D6886F}" dt="2026-02-19T12:31:20.328" v="0" actId="680"/>
        <pc:sldMasterMkLst>
          <pc:docMk/>
          <pc:sldMasterMk cId="1184238623" sldId="2147483648"/>
        </pc:sldMasterMkLst>
        <pc:sldLayoutChg chg="add">
          <pc:chgData name="Artyom Gnevnov" userId="2f0d4a8a008de216" providerId="LiveId" clId="{97D9A59C-833F-4777-ACA7-3A8035D6886F}" dt="2026-02-19T12:31:20.328" v="0" actId="680"/>
          <pc:sldLayoutMkLst>
            <pc:docMk/>
            <pc:sldMasterMk cId="1184238623" sldId="2147483648"/>
            <pc:sldLayoutMk cId="3991914227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29F35-217A-419D-95A5-DE56752F2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6EE573-ACFB-4ACA-A53C-37333EB6B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14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23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751418-FFB9-4C43-B8CE-D23AAF0C7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1947"/>
            <a:ext cx="9144000" cy="2387600"/>
          </a:xfrm>
        </p:spPr>
        <p:txBody>
          <a:bodyPr/>
          <a:lstStyle/>
          <a:p>
            <a:r>
              <a:rPr lang="ru-RU" dirty="0"/>
              <a:t>Леонид Витальевич Канторович: Математик, изменивший экономику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2D7DF0-7B45-4449-A20F-262B8F528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432" y="3646427"/>
            <a:ext cx="5442012" cy="1655762"/>
          </a:xfrm>
        </p:spPr>
        <p:txBody>
          <a:bodyPr/>
          <a:lstStyle/>
          <a:p>
            <a:pPr algn="just"/>
            <a:r>
              <a:rPr lang="ru-RU" dirty="0"/>
              <a:t>Единственный российский нобелевский лауреат по экономике.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BEC575-B4C1-4041-9130-018D8D49D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98" y="3039446"/>
            <a:ext cx="3140715" cy="313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34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E6B8C-FFD7-4C62-B595-A703DCD42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0373"/>
            <a:ext cx="9144000" cy="979827"/>
          </a:xfrm>
        </p:spPr>
        <p:txBody>
          <a:bodyPr/>
          <a:lstStyle/>
          <a:p>
            <a:r>
              <a:rPr lang="ru-RU" dirty="0"/>
              <a:t>Вундеркинд из Петербурга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DF86ED-BFF5-4C13-8A7B-FEF6C18CB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636" y="2350286"/>
            <a:ext cx="8569912" cy="238151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1912 г. — родился в семье петербургского врача.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14 лет — поступление в ЛГУ.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18 лет — окончание университета.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22 года — полный профессор.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41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86D3C2-E9C4-4D7B-AFE9-A78B17928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783"/>
            <a:ext cx="9144000" cy="953194"/>
          </a:xfrm>
        </p:spPr>
        <p:txBody>
          <a:bodyPr/>
          <a:lstStyle/>
          <a:p>
            <a:r>
              <a:rPr lang="ru-RU" dirty="0"/>
              <a:t>Корни и идентичность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B343382-ECDA-472B-9A5F-D63C41084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87" y="2192785"/>
            <a:ext cx="5814874" cy="387066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Семья еврейской интеллигенции: культ знаний и дисциплина ума.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Испытания эпохи: «борьба с космополитизмом» в конце 40-х.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Интеллект как «охранная грамота»: востребованность в оборонных проектах спасала от репрессий.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 descr="Л.В. Канторович с членами семьи: супругой Наталией Владимировной, дочерью Ириной, сыном Всеволодом. 1947 г.">
            <a:extLst>
              <a:ext uri="{FF2B5EF4-FFF2-40B4-BE49-F238E27FC236}">
                <a16:creationId xmlns:a16="http://schemas.microsoft.com/office/drawing/2014/main" id="{3AD049A2-AD37-46E0-B1E5-7803F44C8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909" y="2192785"/>
            <a:ext cx="4977550" cy="321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459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2083D-91CA-4F2B-B46F-72AAEB525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941"/>
            <a:ext cx="9144000" cy="1832083"/>
          </a:xfrm>
        </p:spPr>
        <p:txBody>
          <a:bodyPr/>
          <a:lstStyle/>
          <a:p>
            <a:r>
              <a:rPr lang="ru-RU" dirty="0"/>
              <a:t>1939 год — Задача о фанере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744944-FB38-4E9F-84F5-E7F6B20FA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717" y="2876364"/>
            <a:ext cx="6501413" cy="244136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Запрос от фанерного треста: как загрузить станки с макс. эффективностью?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Отказ от частного решения в пользу универсального метода.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Рождение Линейного программирования.</a:t>
            </a:r>
            <a:endParaRPr lang="en-US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5F49E86B-FCC5-40B4-A6FD-4A7288013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144" y="2698165"/>
            <a:ext cx="5651121" cy="247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75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23A55-8FC6-40DC-960B-D7F598024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6230"/>
            <a:ext cx="9144000" cy="1752184"/>
          </a:xfrm>
        </p:spPr>
        <p:txBody>
          <a:bodyPr/>
          <a:lstStyle/>
          <a:p>
            <a:r>
              <a:rPr lang="ru-RU" dirty="0"/>
              <a:t>Суть открытия: Математика оптимальности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755FFB-9A7D-490B-A641-52A5B63FE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186" y="2476870"/>
            <a:ext cx="10463814" cy="278093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Мир ограниченных ресурсов </a:t>
            </a:r>
            <a:r>
              <a:rPr lang="ru-RU" dirty="0" err="1"/>
              <a:t>vs</a:t>
            </a:r>
            <a:r>
              <a:rPr lang="ru-RU" dirty="0"/>
              <a:t> Мир бесконечных потребностей.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Понятие «Объективно обусловленных оценок» (теневые цены).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Алгоритм поиска идеального баланса среди миллионов вариантов.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68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466A0-3FA1-4491-B95E-8D57E5AAF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718"/>
            <a:ext cx="9144000" cy="1769940"/>
          </a:xfrm>
        </p:spPr>
        <p:txBody>
          <a:bodyPr/>
          <a:lstStyle/>
          <a:p>
            <a:r>
              <a:rPr lang="ru-RU" dirty="0"/>
              <a:t>Атомный проект и вклад в оборону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4A6351-BD19-4372-AB40-F73311C80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26" y="2601119"/>
            <a:ext cx="9209103" cy="205965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Участие в расчетах для создания ядерного щита СССР.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Оптимизация перевозок и производства в годы ВОВ.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Феноменальное «чувство числа»: нахождение ошибок в расчетах без калькулятора.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65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312CE-D4A7-426A-A212-FABEDDBF6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8171"/>
            <a:ext cx="9144000" cy="855540"/>
          </a:xfrm>
        </p:spPr>
        <p:txBody>
          <a:bodyPr/>
          <a:lstStyle/>
          <a:p>
            <a:r>
              <a:rPr lang="ru-RU" dirty="0"/>
              <a:t>Противостояние идеологии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DB8A04-F76E-4240-8C9C-1EE838FBB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780" y="2225999"/>
            <a:ext cx="9144000" cy="165576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Обвинения в «лженауке» и симпатиях к рыночным методам.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Конфликт с консервативными советскими экономистами.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Мужество ученого: защита своих идей вопреки политическому давлению.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70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277FA-3E7C-436E-AC6C-DE674D78A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510" y="336288"/>
            <a:ext cx="10596979" cy="1263912"/>
          </a:xfrm>
        </p:spPr>
        <p:txBody>
          <a:bodyPr/>
          <a:lstStyle/>
          <a:p>
            <a:r>
              <a:rPr lang="ru-RU" dirty="0"/>
              <a:t>Мировое признание (1975 год)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B40F35-30EF-4AD9-AE31-DBCF26304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493" y="2279265"/>
            <a:ext cx="6030897" cy="318050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Нобелевская премия по экономике.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Формулировка: «За вклад в теорию оптимального распределения ресурсов».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Разделение премии с </a:t>
            </a:r>
            <a:r>
              <a:rPr lang="ru-RU" dirty="0" err="1"/>
              <a:t>Тьяллингом</a:t>
            </a:r>
            <a:r>
              <a:rPr lang="ru-RU" dirty="0"/>
              <a:t> </a:t>
            </a:r>
            <a:r>
              <a:rPr lang="ru-RU" dirty="0" err="1"/>
              <a:t>Купмансом</a:t>
            </a:r>
            <a:r>
              <a:rPr lang="ru-RU" dirty="0"/>
              <a:t> (США).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B4134007-2C8E-43AC-AC70-4C56364DB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390" y="1890897"/>
            <a:ext cx="5632652" cy="395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76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99052-4E5A-430F-973F-3B0D0CD5F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1596"/>
            <a:ext cx="9144000" cy="1068604"/>
          </a:xfrm>
        </p:spPr>
        <p:txBody>
          <a:bodyPr/>
          <a:lstStyle/>
          <a:p>
            <a:r>
              <a:rPr lang="ru-RU" dirty="0"/>
              <a:t>Наследие в </a:t>
            </a:r>
            <a:r>
              <a:rPr lang="en-US" dirty="0"/>
              <a:t>XXI </a:t>
            </a:r>
            <a:r>
              <a:rPr lang="ru-RU" dirty="0"/>
              <a:t>веке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936EC6-88F6-46A1-8A0A-8E27570AF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147" y="2669883"/>
            <a:ext cx="6128552" cy="256794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Основа современных логистических алгоритмов.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Применение в Big Data и искусственном интеллекте.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Оптимизация всего: от маршрутов такси до работы электросетей.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0E5C1696-0BB7-48AE-BACA-CB05235AD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16181"/>
            <a:ext cx="5844007" cy="32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05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58BA8-200E-40F8-8F75-8AC14E860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840"/>
            <a:ext cx="9144000" cy="1086359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CB4E8C-2CED-4247-8370-A51E99183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592" y="2225999"/>
            <a:ext cx="5177031" cy="3384688"/>
          </a:xfrm>
        </p:spPr>
        <p:txBody>
          <a:bodyPr/>
          <a:lstStyle/>
          <a:p>
            <a:pPr algn="l"/>
            <a:r>
              <a:rPr lang="ru-RU" dirty="0"/>
              <a:t>Канторович научил мир не тратить лишнего и ценить ресурсы. «Математика — это не только орудие для расчета, это способ мышления».</a:t>
            </a:r>
            <a:endParaRPr lang="en-US" dirty="0"/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E9F2CC64-E2D3-4633-ABE1-DAC727522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93" y="1766054"/>
            <a:ext cx="5764067" cy="384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1587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295</Words>
  <Application>Microsoft Office PowerPoint</Application>
  <PresentationFormat>Широкоэкранный</PresentationFormat>
  <Paragraphs>37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Леонид Витальевич Канторович: Математик, изменивший экономику</vt:lpstr>
      <vt:lpstr>Вундеркинд из Петербурга</vt:lpstr>
      <vt:lpstr>Корни и идентичность</vt:lpstr>
      <vt:lpstr>1939 год — Задача о фанере</vt:lpstr>
      <vt:lpstr>Суть открытия: Математика оптимальности</vt:lpstr>
      <vt:lpstr>Атомный проект и вклад в оборону</vt:lpstr>
      <vt:lpstr>Противостояние идеологии</vt:lpstr>
      <vt:lpstr>Мировое признание (1975 год)</vt:lpstr>
      <vt:lpstr>Наследие в XXI веке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Леонид Витальевич Канторович: Математик, изменивший экономику</dc:title>
  <dc:creator>Artyom Gnevnov</dc:creator>
  <cp:lastModifiedBy>Artyom Gnevnov</cp:lastModifiedBy>
  <cp:revision>2</cp:revision>
  <dcterms:created xsi:type="dcterms:W3CDTF">2026-02-19T12:31:18Z</dcterms:created>
  <dcterms:modified xsi:type="dcterms:W3CDTF">2026-02-19T12:56:50Z</dcterms:modified>
</cp:coreProperties>
</file>