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2A3D1A4B-9CFE-44F7-8767-D381BE06A1FE}"/>
    <pc:docChg chg="undo redo custSel addSld modSld">
      <pc:chgData name="Artyom Gnevnov" userId="2f0d4a8a008de216" providerId="LiveId" clId="{2A3D1A4B-9CFE-44F7-8767-D381BE06A1FE}" dt="2026-02-10T12:49:05.808" v="487" actId="1076"/>
      <pc:docMkLst>
        <pc:docMk/>
      </pc:docMkLst>
      <pc:sldChg chg="modSp new mod">
        <pc:chgData name="Artyom Gnevnov" userId="2f0d4a8a008de216" providerId="LiveId" clId="{2A3D1A4B-9CFE-44F7-8767-D381BE06A1FE}" dt="2026-02-10T12:36:30.913" v="18" actId="14100"/>
        <pc:sldMkLst>
          <pc:docMk/>
          <pc:sldMk cId="943175235" sldId="256"/>
        </pc:sldMkLst>
        <pc:spChg chg="mod">
          <ac:chgData name="Artyom Gnevnov" userId="2f0d4a8a008de216" providerId="LiveId" clId="{2A3D1A4B-9CFE-44F7-8767-D381BE06A1FE}" dt="2026-02-10T12:36:07.412" v="5"/>
          <ac:spMkLst>
            <pc:docMk/>
            <pc:sldMk cId="943175235" sldId="256"/>
            <ac:spMk id="2" creationId="{1878BD05-BB00-4C31-8197-076582820E50}"/>
          </ac:spMkLst>
        </pc:spChg>
        <pc:spChg chg="mod">
          <ac:chgData name="Artyom Gnevnov" userId="2f0d4a8a008de216" providerId="LiveId" clId="{2A3D1A4B-9CFE-44F7-8767-D381BE06A1FE}" dt="2026-02-10T12:36:30.913" v="18" actId="14100"/>
          <ac:spMkLst>
            <pc:docMk/>
            <pc:sldMk cId="943175235" sldId="256"/>
            <ac:spMk id="3" creationId="{B76ED7D1-F104-40B6-A951-927B40142A44}"/>
          </ac:spMkLst>
        </pc:spChg>
      </pc:sldChg>
      <pc:sldChg chg="modSp new mod">
        <pc:chgData name="Artyom Gnevnov" userId="2f0d4a8a008de216" providerId="LiveId" clId="{2A3D1A4B-9CFE-44F7-8767-D381BE06A1FE}" dt="2026-02-10T12:37:00.527" v="57"/>
        <pc:sldMkLst>
          <pc:docMk/>
          <pc:sldMk cId="3574568104" sldId="257"/>
        </pc:sldMkLst>
        <pc:spChg chg="mod">
          <ac:chgData name="Artyom Gnevnov" userId="2f0d4a8a008de216" providerId="LiveId" clId="{2A3D1A4B-9CFE-44F7-8767-D381BE06A1FE}" dt="2026-02-10T12:36:54.344" v="54" actId="14100"/>
          <ac:spMkLst>
            <pc:docMk/>
            <pc:sldMk cId="3574568104" sldId="257"/>
            <ac:spMk id="2" creationId="{8F39EACC-641F-4DD4-AD3F-0ADFFF7F6C32}"/>
          </ac:spMkLst>
        </pc:spChg>
        <pc:spChg chg="mod">
          <ac:chgData name="Artyom Gnevnov" userId="2f0d4a8a008de216" providerId="LiveId" clId="{2A3D1A4B-9CFE-44F7-8767-D381BE06A1FE}" dt="2026-02-10T12:37:00.527" v="57"/>
          <ac:spMkLst>
            <pc:docMk/>
            <pc:sldMk cId="3574568104" sldId="257"/>
            <ac:spMk id="3" creationId="{DE2A410F-1F47-4E1D-8EAD-F73A2EA38FE3}"/>
          </ac:spMkLst>
        </pc:spChg>
      </pc:sldChg>
      <pc:sldChg chg="addSp modSp new mod">
        <pc:chgData name="Artyom Gnevnov" userId="2f0d4a8a008de216" providerId="LiveId" clId="{2A3D1A4B-9CFE-44F7-8767-D381BE06A1FE}" dt="2026-02-10T12:37:33.735" v="79" actId="1076"/>
        <pc:sldMkLst>
          <pc:docMk/>
          <pc:sldMk cId="1412140820" sldId="258"/>
        </pc:sldMkLst>
        <pc:spChg chg="mod">
          <ac:chgData name="Artyom Gnevnov" userId="2f0d4a8a008de216" providerId="LiveId" clId="{2A3D1A4B-9CFE-44F7-8767-D381BE06A1FE}" dt="2026-02-10T12:37:15.161" v="76" actId="1076"/>
          <ac:spMkLst>
            <pc:docMk/>
            <pc:sldMk cId="1412140820" sldId="258"/>
            <ac:spMk id="2" creationId="{CED93080-0E60-457F-90BC-823236A1D928}"/>
          </ac:spMkLst>
        </pc:spChg>
        <pc:picChg chg="add mod">
          <ac:chgData name="Artyom Gnevnov" userId="2f0d4a8a008de216" providerId="LiveId" clId="{2A3D1A4B-9CFE-44F7-8767-D381BE06A1FE}" dt="2026-02-10T12:37:33.735" v="79" actId="1076"/>
          <ac:picMkLst>
            <pc:docMk/>
            <pc:sldMk cId="1412140820" sldId="258"/>
            <ac:picMk id="5" creationId="{8BD3FE99-63AE-43DF-BF5A-91A36D7E7ED5}"/>
          </ac:picMkLst>
        </pc:picChg>
      </pc:sldChg>
      <pc:sldChg chg="modSp new mod">
        <pc:chgData name="Artyom Gnevnov" userId="2f0d4a8a008de216" providerId="LiveId" clId="{2A3D1A4B-9CFE-44F7-8767-D381BE06A1FE}" dt="2026-02-10T12:49:05.808" v="487" actId="1076"/>
        <pc:sldMkLst>
          <pc:docMk/>
          <pc:sldMk cId="1635660990" sldId="259"/>
        </pc:sldMkLst>
        <pc:spChg chg="mod">
          <ac:chgData name="Artyom Gnevnov" userId="2f0d4a8a008de216" providerId="LiveId" clId="{2A3D1A4B-9CFE-44F7-8767-D381BE06A1FE}" dt="2026-02-10T12:37:53.331" v="86" actId="1076"/>
          <ac:spMkLst>
            <pc:docMk/>
            <pc:sldMk cId="1635660990" sldId="259"/>
            <ac:spMk id="2" creationId="{02D755DE-B205-4726-AA34-A69F7F6B9C13}"/>
          </ac:spMkLst>
        </pc:spChg>
        <pc:spChg chg="mod">
          <ac:chgData name="Artyom Gnevnov" userId="2f0d4a8a008de216" providerId="LiveId" clId="{2A3D1A4B-9CFE-44F7-8767-D381BE06A1FE}" dt="2026-02-10T12:49:05.808" v="487" actId="1076"/>
          <ac:spMkLst>
            <pc:docMk/>
            <pc:sldMk cId="1635660990" sldId="259"/>
            <ac:spMk id="3" creationId="{FCE8B6F1-9421-4CBE-AB4E-D934129000AB}"/>
          </ac:spMkLst>
        </pc:spChg>
      </pc:sldChg>
      <pc:sldChg chg="modSp new mod">
        <pc:chgData name="Artyom Gnevnov" userId="2f0d4a8a008de216" providerId="LiveId" clId="{2A3D1A4B-9CFE-44F7-8767-D381BE06A1FE}" dt="2026-02-10T12:49:02.777" v="486" actId="1076"/>
        <pc:sldMkLst>
          <pc:docMk/>
          <pc:sldMk cId="197970218" sldId="260"/>
        </pc:sldMkLst>
        <pc:spChg chg="mod">
          <ac:chgData name="Artyom Gnevnov" userId="2f0d4a8a008de216" providerId="LiveId" clId="{2A3D1A4B-9CFE-44F7-8767-D381BE06A1FE}" dt="2026-02-10T12:39:01.579" v="128" actId="14100"/>
          <ac:spMkLst>
            <pc:docMk/>
            <pc:sldMk cId="197970218" sldId="260"/>
            <ac:spMk id="2" creationId="{7295394B-BEFB-482E-BE29-183B77130B4A}"/>
          </ac:spMkLst>
        </pc:spChg>
        <pc:spChg chg="mod">
          <ac:chgData name="Artyom Gnevnov" userId="2f0d4a8a008de216" providerId="LiveId" clId="{2A3D1A4B-9CFE-44F7-8767-D381BE06A1FE}" dt="2026-02-10T12:49:02.777" v="486" actId="1076"/>
          <ac:spMkLst>
            <pc:docMk/>
            <pc:sldMk cId="197970218" sldId="260"/>
            <ac:spMk id="3" creationId="{8027C639-645C-4465-BAC1-7854B78BBFAA}"/>
          </ac:spMkLst>
        </pc:spChg>
      </pc:sldChg>
      <pc:sldChg chg="modSp new mod">
        <pc:chgData name="Artyom Gnevnov" userId="2f0d4a8a008de216" providerId="LiveId" clId="{2A3D1A4B-9CFE-44F7-8767-D381BE06A1FE}" dt="2026-02-10T12:49:00.075" v="485" actId="1076"/>
        <pc:sldMkLst>
          <pc:docMk/>
          <pc:sldMk cId="621165124" sldId="261"/>
        </pc:sldMkLst>
        <pc:spChg chg="mod">
          <ac:chgData name="Artyom Gnevnov" userId="2f0d4a8a008de216" providerId="LiveId" clId="{2A3D1A4B-9CFE-44F7-8767-D381BE06A1FE}" dt="2026-02-10T12:40:07.959" v="192" actId="14100"/>
          <ac:spMkLst>
            <pc:docMk/>
            <pc:sldMk cId="621165124" sldId="261"/>
            <ac:spMk id="2" creationId="{B266468D-78D8-42F9-8707-66F2BFE8659C}"/>
          </ac:spMkLst>
        </pc:spChg>
        <pc:spChg chg="mod">
          <ac:chgData name="Artyom Gnevnov" userId="2f0d4a8a008de216" providerId="LiveId" clId="{2A3D1A4B-9CFE-44F7-8767-D381BE06A1FE}" dt="2026-02-10T12:49:00.075" v="485" actId="1076"/>
          <ac:spMkLst>
            <pc:docMk/>
            <pc:sldMk cId="621165124" sldId="261"/>
            <ac:spMk id="3" creationId="{5C9DE828-3933-4D26-BB11-FF8D83249040}"/>
          </ac:spMkLst>
        </pc:spChg>
      </pc:sldChg>
      <pc:sldChg chg="modSp new mod">
        <pc:chgData name="Artyom Gnevnov" userId="2f0d4a8a008de216" providerId="LiveId" clId="{2A3D1A4B-9CFE-44F7-8767-D381BE06A1FE}" dt="2026-02-10T12:48:57.481" v="484" actId="1076"/>
        <pc:sldMkLst>
          <pc:docMk/>
          <pc:sldMk cId="3171460056" sldId="262"/>
        </pc:sldMkLst>
        <pc:spChg chg="mod">
          <ac:chgData name="Artyom Gnevnov" userId="2f0d4a8a008de216" providerId="LiveId" clId="{2A3D1A4B-9CFE-44F7-8767-D381BE06A1FE}" dt="2026-02-10T12:41:22.162" v="224" actId="14100"/>
          <ac:spMkLst>
            <pc:docMk/>
            <pc:sldMk cId="3171460056" sldId="262"/>
            <ac:spMk id="2" creationId="{7D58068D-BF3E-42DD-B51D-982E8C4A8F62}"/>
          </ac:spMkLst>
        </pc:spChg>
        <pc:spChg chg="mod">
          <ac:chgData name="Artyom Gnevnov" userId="2f0d4a8a008de216" providerId="LiveId" clId="{2A3D1A4B-9CFE-44F7-8767-D381BE06A1FE}" dt="2026-02-10T12:48:57.481" v="484" actId="1076"/>
          <ac:spMkLst>
            <pc:docMk/>
            <pc:sldMk cId="3171460056" sldId="262"/>
            <ac:spMk id="3" creationId="{D614110B-64E3-4F19-B641-2E4C87EBDCE5}"/>
          </ac:spMkLst>
        </pc:spChg>
      </pc:sldChg>
      <pc:sldChg chg="modSp new mod">
        <pc:chgData name="Artyom Gnevnov" userId="2f0d4a8a008de216" providerId="LiveId" clId="{2A3D1A4B-9CFE-44F7-8767-D381BE06A1FE}" dt="2026-02-10T12:48:54.523" v="483" actId="1076"/>
        <pc:sldMkLst>
          <pc:docMk/>
          <pc:sldMk cId="3745960377" sldId="263"/>
        </pc:sldMkLst>
        <pc:spChg chg="mod">
          <ac:chgData name="Artyom Gnevnov" userId="2f0d4a8a008de216" providerId="LiveId" clId="{2A3D1A4B-9CFE-44F7-8767-D381BE06A1FE}" dt="2026-02-10T12:42:29.697" v="261" actId="14100"/>
          <ac:spMkLst>
            <pc:docMk/>
            <pc:sldMk cId="3745960377" sldId="263"/>
            <ac:spMk id="2" creationId="{D29C772C-72DE-46FA-82C0-9470141F7454}"/>
          </ac:spMkLst>
        </pc:spChg>
        <pc:spChg chg="mod">
          <ac:chgData name="Artyom Gnevnov" userId="2f0d4a8a008de216" providerId="LiveId" clId="{2A3D1A4B-9CFE-44F7-8767-D381BE06A1FE}" dt="2026-02-10T12:48:54.523" v="483" actId="1076"/>
          <ac:spMkLst>
            <pc:docMk/>
            <pc:sldMk cId="3745960377" sldId="263"/>
            <ac:spMk id="3" creationId="{540A18D1-6014-4595-89CB-9629AAF93E1E}"/>
          </ac:spMkLst>
        </pc:spChg>
      </pc:sldChg>
      <pc:sldChg chg="modSp new mod">
        <pc:chgData name="Artyom Gnevnov" userId="2f0d4a8a008de216" providerId="LiveId" clId="{2A3D1A4B-9CFE-44F7-8767-D381BE06A1FE}" dt="2026-02-10T12:48:52.143" v="482" actId="1076"/>
        <pc:sldMkLst>
          <pc:docMk/>
          <pc:sldMk cId="81907166" sldId="264"/>
        </pc:sldMkLst>
        <pc:spChg chg="mod">
          <ac:chgData name="Artyom Gnevnov" userId="2f0d4a8a008de216" providerId="LiveId" clId="{2A3D1A4B-9CFE-44F7-8767-D381BE06A1FE}" dt="2026-02-10T12:43:43.393" v="286" actId="14100"/>
          <ac:spMkLst>
            <pc:docMk/>
            <pc:sldMk cId="81907166" sldId="264"/>
            <ac:spMk id="2" creationId="{0F273014-AE94-469E-B63C-27AE34BAB277}"/>
          </ac:spMkLst>
        </pc:spChg>
        <pc:spChg chg="mod">
          <ac:chgData name="Artyom Gnevnov" userId="2f0d4a8a008de216" providerId="LiveId" clId="{2A3D1A4B-9CFE-44F7-8767-D381BE06A1FE}" dt="2026-02-10T12:48:52.143" v="482" actId="1076"/>
          <ac:spMkLst>
            <pc:docMk/>
            <pc:sldMk cId="81907166" sldId="264"/>
            <ac:spMk id="3" creationId="{1DC4FBA3-34C0-475D-A494-87DC704C37B0}"/>
          </ac:spMkLst>
        </pc:spChg>
      </pc:sldChg>
      <pc:sldChg chg="modSp new mod">
        <pc:chgData name="Artyom Gnevnov" userId="2f0d4a8a008de216" providerId="LiveId" clId="{2A3D1A4B-9CFE-44F7-8767-D381BE06A1FE}" dt="2026-02-10T12:48:48.868" v="481" actId="1076"/>
        <pc:sldMkLst>
          <pc:docMk/>
          <pc:sldMk cId="1711154750" sldId="265"/>
        </pc:sldMkLst>
        <pc:spChg chg="mod">
          <ac:chgData name="Artyom Gnevnov" userId="2f0d4a8a008de216" providerId="LiveId" clId="{2A3D1A4B-9CFE-44F7-8767-D381BE06A1FE}" dt="2026-02-10T12:44:17.268" v="297" actId="14100"/>
          <ac:spMkLst>
            <pc:docMk/>
            <pc:sldMk cId="1711154750" sldId="265"/>
            <ac:spMk id="2" creationId="{57337AFF-D5EA-4971-9155-017E0C4DD606}"/>
          </ac:spMkLst>
        </pc:spChg>
        <pc:spChg chg="mod">
          <ac:chgData name="Artyom Gnevnov" userId="2f0d4a8a008de216" providerId="LiveId" clId="{2A3D1A4B-9CFE-44F7-8767-D381BE06A1FE}" dt="2026-02-10T12:48:48.868" v="481" actId="1076"/>
          <ac:spMkLst>
            <pc:docMk/>
            <pc:sldMk cId="1711154750" sldId="265"/>
            <ac:spMk id="3" creationId="{F32783E0-2B04-4694-A82C-5CEFAAD8FB2B}"/>
          </ac:spMkLst>
        </pc:spChg>
      </pc:sldChg>
      <pc:sldChg chg="modSp new mod">
        <pc:chgData name="Artyom Gnevnov" userId="2f0d4a8a008de216" providerId="LiveId" clId="{2A3D1A4B-9CFE-44F7-8767-D381BE06A1FE}" dt="2026-02-10T12:48:46.559" v="480" actId="1076"/>
        <pc:sldMkLst>
          <pc:docMk/>
          <pc:sldMk cId="359795806" sldId="266"/>
        </pc:sldMkLst>
        <pc:spChg chg="mod">
          <ac:chgData name="Artyom Gnevnov" userId="2f0d4a8a008de216" providerId="LiveId" clId="{2A3D1A4B-9CFE-44F7-8767-D381BE06A1FE}" dt="2026-02-10T12:44:51.099" v="316" actId="1076"/>
          <ac:spMkLst>
            <pc:docMk/>
            <pc:sldMk cId="359795806" sldId="266"/>
            <ac:spMk id="2" creationId="{0E2AA45A-D827-424C-823A-5ADFAD7C6362}"/>
          </ac:spMkLst>
        </pc:spChg>
        <pc:spChg chg="mod">
          <ac:chgData name="Artyom Gnevnov" userId="2f0d4a8a008de216" providerId="LiveId" clId="{2A3D1A4B-9CFE-44F7-8767-D381BE06A1FE}" dt="2026-02-10T12:48:46.559" v="480" actId="1076"/>
          <ac:spMkLst>
            <pc:docMk/>
            <pc:sldMk cId="359795806" sldId="266"/>
            <ac:spMk id="3" creationId="{1335FC31-782F-4349-8426-8E8970A7B8C2}"/>
          </ac:spMkLst>
        </pc:spChg>
      </pc:sldChg>
      <pc:sldChg chg="modSp new mod">
        <pc:chgData name="Artyom Gnevnov" userId="2f0d4a8a008de216" providerId="LiveId" clId="{2A3D1A4B-9CFE-44F7-8767-D381BE06A1FE}" dt="2026-02-10T12:48:40.414" v="479" actId="313"/>
        <pc:sldMkLst>
          <pc:docMk/>
          <pc:sldMk cId="3049683719" sldId="267"/>
        </pc:sldMkLst>
        <pc:spChg chg="mod">
          <ac:chgData name="Artyom Gnevnov" userId="2f0d4a8a008de216" providerId="LiveId" clId="{2A3D1A4B-9CFE-44F7-8767-D381BE06A1FE}" dt="2026-02-10T12:45:29.950" v="340" actId="14100"/>
          <ac:spMkLst>
            <pc:docMk/>
            <pc:sldMk cId="3049683719" sldId="267"/>
            <ac:spMk id="2" creationId="{7DC53AED-9E1A-4C23-BB9F-FE875A0C7593}"/>
          </ac:spMkLst>
        </pc:spChg>
        <pc:spChg chg="mod">
          <ac:chgData name="Artyom Gnevnov" userId="2f0d4a8a008de216" providerId="LiveId" clId="{2A3D1A4B-9CFE-44F7-8767-D381BE06A1FE}" dt="2026-02-10T12:48:40.414" v="479" actId="313"/>
          <ac:spMkLst>
            <pc:docMk/>
            <pc:sldMk cId="3049683719" sldId="267"/>
            <ac:spMk id="3" creationId="{0AEC1264-7195-448C-B9E7-B38059005FF2}"/>
          </ac:spMkLst>
        </pc:spChg>
      </pc:sldChg>
      <pc:sldChg chg="modSp new mod">
        <pc:chgData name="Artyom Gnevnov" userId="2f0d4a8a008de216" providerId="LiveId" clId="{2A3D1A4B-9CFE-44F7-8767-D381BE06A1FE}" dt="2026-02-10T12:48:36.214" v="477" actId="1076"/>
        <pc:sldMkLst>
          <pc:docMk/>
          <pc:sldMk cId="1861505418" sldId="268"/>
        </pc:sldMkLst>
        <pc:spChg chg="mod">
          <ac:chgData name="Artyom Gnevnov" userId="2f0d4a8a008de216" providerId="LiveId" clId="{2A3D1A4B-9CFE-44F7-8767-D381BE06A1FE}" dt="2026-02-10T12:46:21.350" v="393" actId="1076"/>
          <ac:spMkLst>
            <pc:docMk/>
            <pc:sldMk cId="1861505418" sldId="268"/>
            <ac:spMk id="2" creationId="{1987F878-F5B3-4F65-B048-13C68B9DE9D0}"/>
          </ac:spMkLst>
        </pc:spChg>
        <pc:spChg chg="mod">
          <ac:chgData name="Artyom Gnevnov" userId="2f0d4a8a008de216" providerId="LiveId" clId="{2A3D1A4B-9CFE-44F7-8767-D381BE06A1FE}" dt="2026-02-10T12:48:36.214" v="477" actId="1076"/>
          <ac:spMkLst>
            <pc:docMk/>
            <pc:sldMk cId="1861505418" sldId="268"/>
            <ac:spMk id="3" creationId="{C5233179-DCFB-4C28-B90F-31C9E3202A1C}"/>
          </ac:spMkLst>
        </pc:spChg>
      </pc:sldChg>
      <pc:sldChg chg="modSp new mod">
        <pc:chgData name="Artyom Gnevnov" userId="2f0d4a8a008de216" providerId="LiveId" clId="{2A3D1A4B-9CFE-44F7-8767-D381BE06A1FE}" dt="2026-02-10T12:48:32.607" v="476" actId="1076"/>
        <pc:sldMkLst>
          <pc:docMk/>
          <pc:sldMk cId="200292418" sldId="269"/>
        </pc:sldMkLst>
        <pc:spChg chg="mod">
          <ac:chgData name="Artyom Gnevnov" userId="2f0d4a8a008de216" providerId="LiveId" clId="{2A3D1A4B-9CFE-44F7-8767-D381BE06A1FE}" dt="2026-02-10T12:47:03.579" v="433" actId="14100"/>
          <ac:spMkLst>
            <pc:docMk/>
            <pc:sldMk cId="200292418" sldId="269"/>
            <ac:spMk id="2" creationId="{C3BA7101-CEB3-478D-BA1A-4D13A0D525FC}"/>
          </ac:spMkLst>
        </pc:spChg>
        <pc:spChg chg="mod">
          <ac:chgData name="Artyom Gnevnov" userId="2f0d4a8a008de216" providerId="LiveId" clId="{2A3D1A4B-9CFE-44F7-8767-D381BE06A1FE}" dt="2026-02-10T12:48:32.607" v="476" actId="1076"/>
          <ac:spMkLst>
            <pc:docMk/>
            <pc:sldMk cId="200292418" sldId="269"/>
            <ac:spMk id="3" creationId="{80D854C2-4D5D-46BA-A8E3-EC59F107C4F8}"/>
          </ac:spMkLst>
        </pc:spChg>
      </pc:sldChg>
      <pc:sldChg chg="modSp new mod">
        <pc:chgData name="Artyom Gnevnov" userId="2f0d4a8a008de216" providerId="LiveId" clId="{2A3D1A4B-9CFE-44F7-8767-D381BE06A1FE}" dt="2026-02-10T12:48:29.036" v="474" actId="1076"/>
        <pc:sldMkLst>
          <pc:docMk/>
          <pc:sldMk cId="441228592" sldId="270"/>
        </pc:sldMkLst>
        <pc:spChg chg="mod">
          <ac:chgData name="Artyom Gnevnov" userId="2f0d4a8a008de216" providerId="LiveId" clId="{2A3D1A4B-9CFE-44F7-8767-D381BE06A1FE}" dt="2026-02-10T12:47:34.043" v="446" actId="14100"/>
          <ac:spMkLst>
            <pc:docMk/>
            <pc:sldMk cId="441228592" sldId="270"/>
            <ac:spMk id="2" creationId="{3212BED5-BD6D-4BD6-AF70-9BADB30F66B5}"/>
          </ac:spMkLst>
        </pc:spChg>
        <pc:spChg chg="mod">
          <ac:chgData name="Artyom Gnevnov" userId="2f0d4a8a008de216" providerId="LiveId" clId="{2A3D1A4B-9CFE-44F7-8767-D381BE06A1FE}" dt="2026-02-10T12:48:29.036" v="474" actId="1076"/>
          <ac:spMkLst>
            <pc:docMk/>
            <pc:sldMk cId="441228592" sldId="270"/>
            <ac:spMk id="3" creationId="{29663B6B-EA86-4C88-A6F8-07BA75B3C0A0}"/>
          </ac:spMkLst>
        </pc:spChg>
      </pc:sldChg>
      <pc:sldChg chg="modSp new mod">
        <pc:chgData name="Artyom Gnevnov" userId="2f0d4a8a008de216" providerId="LiveId" clId="{2A3D1A4B-9CFE-44F7-8767-D381BE06A1FE}" dt="2026-02-10T12:48:25.117" v="473" actId="12"/>
        <pc:sldMkLst>
          <pc:docMk/>
          <pc:sldMk cId="1597640040" sldId="271"/>
        </pc:sldMkLst>
        <pc:spChg chg="mod">
          <ac:chgData name="Artyom Gnevnov" userId="2f0d4a8a008de216" providerId="LiveId" clId="{2A3D1A4B-9CFE-44F7-8767-D381BE06A1FE}" dt="2026-02-10T12:48:06.177" v="464" actId="1076"/>
          <ac:spMkLst>
            <pc:docMk/>
            <pc:sldMk cId="1597640040" sldId="271"/>
            <ac:spMk id="2" creationId="{9A3BED42-FE1D-4F59-8DBE-E5626CECB7FA}"/>
          </ac:spMkLst>
        </pc:spChg>
        <pc:spChg chg="mod">
          <ac:chgData name="Artyom Gnevnov" userId="2f0d4a8a008de216" providerId="LiveId" clId="{2A3D1A4B-9CFE-44F7-8767-D381BE06A1FE}" dt="2026-02-10T12:48:25.117" v="473" actId="12"/>
          <ac:spMkLst>
            <pc:docMk/>
            <pc:sldMk cId="1597640040" sldId="271"/>
            <ac:spMk id="3" creationId="{4C3E3BEC-16DE-4937-961F-F7C7A303E9D0}"/>
          </ac:spMkLst>
        </pc:spChg>
      </pc:sldChg>
      <pc:sldMasterChg chg="addSldLayout">
        <pc:chgData name="Artyom Gnevnov" userId="2f0d4a8a008de216" providerId="LiveId" clId="{2A3D1A4B-9CFE-44F7-8767-D381BE06A1FE}" dt="2026-02-10T12:35:52.219" v="0" actId="680"/>
        <pc:sldMasterMkLst>
          <pc:docMk/>
          <pc:sldMasterMk cId="910152943" sldId="2147483648"/>
        </pc:sldMasterMkLst>
        <pc:sldLayoutChg chg="add">
          <pc:chgData name="Artyom Gnevnov" userId="2f0d4a8a008de216" providerId="LiveId" clId="{2A3D1A4B-9CFE-44F7-8767-D381BE06A1FE}" dt="2026-02-10T12:35:52.219" v="0" actId="680"/>
          <pc:sldLayoutMkLst>
            <pc:docMk/>
            <pc:sldMasterMk cId="910152943" sldId="2147483648"/>
            <pc:sldLayoutMk cId="543681509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F66859-8C50-4CFF-BAA4-0C491342A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3FF6A0-1BBF-4C6E-AC2B-C5392D5BD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8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15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elegram.me/univer_spb" TargetMode="External"/><Relationship Id="rId2" Type="http://schemas.openxmlformats.org/officeDocument/2006/relationships/hyperlink" Target="https://vk.com/north_star_info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nstar-spb.ru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dit-it.ru/contragent/1089848010020_ooo-informagentstvo-severnaya-zvezda" TargetMode="External"/><Relationship Id="rId2" Type="http://schemas.openxmlformats.org/officeDocument/2006/relationships/hyperlink" Target="https://nstar-spb.ru/ob-informagentstve-severnaya-zvezda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78BD05-BB00-4C31-8197-076582820E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ИНФОРМАЦИОННОЕ АГЕНТСТВО "СЕВЕРНАЯ ЗВЕЗДА"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6ED7D1-F104-40B6-A951-927B40142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1126" y="4074850"/>
            <a:ext cx="2766874" cy="1182950"/>
          </a:xfrm>
        </p:spPr>
        <p:txBody>
          <a:bodyPr/>
          <a:lstStyle/>
          <a:p>
            <a:r>
              <a:rPr lang="ru-RU" dirty="0"/>
              <a:t>Гневнов А.Е.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17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39EACC-641F-4DD4-AD3F-0ADFFF7F6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93194"/>
          </a:xfrm>
        </p:spPr>
        <p:txBody>
          <a:bodyPr/>
          <a:lstStyle/>
          <a:p>
            <a:r>
              <a:rPr lang="ru-RU" dirty="0"/>
              <a:t>Полное наименование и год создания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E2A410F-1F47-4E1D-8EAD-F73A2EA38F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ООО "ИНФОРМАЦИОННОЕ АГЕНТСТВО "СЕВЕРНАЯ ЗВЕЗДА", 2008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568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93080-0E60-457F-90BC-823236A1D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574"/>
            <a:ext cx="9144000" cy="970949"/>
          </a:xfrm>
        </p:spPr>
        <p:txBody>
          <a:bodyPr/>
          <a:lstStyle/>
          <a:p>
            <a:r>
              <a:rPr lang="ru-RU" dirty="0"/>
              <a:t>Скриншот сайта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E61F61-1CBD-488B-93C8-9D476AD563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D3FE99-63AE-43DF-BF5A-91A36D7E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56" y="1285731"/>
            <a:ext cx="10487487" cy="520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40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755DE-B205-4726-AA34-A69F7F6B9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77048"/>
            <a:ext cx="9144000" cy="926561"/>
          </a:xfrm>
        </p:spPr>
        <p:txBody>
          <a:bodyPr/>
          <a:lstStyle/>
          <a:p>
            <a:r>
              <a:rPr lang="ru-RU" dirty="0"/>
              <a:t>Цель и задачи агентства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CE8B6F1-9421-4CBE-AB4E-D93412900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883" y="2477941"/>
            <a:ext cx="7395099" cy="1902118"/>
          </a:xfrm>
        </p:spPr>
        <p:txBody>
          <a:bodyPr/>
          <a:lstStyle/>
          <a:p>
            <a:pPr algn="just"/>
            <a:r>
              <a:rPr lang="ru-RU" dirty="0"/>
              <a:t>Целью агентства является качественное освещение актуальных событий, происходящих в сфере высшего образования, науки, культуры и искусства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66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95394B-BEFB-482E-BE29-183B77130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677"/>
            <a:ext cx="9144000" cy="1926454"/>
          </a:xfrm>
        </p:spPr>
        <p:txBody>
          <a:bodyPr/>
          <a:lstStyle/>
          <a:p>
            <a:r>
              <a:rPr lang="ru-RU" dirty="0"/>
              <a:t>Основные направления деятельности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27C639-645C-4465-BAC1-7854B78BB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437" y="2583402"/>
            <a:ext cx="6773662" cy="2922973"/>
          </a:xfrm>
        </p:spPr>
        <p:txBody>
          <a:bodyPr/>
          <a:lstStyle/>
          <a:p>
            <a:pPr algn="just"/>
            <a:r>
              <a:rPr lang="ru-RU" dirty="0"/>
              <a:t>Основными направления деятельности: освещения актуальных событий, происходящих в сфере высшего образования, науки, культуры и искусства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66468D-78D8-42F9-8707-66F2BFE86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085"/>
            <a:ext cx="9144000" cy="1655762"/>
          </a:xfrm>
        </p:spPr>
        <p:txBody>
          <a:bodyPr/>
          <a:lstStyle/>
          <a:p>
            <a:r>
              <a:rPr lang="ru-RU" dirty="0"/>
              <a:t>Основные тематические направления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9DE828-3933-4D26-BB11-FF8D83249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905" y="2778711"/>
            <a:ext cx="5489359" cy="2798685"/>
          </a:xfrm>
        </p:spPr>
        <p:txBody>
          <a:bodyPr/>
          <a:lstStyle/>
          <a:p>
            <a:pPr algn="just"/>
            <a:r>
              <a:rPr lang="ru-RU" dirty="0"/>
              <a:t>Направления: Культура и образование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165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58068D-BF3E-42DD-B51D-982E8C4A8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32565"/>
          </a:xfrm>
        </p:spPr>
        <p:txBody>
          <a:bodyPr/>
          <a:lstStyle/>
          <a:p>
            <a:r>
              <a:rPr lang="ru-RU" dirty="0"/>
              <a:t>Возрастные ограничения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14110B-64E3-4F19-B641-2E4C87EBD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740" y="2929631"/>
            <a:ext cx="8300622" cy="2399190"/>
          </a:xfrm>
        </p:spPr>
        <p:txBody>
          <a:bodyPr/>
          <a:lstStyle/>
          <a:p>
            <a:pPr algn="just"/>
            <a:r>
              <a:rPr lang="ru-RU" dirty="0"/>
              <a:t>Настоящий ресурс издания может содержать материалы 16+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460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C772C-72DE-46FA-82C0-9470141F7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7351"/>
            <a:ext cx="9144000" cy="1262849"/>
          </a:xfrm>
        </p:spPr>
        <p:txBody>
          <a:bodyPr/>
          <a:lstStyle/>
          <a:p>
            <a:r>
              <a:rPr lang="ru-RU" dirty="0"/>
              <a:t>Управление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0A18D1-6014-4595-89CB-9629AAF93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085" y="1855433"/>
            <a:ext cx="10813002" cy="3879541"/>
          </a:xfrm>
        </p:spPr>
        <p:txBody>
          <a:bodyPr/>
          <a:lstStyle/>
          <a:p>
            <a:pPr algn="just"/>
            <a:r>
              <a:rPr lang="ru-RU" dirty="0"/>
              <a:t>Директор, главный редактор сетевого издания: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Татьяна Валерьевна Попова</a:t>
            </a:r>
          </a:p>
          <a:p>
            <a:pPr algn="just"/>
            <a:r>
              <a:rPr lang="ru-RU" dirty="0"/>
              <a:t>Помощник директора по вопросам культурно-образовательной деятельности: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Мария Александровна </a:t>
            </a:r>
            <a:r>
              <a:rPr lang="ru-RU" dirty="0" err="1"/>
              <a:t>Чурсинова</a:t>
            </a:r>
            <a:endParaRPr lang="ru-RU" dirty="0"/>
          </a:p>
          <a:p>
            <a:pPr algn="just"/>
            <a:r>
              <a:rPr lang="ru-RU" dirty="0"/>
              <a:t>Руководитель проектов: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Марина Леонидовна </a:t>
            </a:r>
            <a:r>
              <a:rPr lang="ru-RU" dirty="0" err="1"/>
              <a:t>Цеханович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960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73014-AE94-469E-B63C-27AE34BAB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676"/>
            <a:ext cx="9144000" cy="2343705"/>
          </a:xfrm>
        </p:spPr>
        <p:txBody>
          <a:bodyPr/>
          <a:lstStyle/>
          <a:p>
            <a:r>
              <a:rPr lang="ru-RU" dirty="0"/>
              <a:t>Орган, зарегистрировавший СМИ, и регистрационный номер.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DC4FBA3-34C0-475D-A494-87DC704C3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697" y="2985116"/>
            <a:ext cx="10543713" cy="2343705"/>
          </a:xfrm>
        </p:spPr>
        <p:txBody>
          <a:bodyPr/>
          <a:lstStyle/>
          <a:p>
            <a:pPr algn="just"/>
            <a:r>
              <a:rPr lang="ru-RU" dirty="0"/>
              <a:t>Федеральной службе по надзору в сфере связи, информационных технологий и массовых коммуникаций (Роскомнадзор)</a:t>
            </a:r>
          </a:p>
          <a:p>
            <a:pPr algn="just"/>
            <a:r>
              <a:rPr lang="ru-RU" dirty="0"/>
              <a:t>Номер свидетельства о регистрации: ЭЛ №ФС 77-70968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07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37AFF-D5EA-4971-9155-017E0C4DD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3065"/>
            <a:ext cx="9144000" cy="1065320"/>
          </a:xfrm>
        </p:spPr>
        <p:txBody>
          <a:bodyPr/>
          <a:lstStyle/>
          <a:p>
            <a:r>
              <a:rPr lang="ru-RU" dirty="0"/>
              <a:t>Структура агентства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32783E0-2B04-4694-A82C-5CEFAAD8F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372" y="2148397"/>
            <a:ext cx="7954392" cy="3553287"/>
          </a:xfrm>
        </p:spPr>
        <p:txBody>
          <a:bodyPr/>
          <a:lstStyle/>
          <a:p>
            <a:pPr algn="just"/>
            <a:r>
              <a:rPr lang="ru-RU" dirty="0"/>
              <a:t>«СЕВЕРНАЯ ЗВЕЗДА» создано на базе одноименного издательства, периодические издания которого «Санкт-Петербургский Вестник высшей школы» и «Санкт-Петербургский Музыкальный вестник»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154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AA45A-D827-424C-823A-5ADFAD7C6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084"/>
            <a:ext cx="9144000" cy="882173"/>
          </a:xfrm>
        </p:spPr>
        <p:txBody>
          <a:bodyPr/>
          <a:lstStyle/>
          <a:p>
            <a:r>
              <a:rPr lang="ru-RU" dirty="0"/>
              <a:t>Источники агентства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335FC31-782F-4349-8426-8E8970A7B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596" y="1899821"/>
            <a:ext cx="6791417" cy="3775229"/>
          </a:xfrm>
        </p:spPr>
        <p:txBody>
          <a:bodyPr/>
          <a:lstStyle/>
          <a:p>
            <a:pPr algn="just"/>
            <a:r>
              <a:rPr lang="ru-RU" dirty="0"/>
              <a:t>Агентство получает информацию благодаря партнёрским связям с высшими учебными заведениями и музыкальными учреждениями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95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C53AED-9E1A-4C23-BB9F-FE875A0C7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798"/>
            <a:ext cx="9144000" cy="1056443"/>
          </a:xfrm>
        </p:spPr>
        <p:txBody>
          <a:bodyPr/>
          <a:lstStyle/>
          <a:p>
            <a:r>
              <a:rPr lang="ru-RU" dirty="0"/>
              <a:t>Качество информации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EC1264-7195-448C-B9E7-B38059005F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740" y="2086252"/>
            <a:ext cx="6027938" cy="3615431"/>
          </a:xfrm>
        </p:spPr>
        <p:txBody>
          <a:bodyPr/>
          <a:lstStyle/>
          <a:p>
            <a:pPr algn="just"/>
            <a:r>
              <a:rPr lang="ru-RU" dirty="0"/>
              <a:t>Информация информационного агентства актуальная, достоверная и полная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683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7F878-F5B3-4F65-B048-13C68B9DE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1438"/>
            <a:ext cx="9144000" cy="891050"/>
          </a:xfrm>
        </p:spPr>
        <p:txBody>
          <a:bodyPr/>
          <a:lstStyle/>
          <a:p>
            <a:r>
              <a:rPr lang="ru-RU" dirty="0"/>
              <a:t>Страницы в соцсетях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5233179-DCFB-4C28-B90F-31C9E3202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3783" y="2210540"/>
            <a:ext cx="5681709" cy="3562165"/>
          </a:xfrm>
        </p:spPr>
        <p:txBody>
          <a:bodyPr/>
          <a:lstStyle/>
          <a:p>
            <a:pPr algn="just"/>
            <a:r>
              <a:rPr lang="en-US" dirty="0"/>
              <a:t>VK - </a:t>
            </a:r>
            <a:r>
              <a:rPr lang="en-US" dirty="0">
                <a:hlinkClick r:id="rId2"/>
              </a:rPr>
              <a:t>https://vk.com/north_star_info</a:t>
            </a:r>
            <a:r>
              <a:rPr lang="ru-RU" dirty="0"/>
              <a:t> </a:t>
            </a:r>
            <a:endParaRPr lang="en-US" dirty="0"/>
          </a:p>
          <a:p>
            <a:pPr algn="just"/>
            <a:r>
              <a:rPr lang="en-US" dirty="0"/>
              <a:t>TG - </a:t>
            </a:r>
            <a:r>
              <a:rPr lang="en-US" dirty="0">
                <a:hlinkClick r:id="rId3"/>
              </a:rPr>
              <a:t>https://telegram.me/univer_spb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505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BA7101-CEB3-478D-BA1A-4D13A0D52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2837"/>
            <a:ext cx="9144000" cy="1424942"/>
          </a:xfrm>
        </p:spPr>
        <p:txBody>
          <a:bodyPr/>
          <a:lstStyle/>
          <a:p>
            <a:r>
              <a:rPr lang="en-US" dirty="0"/>
              <a:t>URL </a:t>
            </a:r>
            <a:r>
              <a:rPr lang="ru-RU" dirty="0"/>
              <a:t>агентства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D854C2-4D5D-46BA-A8E3-EC59F107C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947" y="2325950"/>
            <a:ext cx="5131293" cy="3127159"/>
          </a:xfrm>
        </p:spPr>
        <p:txBody>
          <a:bodyPr/>
          <a:lstStyle/>
          <a:p>
            <a:pPr algn="just"/>
            <a:r>
              <a:rPr lang="en-US" dirty="0">
                <a:hlinkClick r:id="rId2"/>
              </a:rPr>
              <a:t>https://nstar-spb.ru/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92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12BED5-BD6D-4BD6-AF70-9BADB30F66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7553"/>
            <a:ext cx="9144000" cy="1003177"/>
          </a:xfrm>
        </p:spPr>
        <p:txBody>
          <a:bodyPr/>
          <a:lstStyle/>
          <a:p>
            <a:r>
              <a:rPr lang="ru-RU" dirty="0"/>
              <a:t>Общее впечатление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663B6B-EA86-4C88-A6F8-07BA75B3C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293" y="2050742"/>
            <a:ext cx="5246703" cy="3633186"/>
          </a:xfrm>
        </p:spPr>
        <p:txBody>
          <a:bodyPr/>
          <a:lstStyle/>
          <a:p>
            <a:pPr algn="just"/>
            <a:r>
              <a:rPr lang="ru-RU" dirty="0"/>
              <a:t>Дизайн и интерфейс смотрятся перегруженными, стиль изложения информации прост для усвоения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228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BED42-FE1D-4F59-8DBE-E5626CECB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2962"/>
            <a:ext cx="9144000" cy="882173"/>
          </a:xfrm>
        </p:spPr>
        <p:txBody>
          <a:bodyPr/>
          <a:lstStyle/>
          <a:p>
            <a:r>
              <a:rPr lang="ru-RU" dirty="0"/>
              <a:t>Источники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3E3BEC-16DE-4937-961F-F7C7A303E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509204"/>
            <a:ext cx="10668000" cy="3748596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https://nstar-spb.ru/ob-informagentstve-severnaya-zvezda.html</a:t>
            </a:r>
            <a:r>
              <a:rPr lang="ru-RU" dirty="0"/>
              <a:t> </a:t>
            </a: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https://www.audit-it.ru/contragent/1089848010020_ooo-informagentstvo-severnaya-zvezda</a:t>
            </a:r>
            <a:r>
              <a:rPr lang="ru-RU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6400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275</Words>
  <Application>Microsoft Office PowerPoint</Application>
  <PresentationFormat>Широкоэкранный</PresentationFormat>
  <Paragraphs>39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ИНФОРМАЦИОННОЕ АГЕНТСТВО "СЕВЕРНАЯ ЗВЕЗДА"</vt:lpstr>
      <vt:lpstr>Полное наименование и год создания</vt:lpstr>
      <vt:lpstr>Скриншот сайта</vt:lpstr>
      <vt:lpstr>Цель и задачи агентства</vt:lpstr>
      <vt:lpstr>Основные направления деятельности</vt:lpstr>
      <vt:lpstr>Основные тематические направления</vt:lpstr>
      <vt:lpstr>Возрастные ограничения</vt:lpstr>
      <vt:lpstr>Управление</vt:lpstr>
      <vt:lpstr>Орган, зарегистрировавший СМИ, и регистрационный номер.</vt:lpstr>
      <vt:lpstr>Структура агентства</vt:lpstr>
      <vt:lpstr>Источники агентства</vt:lpstr>
      <vt:lpstr>Качество информации</vt:lpstr>
      <vt:lpstr>Страницы в соцсетях</vt:lpstr>
      <vt:lpstr>URL агентства</vt:lpstr>
      <vt:lpstr>Общее впечатление</vt:lpstr>
      <vt:lpstr>Источники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ИНФОРМАЦИОННОЕ АГЕНТСТВО "СЕВЕРНАЯ ЗВЕЗДА"</dc:title>
  <dc:creator>Artyom Gnevnov</dc:creator>
  <cp:lastModifiedBy>Artyom Gnevnov</cp:lastModifiedBy>
  <cp:revision>1</cp:revision>
  <dcterms:created xsi:type="dcterms:W3CDTF">2026-02-10T12:35:46Z</dcterms:created>
  <dcterms:modified xsi:type="dcterms:W3CDTF">2026-02-10T12:49:13Z</dcterms:modified>
</cp:coreProperties>
</file>