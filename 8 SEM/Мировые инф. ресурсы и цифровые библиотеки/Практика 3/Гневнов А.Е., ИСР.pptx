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2D347525-73AD-4D69-B20F-D5C1578F1746}"/>
    <pc:docChg chg="undo redo custSel addSld modSld">
      <pc:chgData name="Artyom Gnevnov" userId="2f0d4a8a008de216" providerId="LiveId" clId="{2D347525-73AD-4D69-B20F-D5C1578F1746}" dt="2026-04-13T21:58:07.856" v="253" actId="20577"/>
      <pc:docMkLst>
        <pc:docMk/>
      </pc:docMkLst>
      <pc:sldChg chg="modSp new mod">
        <pc:chgData name="Artyom Gnevnov" userId="2f0d4a8a008de216" providerId="LiveId" clId="{2D347525-73AD-4D69-B20F-D5C1578F1746}" dt="2026-04-13T21:49:33.535" v="39" actId="20577"/>
        <pc:sldMkLst>
          <pc:docMk/>
          <pc:sldMk cId="3661370409" sldId="256"/>
        </pc:sldMkLst>
        <pc:spChg chg="mod">
          <ac:chgData name="Artyom Gnevnov" userId="2f0d4a8a008de216" providerId="LiveId" clId="{2D347525-73AD-4D69-B20F-D5C1578F1746}" dt="2026-04-13T21:49:33.535" v="39" actId="20577"/>
          <ac:spMkLst>
            <pc:docMk/>
            <pc:sldMk cId="3661370409" sldId="256"/>
            <ac:spMk id="2" creationId="{A293D1EA-E542-43C8-BBCB-EBF6C8E7CD8D}"/>
          </ac:spMkLst>
        </pc:spChg>
        <pc:spChg chg="mod">
          <ac:chgData name="Artyom Gnevnov" userId="2f0d4a8a008de216" providerId="LiveId" clId="{2D347525-73AD-4D69-B20F-D5C1578F1746}" dt="2026-04-13T21:49:04.545" v="34" actId="20577"/>
          <ac:spMkLst>
            <pc:docMk/>
            <pc:sldMk cId="3661370409" sldId="256"/>
            <ac:spMk id="3" creationId="{3361ED3A-AB29-48DB-9500-C1ECDEF6D819}"/>
          </ac:spMkLst>
        </pc:spChg>
      </pc:sldChg>
      <pc:sldChg chg="addSp delSp modSp new mod">
        <pc:chgData name="Artyom Gnevnov" userId="2f0d4a8a008de216" providerId="LiveId" clId="{2D347525-73AD-4D69-B20F-D5C1578F1746}" dt="2026-04-13T21:50:33.138" v="70" actId="20577"/>
        <pc:sldMkLst>
          <pc:docMk/>
          <pc:sldMk cId="2004629415" sldId="257"/>
        </pc:sldMkLst>
        <pc:spChg chg="mod">
          <ac:chgData name="Artyom Gnevnov" userId="2f0d4a8a008de216" providerId="LiveId" clId="{2D347525-73AD-4D69-B20F-D5C1578F1746}" dt="2026-04-13T21:50:16.945" v="43" actId="1076"/>
          <ac:spMkLst>
            <pc:docMk/>
            <pc:sldMk cId="2004629415" sldId="257"/>
            <ac:spMk id="2" creationId="{4104E2FF-AB3E-4942-87BA-DF0BEC80DAC8}"/>
          </ac:spMkLst>
        </pc:spChg>
        <pc:spChg chg="add del mod">
          <ac:chgData name="Artyom Gnevnov" userId="2f0d4a8a008de216" providerId="LiveId" clId="{2D347525-73AD-4D69-B20F-D5C1578F1746}" dt="2026-04-13T21:50:33.138" v="70" actId="20577"/>
          <ac:spMkLst>
            <pc:docMk/>
            <pc:sldMk cId="2004629415" sldId="257"/>
            <ac:spMk id="3" creationId="{744197EF-9498-48F1-A32A-A3BCF2346D92}"/>
          </ac:spMkLst>
        </pc:spChg>
        <pc:spChg chg="add del mod">
          <ac:chgData name="Artyom Gnevnov" userId="2f0d4a8a008de216" providerId="LiveId" clId="{2D347525-73AD-4D69-B20F-D5C1578F1746}" dt="2026-04-13T21:50:22.948" v="45"/>
          <ac:spMkLst>
            <pc:docMk/>
            <pc:sldMk cId="2004629415" sldId="257"/>
            <ac:spMk id="4" creationId="{B242886B-09D5-4216-A911-53F2B3A387B1}"/>
          </ac:spMkLst>
        </pc:spChg>
      </pc:sldChg>
      <pc:sldChg chg="addSp modSp new mod">
        <pc:chgData name="Artyom Gnevnov" userId="2f0d4a8a008de216" providerId="LiveId" clId="{2D347525-73AD-4D69-B20F-D5C1578F1746}" dt="2026-04-13T21:51:07.224" v="77" actId="1076"/>
        <pc:sldMkLst>
          <pc:docMk/>
          <pc:sldMk cId="4275964378" sldId="258"/>
        </pc:sldMkLst>
        <pc:spChg chg="mod">
          <ac:chgData name="Artyom Gnevnov" userId="2f0d4a8a008de216" providerId="LiveId" clId="{2D347525-73AD-4D69-B20F-D5C1578F1746}" dt="2026-04-13T21:51:07.224" v="77" actId="1076"/>
          <ac:spMkLst>
            <pc:docMk/>
            <pc:sldMk cId="4275964378" sldId="258"/>
            <ac:spMk id="2" creationId="{5C9C16C0-5B41-44BB-AF87-12EA29873BD9}"/>
          </ac:spMkLst>
        </pc:spChg>
        <pc:picChg chg="add mod">
          <ac:chgData name="Artyom Gnevnov" userId="2f0d4a8a008de216" providerId="LiveId" clId="{2D347525-73AD-4D69-B20F-D5C1578F1746}" dt="2026-04-13T21:51:04.090" v="76" actId="1076"/>
          <ac:picMkLst>
            <pc:docMk/>
            <pc:sldMk cId="4275964378" sldId="258"/>
            <ac:picMk id="5" creationId="{6467631F-3A12-424E-A7A4-18A5F4BA99DF}"/>
          </ac:picMkLst>
        </pc:picChg>
      </pc:sldChg>
      <pc:sldChg chg="addSp delSp modSp new mod">
        <pc:chgData name="Artyom Gnevnov" userId="2f0d4a8a008de216" providerId="LiveId" clId="{2D347525-73AD-4D69-B20F-D5C1578F1746}" dt="2026-04-13T21:51:39.016" v="90" actId="123"/>
        <pc:sldMkLst>
          <pc:docMk/>
          <pc:sldMk cId="2068639292" sldId="259"/>
        </pc:sldMkLst>
        <pc:spChg chg="mod">
          <ac:chgData name="Artyom Gnevnov" userId="2f0d4a8a008de216" providerId="LiveId" clId="{2D347525-73AD-4D69-B20F-D5C1578F1746}" dt="2026-04-13T21:51:20.439" v="80" actId="1076"/>
          <ac:spMkLst>
            <pc:docMk/>
            <pc:sldMk cId="2068639292" sldId="259"/>
            <ac:spMk id="2" creationId="{A2BEF3AC-B481-414E-95FE-58EC9B9967C9}"/>
          </ac:spMkLst>
        </pc:spChg>
        <pc:spChg chg="add del mod">
          <ac:chgData name="Artyom Gnevnov" userId="2f0d4a8a008de216" providerId="LiveId" clId="{2D347525-73AD-4D69-B20F-D5C1578F1746}" dt="2026-04-13T21:51:39.016" v="90" actId="123"/>
          <ac:spMkLst>
            <pc:docMk/>
            <pc:sldMk cId="2068639292" sldId="259"/>
            <ac:spMk id="3" creationId="{77732558-12F0-481A-95A3-6100B70B38D0}"/>
          </ac:spMkLst>
        </pc:spChg>
        <pc:spChg chg="add del mod">
          <ac:chgData name="Artyom Gnevnov" userId="2f0d4a8a008de216" providerId="LiveId" clId="{2D347525-73AD-4D69-B20F-D5C1578F1746}" dt="2026-04-13T21:51:26.014" v="82"/>
          <ac:spMkLst>
            <pc:docMk/>
            <pc:sldMk cId="2068639292" sldId="259"/>
            <ac:spMk id="4" creationId="{0A721BFA-5844-490A-B1DE-A0B33DB2E0EC}"/>
          </ac:spMkLst>
        </pc:spChg>
      </pc:sldChg>
      <pc:sldChg chg="addSp delSp modSp new mod">
        <pc:chgData name="Artyom Gnevnov" userId="2f0d4a8a008de216" providerId="LiveId" clId="{2D347525-73AD-4D69-B20F-D5C1578F1746}" dt="2026-04-13T21:52:13.249" v="105" actId="1076"/>
        <pc:sldMkLst>
          <pc:docMk/>
          <pc:sldMk cId="2626225240" sldId="260"/>
        </pc:sldMkLst>
        <pc:spChg chg="mod">
          <ac:chgData name="Artyom Gnevnov" userId="2f0d4a8a008de216" providerId="LiveId" clId="{2D347525-73AD-4D69-B20F-D5C1578F1746}" dt="2026-04-13T21:52:13.249" v="105" actId="1076"/>
          <ac:spMkLst>
            <pc:docMk/>
            <pc:sldMk cId="2626225240" sldId="260"/>
            <ac:spMk id="2" creationId="{0AC932D1-6B0C-4EFB-B2D2-EF2BFC6BE3C3}"/>
          </ac:spMkLst>
        </pc:spChg>
        <pc:spChg chg="add del mod">
          <ac:chgData name="Artyom Gnevnov" userId="2f0d4a8a008de216" providerId="LiveId" clId="{2D347525-73AD-4D69-B20F-D5C1578F1746}" dt="2026-04-13T21:52:08.378" v="104" actId="123"/>
          <ac:spMkLst>
            <pc:docMk/>
            <pc:sldMk cId="2626225240" sldId="260"/>
            <ac:spMk id="3" creationId="{F2A1FD4A-239E-4296-8D64-097080A6E63F}"/>
          </ac:spMkLst>
        </pc:spChg>
        <pc:spChg chg="add del mod">
          <ac:chgData name="Artyom Gnevnov" userId="2f0d4a8a008de216" providerId="LiveId" clId="{2D347525-73AD-4D69-B20F-D5C1578F1746}" dt="2026-04-13T21:51:56.593" v="96"/>
          <ac:spMkLst>
            <pc:docMk/>
            <pc:sldMk cId="2626225240" sldId="260"/>
            <ac:spMk id="4" creationId="{82DEBD41-1CC8-4532-9F04-C9BB40245CE0}"/>
          </ac:spMkLst>
        </pc:spChg>
      </pc:sldChg>
      <pc:sldChg chg="addSp delSp modSp new mod">
        <pc:chgData name="Artyom Gnevnov" userId="2f0d4a8a008de216" providerId="LiveId" clId="{2D347525-73AD-4D69-B20F-D5C1578F1746}" dt="2026-04-13T21:54:34.335" v="147" actId="255"/>
        <pc:sldMkLst>
          <pc:docMk/>
          <pc:sldMk cId="360891732" sldId="261"/>
        </pc:sldMkLst>
        <pc:spChg chg="mod">
          <ac:chgData name="Artyom Gnevnov" userId="2f0d4a8a008de216" providerId="LiveId" clId="{2D347525-73AD-4D69-B20F-D5C1578F1746}" dt="2026-04-13T21:52:25.686" v="112" actId="1076"/>
          <ac:spMkLst>
            <pc:docMk/>
            <pc:sldMk cId="360891732" sldId="261"/>
            <ac:spMk id="2" creationId="{321FB959-8FC7-4EA0-84B6-F6EB81036146}"/>
          </ac:spMkLst>
        </pc:spChg>
        <pc:spChg chg="add del mod">
          <ac:chgData name="Artyom Gnevnov" userId="2f0d4a8a008de216" providerId="LiveId" clId="{2D347525-73AD-4D69-B20F-D5C1578F1746}" dt="2026-04-13T21:54:34.335" v="147" actId="255"/>
          <ac:spMkLst>
            <pc:docMk/>
            <pc:sldMk cId="360891732" sldId="261"/>
            <ac:spMk id="3" creationId="{0AD37B24-B88F-4D0D-8C55-CA195DB4378C}"/>
          </ac:spMkLst>
        </pc:spChg>
        <pc:spChg chg="add del mod">
          <ac:chgData name="Artyom Gnevnov" userId="2f0d4a8a008de216" providerId="LiveId" clId="{2D347525-73AD-4D69-B20F-D5C1578F1746}" dt="2026-04-13T21:52:46.732" v="114"/>
          <ac:spMkLst>
            <pc:docMk/>
            <pc:sldMk cId="360891732" sldId="261"/>
            <ac:spMk id="4" creationId="{2AFF4BB8-9262-470A-A15E-9FE216754D8A}"/>
          </ac:spMkLst>
        </pc:spChg>
      </pc:sldChg>
      <pc:sldChg chg="modSp new mod">
        <pc:chgData name="Artyom Gnevnov" userId="2f0d4a8a008de216" providerId="LiveId" clId="{2D347525-73AD-4D69-B20F-D5C1578F1746}" dt="2026-04-13T21:56:16.255" v="199" actId="123"/>
        <pc:sldMkLst>
          <pc:docMk/>
          <pc:sldMk cId="280589564" sldId="262"/>
        </pc:sldMkLst>
        <pc:spChg chg="mod">
          <ac:chgData name="Artyom Gnevnov" userId="2f0d4a8a008de216" providerId="LiveId" clId="{2D347525-73AD-4D69-B20F-D5C1578F1746}" dt="2026-04-13T21:55:51.344" v="180" actId="1076"/>
          <ac:spMkLst>
            <pc:docMk/>
            <pc:sldMk cId="280589564" sldId="262"/>
            <ac:spMk id="2" creationId="{25F6D140-2231-4768-9B28-3C3422C48706}"/>
          </ac:spMkLst>
        </pc:spChg>
        <pc:spChg chg="mod">
          <ac:chgData name="Artyom Gnevnov" userId="2f0d4a8a008de216" providerId="LiveId" clId="{2D347525-73AD-4D69-B20F-D5C1578F1746}" dt="2026-04-13T21:56:16.255" v="199" actId="123"/>
          <ac:spMkLst>
            <pc:docMk/>
            <pc:sldMk cId="280589564" sldId="262"/>
            <ac:spMk id="3" creationId="{4DDA8601-C4AA-461A-AAE6-3056C1D69FFC}"/>
          </ac:spMkLst>
        </pc:spChg>
      </pc:sldChg>
      <pc:sldChg chg="addSp delSp modSp new mod">
        <pc:chgData name="Artyom Gnevnov" userId="2f0d4a8a008de216" providerId="LiveId" clId="{2D347525-73AD-4D69-B20F-D5C1578F1746}" dt="2026-04-13T21:55:33.572" v="172" actId="20577"/>
        <pc:sldMkLst>
          <pc:docMk/>
          <pc:sldMk cId="1853012232" sldId="263"/>
        </pc:sldMkLst>
        <pc:spChg chg="mod">
          <ac:chgData name="Artyom Gnevnov" userId="2f0d4a8a008de216" providerId="LiveId" clId="{2D347525-73AD-4D69-B20F-D5C1578F1746}" dt="2026-04-13T21:55:16.972" v="162" actId="1076"/>
          <ac:spMkLst>
            <pc:docMk/>
            <pc:sldMk cId="1853012232" sldId="263"/>
            <ac:spMk id="2" creationId="{3274E159-5C63-47EB-9BBC-0E6AA180BFAC}"/>
          </ac:spMkLst>
        </pc:spChg>
        <pc:spChg chg="add del mod">
          <ac:chgData name="Artyom Gnevnov" userId="2f0d4a8a008de216" providerId="LiveId" clId="{2D347525-73AD-4D69-B20F-D5C1578F1746}" dt="2026-04-13T21:55:33.572" v="172" actId="20577"/>
          <ac:spMkLst>
            <pc:docMk/>
            <pc:sldMk cId="1853012232" sldId="263"/>
            <ac:spMk id="3" creationId="{14CF0B92-4DD5-4883-B91D-5444E29E351C}"/>
          </ac:spMkLst>
        </pc:spChg>
        <pc:spChg chg="add del mod">
          <ac:chgData name="Artyom Gnevnov" userId="2f0d4a8a008de216" providerId="LiveId" clId="{2D347525-73AD-4D69-B20F-D5C1578F1746}" dt="2026-04-13T21:55:23.502" v="164"/>
          <ac:spMkLst>
            <pc:docMk/>
            <pc:sldMk cId="1853012232" sldId="263"/>
            <ac:spMk id="4" creationId="{DBE8F6A3-F9D3-44F8-AC03-CAA8F99D7755}"/>
          </ac:spMkLst>
        </pc:spChg>
      </pc:sldChg>
      <pc:sldChg chg="addSp delSp modSp new mod">
        <pc:chgData name="Artyom Gnevnov" userId="2f0d4a8a008de216" providerId="LiveId" clId="{2D347525-73AD-4D69-B20F-D5C1578F1746}" dt="2026-04-13T21:55:01.536" v="159" actId="20577"/>
        <pc:sldMkLst>
          <pc:docMk/>
          <pc:sldMk cId="2758213941" sldId="264"/>
        </pc:sldMkLst>
        <pc:spChg chg="mod">
          <ac:chgData name="Artyom Gnevnov" userId="2f0d4a8a008de216" providerId="LiveId" clId="{2D347525-73AD-4D69-B20F-D5C1578F1746}" dt="2026-04-13T21:54:43.496" v="150" actId="1076"/>
          <ac:spMkLst>
            <pc:docMk/>
            <pc:sldMk cId="2758213941" sldId="264"/>
            <ac:spMk id="2" creationId="{AF6BC176-C21B-459B-A00E-AFCA0B840490}"/>
          </ac:spMkLst>
        </pc:spChg>
        <pc:spChg chg="add del mod">
          <ac:chgData name="Artyom Gnevnov" userId="2f0d4a8a008de216" providerId="LiveId" clId="{2D347525-73AD-4D69-B20F-D5C1578F1746}" dt="2026-04-13T21:55:01.536" v="159" actId="20577"/>
          <ac:spMkLst>
            <pc:docMk/>
            <pc:sldMk cId="2758213941" sldId="264"/>
            <ac:spMk id="3" creationId="{7F021818-2664-4F7E-9F7D-4D208CDBC014}"/>
          </ac:spMkLst>
        </pc:spChg>
        <pc:spChg chg="add del mod">
          <ac:chgData name="Artyom Gnevnov" userId="2f0d4a8a008de216" providerId="LiveId" clId="{2D347525-73AD-4D69-B20F-D5C1578F1746}" dt="2026-04-13T21:54:50.789" v="152"/>
          <ac:spMkLst>
            <pc:docMk/>
            <pc:sldMk cId="2758213941" sldId="264"/>
            <ac:spMk id="4" creationId="{5DDB2E59-75AB-4BA8-B507-A02DF5CDA1E5}"/>
          </ac:spMkLst>
        </pc:spChg>
      </pc:sldChg>
      <pc:sldChg chg="addSp delSp modSp new mod">
        <pc:chgData name="Artyom Gnevnov" userId="2f0d4a8a008de216" providerId="LiveId" clId="{2D347525-73AD-4D69-B20F-D5C1578F1746}" dt="2026-04-13T21:58:07.856" v="253" actId="20577"/>
        <pc:sldMkLst>
          <pc:docMk/>
          <pc:sldMk cId="1918259040" sldId="265"/>
        </pc:sldMkLst>
        <pc:spChg chg="mod">
          <ac:chgData name="Artyom Gnevnov" userId="2f0d4a8a008de216" providerId="LiveId" clId="{2D347525-73AD-4D69-B20F-D5C1578F1746}" dt="2026-04-13T21:56:30.072" v="211" actId="1076"/>
          <ac:spMkLst>
            <pc:docMk/>
            <pc:sldMk cId="1918259040" sldId="265"/>
            <ac:spMk id="2" creationId="{A270D60A-A427-4D5F-AE7D-4452B9D6442E}"/>
          </ac:spMkLst>
        </pc:spChg>
        <pc:spChg chg="add del mod">
          <ac:chgData name="Artyom Gnevnov" userId="2f0d4a8a008de216" providerId="LiveId" clId="{2D347525-73AD-4D69-B20F-D5C1578F1746}" dt="2026-04-13T21:58:07.856" v="253" actId="20577"/>
          <ac:spMkLst>
            <pc:docMk/>
            <pc:sldMk cId="1918259040" sldId="265"/>
            <ac:spMk id="3" creationId="{2049C7DE-4A1A-4C16-933D-07FE6F274BF7}"/>
          </ac:spMkLst>
        </pc:spChg>
        <pc:spChg chg="add del mod">
          <ac:chgData name="Artyom Gnevnov" userId="2f0d4a8a008de216" providerId="LiveId" clId="{2D347525-73AD-4D69-B20F-D5C1578F1746}" dt="2026-04-13T21:56:52.772" v="215"/>
          <ac:spMkLst>
            <pc:docMk/>
            <pc:sldMk cId="1918259040" sldId="265"/>
            <ac:spMk id="4" creationId="{A40BD034-B0F7-4C97-9326-1CC2096FBC7E}"/>
          </ac:spMkLst>
        </pc:spChg>
        <pc:spChg chg="add del mod">
          <ac:chgData name="Artyom Gnevnov" userId="2f0d4a8a008de216" providerId="LiveId" clId="{2D347525-73AD-4D69-B20F-D5C1578F1746}" dt="2026-04-13T21:56:54.512" v="217"/>
          <ac:spMkLst>
            <pc:docMk/>
            <pc:sldMk cId="1918259040" sldId="265"/>
            <ac:spMk id="5" creationId="{595E8BC5-A85D-46A5-AB4A-DCB1499B5E87}"/>
          </ac:spMkLst>
        </pc:spChg>
      </pc:sldChg>
      <pc:sldMasterChg chg="addSldLayout">
        <pc:chgData name="Artyom Gnevnov" userId="2f0d4a8a008de216" providerId="LiveId" clId="{2D347525-73AD-4D69-B20F-D5C1578F1746}" dt="2026-04-13T21:48:54.548" v="0" actId="680"/>
        <pc:sldMasterMkLst>
          <pc:docMk/>
          <pc:sldMasterMk cId="850008911" sldId="2147483648"/>
        </pc:sldMasterMkLst>
        <pc:sldLayoutChg chg="add">
          <pc:chgData name="Artyom Gnevnov" userId="2f0d4a8a008de216" providerId="LiveId" clId="{2D347525-73AD-4D69-B20F-D5C1578F1746}" dt="2026-04-13T21:48:54.548" v="0" actId="680"/>
          <pc:sldLayoutMkLst>
            <pc:docMk/>
            <pc:sldMasterMk cId="850008911" sldId="2147483648"/>
            <pc:sldLayoutMk cId="2492071115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42E5B6-6BA7-4B96-B2CD-72BECE2DA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E51F69-8A51-44CE-AAC3-39250102F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71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008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uters.com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omsonreuters.com/en/press-releases/2026/march/thomson-reuters-files-2025-annual-report" TargetMode="External"/><Relationship Id="rId2" Type="http://schemas.openxmlformats.org/officeDocument/2006/relationships/hyperlink" Target="https://www.reuters.com/?edition-redirect=ru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Reute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3D1EA-E542-43C8-BBCB-EBF6C8E7CD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Reuters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61ED3A-AB29-48DB-9500-C1ECDEF6D8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Выполнил: Гневнов А.Е.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37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04E2FF-AB3E-4942-87BA-DF0BEC80D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3473"/>
            <a:ext cx="9144000" cy="2387600"/>
          </a:xfrm>
        </p:spPr>
        <p:txBody>
          <a:bodyPr/>
          <a:lstStyle/>
          <a:p>
            <a:r>
              <a:rPr lang="ru-RU" dirty="0"/>
              <a:t>Международное информационное агентство </a:t>
            </a:r>
            <a:r>
              <a:rPr lang="en-US" dirty="0"/>
              <a:t>Reuters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4197EF-9498-48F1-A32A-A3BCF2346D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just"/>
            <a:r>
              <a:rPr lang="ru-RU" dirty="0"/>
              <a:t>Название ресурса: Reuters.</a:t>
            </a:r>
          </a:p>
          <a:p>
            <a:pPr algn="just"/>
            <a:r>
              <a:rPr lang="ru-RU" dirty="0"/>
              <a:t>Год основания: 1851 г. (основано Паулем Рейтером в Лондоне).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629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C16C0-5B41-44BB-AF87-12EA29873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8404"/>
            <a:ext cx="9144000" cy="997582"/>
          </a:xfrm>
        </p:spPr>
        <p:txBody>
          <a:bodyPr/>
          <a:lstStyle/>
          <a:p>
            <a:r>
              <a:rPr lang="ru-RU" dirty="0"/>
              <a:t>Скриншот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56E7BA-6AF5-4903-9AAF-9D8DEE9C30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67631F-3A12-424E-A7A4-18A5F4BA9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751" y="1215986"/>
            <a:ext cx="9688497" cy="503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964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EF3AC-B481-414E-95FE-58EC9B996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451"/>
            <a:ext cx="9144000" cy="1787695"/>
          </a:xfrm>
        </p:spPr>
        <p:txBody>
          <a:bodyPr/>
          <a:lstStyle/>
          <a:p>
            <a:r>
              <a:rPr lang="ru-RU" dirty="0"/>
              <a:t>Основные направления деятельности и функции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732558-12F0-481A-95A3-6100B70B3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65" y="2423603"/>
            <a:ext cx="10830757" cy="3622089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Информационное агентство: Поставка новостей (текст, фото, видео) для газет, телеканалов и онлайн-изданий.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Финансовые услуги: Предоставление рыночных данных, аналитики и торговых терминалов для трейдеров (через дочернюю компанию </a:t>
            </a:r>
            <a:r>
              <a:rPr lang="ru-RU" dirty="0" err="1"/>
              <a:t>Refinitiv</a:t>
            </a:r>
            <a:r>
              <a:rPr lang="ru-RU" dirty="0"/>
              <a:t>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Технологические решения: Разработка программного обеспечения для анализа рисков и соблюдения комплаенса.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639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C932D1-6B0C-4EFB-B2D2-EF2BFC6BE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8676"/>
            <a:ext cx="9144000" cy="1974126"/>
          </a:xfrm>
        </p:spPr>
        <p:txBody>
          <a:bodyPr/>
          <a:lstStyle/>
          <a:p>
            <a:r>
              <a:rPr lang="ru-RU" dirty="0"/>
              <a:t>Система управления (Руководство)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2A1FD4A-239E-4296-8D64-097080A6E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431" y="2681056"/>
            <a:ext cx="10481569" cy="2576744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Материнская компания: </a:t>
            </a:r>
            <a:r>
              <a:rPr lang="en-US" dirty="0"/>
              <a:t>Thomson Reuters Corporation.</a:t>
            </a:r>
            <a:endParaRPr lang="ru-RU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Председатель совета директоров: Дэвид Томсон.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Генеральный директор: Стив </a:t>
            </a:r>
            <a:r>
              <a:rPr lang="ru-RU" dirty="0" err="1"/>
              <a:t>Хаскер</a:t>
            </a:r>
            <a:r>
              <a:rPr lang="ru-RU" dirty="0"/>
              <a:t> (</a:t>
            </a:r>
            <a:r>
              <a:rPr lang="en-US" dirty="0"/>
              <a:t>Steve </a:t>
            </a:r>
            <a:r>
              <a:rPr lang="en-US" dirty="0" err="1"/>
              <a:t>Hasker</a:t>
            </a:r>
            <a:r>
              <a:rPr lang="en-US" dirty="0"/>
              <a:t>).</a:t>
            </a:r>
            <a:endParaRPr lang="ru-RU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Главный редактор </a:t>
            </a:r>
            <a:r>
              <a:rPr lang="en-US" dirty="0"/>
              <a:t>Reuters News: </a:t>
            </a:r>
            <a:r>
              <a:rPr lang="ru-RU" dirty="0" err="1"/>
              <a:t>Алессандра</a:t>
            </a:r>
            <a:r>
              <a:rPr lang="ru-RU" dirty="0"/>
              <a:t> </a:t>
            </a:r>
            <a:r>
              <a:rPr lang="ru-RU" dirty="0" err="1"/>
              <a:t>Галлони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225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FB959-8FC7-4EA0-84B6-F6EB81036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0718"/>
            <a:ext cx="9144000" cy="1814328"/>
          </a:xfrm>
        </p:spPr>
        <p:txBody>
          <a:bodyPr/>
          <a:lstStyle/>
          <a:p>
            <a:r>
              <a:rPr lang="ru-RU" dirty="0"/>
              <a:t>Структура сайта и пользователи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D37B24-B88F-4D0D-8C55-CA195DB43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127" y="2565647"/>
            <a:ext cx="10830757" cy="4057095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Структура: Линейно-тематическая. Основные блоки: Мир (World), Бизнес (Business), Рынки (Markets), Технологии (Tech), Видео.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Пользователи: 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Профессионалы: Трейдеры, аналитики, политики, юристы.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Медиа-структуры: Журналисты других изданий, использующие ленту Reuters как первоисточник. 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ru-RU" sz="2400" dirty="0"/>
              <a:t>Частные лица: Люди, нуждающиеся в объективной международной повестке без оценочных суждений.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891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6BC176-C21B-459B-A00E-AFCA0B840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574"/>
            <a:ext cx="9144000" cy="1787695"/>
          </a:xfrm>
        </p:spPr>
        <p:txBody>
          <a:bodyPr/>
          <a:lstStyle/>
          <a:p>
            <a:r>
              <a:rPr lang="ru-RU" dirty="0"/>
              <a:t>Оценка качества информации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021818-2664-4F7E-9F7D-4D208CDBC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2660" y="2485748"/>
            <a:ext cx="10135340" cy="2772052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Актуальность: Максимально высокая. Новости появляются в ленте за считанные секунды после события.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Достоверность: Эталонная. Reuters использует правило «двух источников» и жесткую проверку фактов.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Полнота: Охватывает практически все сферы (политика, экономика, спорт, наука) во всех странах мира.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213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4E159-5C63-47EB-9BBC-0E6AA180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9595"/>
            <a:ext cx="9144000" cy="1041971"/>
          </a:xfrm>
        </p:spPr>
        <p:txBody>
          <a:bodyPr/>
          <a:lstStyle/>
          <a:p>
            <a:r>
              <a:rPr lang="ru-RU" dirty="0"/>
              <a:t>Локация, Реклама и </a:t>
            </a:r>
            <a:r>
              <a:rPr lang="en-US" dirty="0"/>
              <a:t>URL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CF0B92-4DD5-4883-B91D-5444E29E3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501" y="1819922"/>
            <a:ext cx="9833499" cy="3437878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Расположение: Штаб-квартира в Лондоне (Великобритания) и Торонто (Канада). Офисы в 200 городах мира.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Наличие рекламы: Присутствует в ограниченном объеме (преимущественно реклама финансовых услуг, конференций и B2B-решений). Основной доход идет от платной подписки на информационные ленты.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URL: </a:t>
            </a:r>
            <a:r>
              <a:rPr lang="ru-RU" dirty="0">
                <a:hlinkClick r:id="rId2"/>
              </a:rPr>
              <a:t>https://www.reuters.com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012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F6D140-2231-4768-9B28-3C3422C48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5309"/>
            <a:ext cx="9144000" cy="1041970"/>
          </a:xfrm>
        </p:spPr>
        <p:txBody>
          <a:bodyPr/>
          <a:lstStyle/>
          <a:p>
            <a:r>
              <a:rPr lang="ru-RU" dirty="0"/>
              <a:t>Общее впечатление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DA8601-C4AA-461A-AAE6-3056C1D69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883" y="1704513"/>
            <a:ext cx="10224117" cy="3553287"/>
          </a:xfrm>
        </p:spPr>
        <p:txBody>
          <a:bodyPr/>
          <a:lstStyle/>
          <a:p>
            <a:pPr algn="just"/>
            <a:r>
              <a:rPr lang="ru-RU" dirty="0"/>
              <a:t>Впечатление: Reuters — это «первоисточник первоисточников». Это строгий, высокотехнологичный ресурс для тех, кому нужны факты, а не мнения.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89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70D60A-A427-4D5F-AE7D-4452B9D64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6229"/>
            <a:ext cx="9144000" cy="908806"/>
          </a:xfrm>
        </p:spPr>
        <p:txBody>
          <a:bodyPr/>
          <a:lstStyle/>
          <a:p>
            <a:r>
              <a:rPr lang="ru-RU" dirty="0"/>
              <a:t>Источники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049C7DE-4A1A-4C16-933D-07FE6F274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697" y="1722268"/>
            <a:ext cx="10428303" cy="3535532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Официальный сайт Reuters - </a:t>
            </a:r>
            <a:r>
              <a:rPr lang="en-US" dirty="0">
                <a:hlinkClick r:id="rId2"/>
              </a:rPr>
              <a:t>https://www.reuters.com</a:t>
            </a:r>
            <a:endParaRPr lang="ru-RU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Годовой отчет Thomson Reuters - </a:t>
            </a:r>
            <a:r>
              <a:rPr lang="en-US" dirty="0">
                <a:hlinkClick r:id="rId3"/>
              </a:rPr>
              <a:t>https://www.thomsonreuters.com/en/press-releases/2026/march/thomson-reuters-files-2025-annual-report</a:t>
            </a:r>
            <a:r>
              <a:rPr lang="ru-RU" dirty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/>
              <a:t>Wiki - </a:t>
            </a:r>
            <a:r>
              <a:rPr lang="en-US">
                <a:hlinkClick r:id="rId4"/>
              </a:rPr>
              <a:t>https://en.wikipedia.org/wiki/Reuters</a:t>
            </a:r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2590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378</Words>
  <Application>Microsoft Office PowerPoint</Application>
  <PresentationFormat>Широкоэкранный</PresentationFormat>
  <Paragraphs>35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Reuters</vt:lpstr>
      <vt:lpstr>Международное информационное агентство Reuters</vt:lpstr>
      <vt:lpstr>Скриншот</vt:lpstr>
      <vt:lpstr>Основные направления деятельности и функции</vt:lpstr>
      <vt:lpstr>Система управления (Руководство)</vt:lpstr>
      <vt:lpstr>Структура сайта и пользователи</vt:lpstr>
      <vt:lpstr>Оценка качества информации</vt:lpstr>
      <vt:lpstr>Локация, Реклама и URL</vt:lpstr>
      <vt:lpstr>Общее впечатление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Reuters</dc:title>
  <dc:creator>Artyom Gnevnov</dc:creator>
  <cp:lastModifiedBy>Artyom Gnevnov</cp:lastModifiedBy>
  <cp:revision>1</cp:revision>
  <dcterms:created xsi:type="dcterms:W3CDTF">2026-04-13T21:48:53Z</dcterms:created>
  <dcterms:modified xsi:type="dcterms:W3CDTF">2026-04-13T21:58:10Z</dcterms:modified>
</cp:coreProperties>
</file>