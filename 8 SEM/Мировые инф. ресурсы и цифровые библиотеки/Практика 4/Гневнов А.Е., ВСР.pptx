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8150454B-9BED-4931-BB40-398FC8E0C2DA}"/>
    <pc:docChg chg="undo redo custSel addSld delSld modSld sldOrd">
      <pc:chgData name="Artyom Gnevnov" userId="2f0d4a8a008de216" providerId="LiveId" clId="{8150454B-9BED-4931-BB40-398FC8E0C2DA}" dt="2026-03-03T08:56:40.856" v="376" actId="20577"/>
      <pc:docMkLst>
        <pc:docMk/>
      </pc:docMkLst>
      <pc:sldChg chg="modSp new mod">
        <pc:chgData name="Artyom Gnevnov" userId="2f0d4a8a008de216" providerId="LiveId" clId="{8150454B-9BED-4931-BB40-398FC8E0C2DA}" dt="2026-02-24T09:24:49.903" v="68" actId="1076"/>
        <pc:sldMkLst>
          <pc:docMk/>
          <pc:sldMk cId="498725175" sldId="256"/>
        </pc:sldMkLst>
        <pc:spChg chg="mod">
          <ac:chgData name="Artyom Gnevnov" userId="2f0d4a8a008de216" providerId="LiveId" clId="{8150454B-9BED-4931-BB40-398FC8E0C2DA}" dt="2026-02-24T09:24:49.903" v="68" actId="1076"/>
          <ac:spMkLst>
            <pc:docMk/>
            <pc:sldMk cId="498725175" sldId="256"/>
            <ac:spMk id="2" creationId="{440029F8-B8D9-4949-8A4F-3146E7767C85}"/>
          </ac:spMkLst>
        </pc:spChg>
        <pc:spChg chg="mod">
          <ac:chgData name="Artyom Gnevnov" userId="2f0d4a8a008de216" providerId="LiveId" clId="{8150454B-9BED-4931-BB40-398FC8E0C2DA}" dt="2026-02-24T09:24:43.074" v="60" actId="121"/>
          <ac:spMkLst>
            <pc:docMk/>
            <pc:sldMk cId="498725175" sldId="256"/>
            <ac:spMk id="3" creationId="{E9E59E0F-0E0B-4D62-820A-1B82CC8F0C29}"/>
          </ac:spMkLst>
        </pc:spChg>
      </pc:sldChg>
      <pc:sldChg chg="modSp new del mod ord">
        <pc:chgData name="Artyom Gnevnov" userId="2f0d4a8a008de216" providerId="LiveId" clId="{8150454B-9BED-4931-BB40-398FC8E0C2DA}" dt="2026-02-24T09:24:27.095" v="26" actId="680"/>
        <pc:sldMkLst>
          <pc:docMk/>
          <pc:sldMk cId="3166315066" sldId="256"/>
        </pc:sldMkLst>
        <pc:spChg chg="mod">
          <ac:chgData name="Artyom Gnevnov" userId="2f0d4a8a008de216" providerId="LiveId" clId="{8150454B-9BED-4931-BB40-398FC8E0C2DA}" dt="2026-02-24T09:24:26.941" v="25"/>
          <ac:spMkLst>
            <pc:docMk/>
            <pc:sldMk cId="3166315066" sldId="256"/>
            <ac:spMk id="2" creationId="{841159E3-0841-43CA-B0CB-CD5FA853A400}"/>
          </ac:spMkLst>
        </pc:spChg>
      </pc:sldChg>
      <pc:sldChg chg="modSp new del mod">
        <pc:chgData name="Artyom Gnevnov" userId="2f0d4a8a008de216" providerId="LiveId" clId="{8150454B-9BED-4931-BB40-398FC8E0C2DA}" dt="2026-02-24T09:24:26.496" v="22" actId="680"/>
        <pc:sldMkLst>
          <pc:docMk/>
          <pc:sldMk cId="820399178" sldId="257"/>
        </pc:sldMkLst>
        <pc:spChg chg="mod">
          <ac:chgData name="Artyom Gnevnov" userId="2f0d4a8a008de216" providerId="LiveId" clId="{8150454B-9BED-4931-BB40-398FC8E0C2DA}" dt="2026-02-24T09:24:26.145" v="20" actId="20577"/>
          <ac:spMkLst>
            <pc:docMk/>
            <pc:sldMk cId="820399178" sldId="257"/>
            <ac:spMk id="2" creationId="{0D53F4B0-ED72-4949-84E3-278FD8CAC1E5}"/>
          </ac:spMkLst>
        </pc:spChg>
      </pc:sldChg>
      <pc:sldChg chg="addSp delSp modSp new mod">
        <pc:chgData name="Artyom Gnevnov" userId="2f0d4a8a008de216" providerId="LiveId" clId="{8150454B-9BED-4931-BB40-398FC8E0C2DA}" dt="2026-02-24T09:25:25.587" v="87" actId="12"/>
        <pc:sldMkLst>
          <pc:docMk/>
          <pc:sldMk cId="2826803252" sldId="257"/>
        </pc:sldMkLst>
        <pc:spChg chg="mod">
          <ac:chgData name="Artyom Gnevnov" userId="2f0d4a8a008de216" providerId="LiveId" clId="{8150454B-9BED-4931-BB40-398FC8E0C2DA}" dt="2026-02-24T09:25:04.320" v="75" actId="122"/>
          <ac:spMkLst>
            <pc:docMk/>
            <pc:sldMk cId="2826803252" sldId="257"/>
            <ac:spMk id="2" creationId="{D13DEE1F-EBDA-4113-82F8-6C0801DB83BF}"/>
          </ac:spMkLst>
        </pc:spChg>
        <pc:spChg chg="add del mod">
          <ac:chgData name="Artyom Gnevnov" userId="2f0d4a8a008de216" providerId="LiveId" clId="{8150454B-9BED-4931-BB40-398FC8E0C2DA}" dt="2026-02-24T09:25:25.587" v="87" actId="12"/>
          <ac:spMkLst>
            <pc:docMk/>
            <pc:sldMk cId="2826803252" sldId="257"/>
            <ac:spMk id="3" creationId="{37B8A529-4C5E-46BA-B03C-F4036C2AC2A8}"/>
          </ac:spMkLst>
        </pc:spChg>
        <pc:spChg chg="add del mod">
          <ac:chgData name="Artyom Gnevnov" userId="2f0d4a8a008de216" providerId="LiveId" clId="{8150454B-9BED-4931-BB40-398FC8E0C2DA}" dt="2026-02-24T09:25:11.833" v="79"/>
          <ac:spMkLst>
            <pc:docMk/>
            <pc:sldMk cId="2826803252" sldId="257"/>
            <ac:spMk id="4" creationId="{AEAFFB9D-D731-4C68-B905-1302721F02CF}"/>
          </ac:spMkLst>
        </pc:spChg>
      </pc:sldChg>
      <pc:sldChg chg="addSp delSp modSp new mod">
        <pc:chgData name="Artyom Gnevnov" userId="2f0d4a8a008de216" providerId="LiveId" clId="{8150454B-9BED-4931-BB40-398FC8E0C2DA}" dt="2026-02-24T09:30:36.629" v="160" actId="1076"/>
        <pc:sldMkLst>
          <pc:docMk/>
          <pc:sldMk cId="194439765" sldId="258"/>
        </pc:sldMkLst>
        <pc:spChg chg="mod">
          <ac:chgData name="Artyom Gnevnov" userId="2f0d4a8a008de216" providerId="LiveId" clId="{8150454B-9BED-4931-BB40-398FC8E0C2DA}" dt="2026-02-24T09:25:38.460" v="95" actId="122"/>
          <ac:spMkLst>
            <pc:docMk/>
            <pc:sldMk cId="194439765" sldId="258"/>
            <ac:spMk id="2" creationId="{7165B5D9-44BF-4AC8-AA09-F3B76CB4F822}"/>
          </ac:spMkLst>
        </pc:spChg>
        <pc:spChg chg="del">
          <ac:chgData name="Artyom Gnevnov" userId="2f0d4a8a008de216" providerId="LiveId" clId="{8150454B-9BED-4931-BB40-398FC8E0C2DA}" dt="2026-02-24T09:26:34.103" v="96" actId="22"/>
          <ac:spMkLst>
            <pc:docMk/>
            <pc:sldMk cId="194439765" sldId="258"/>
            <ac:spMk id="3" creationId="{AFAA3D82-21F6-4450-9460-83E522B041B5}"/>
          </ac:spMkLst>
        </pc:spChg>
        <pc:spChg chg="add del mod">
          <ac:chgData name="Artyom Gnevnov" userId="2f0d4a8a008de216" providerId="LiveId" clId="{8150454B-9BED-4931-BB40-398FC8E0C2DA}" dt="2026-02-24T09:30:29.825" v="158" actId="478"/>
          <ac:spMkLst>
            <pc:docMk/>
            <pc:sldMk cId="194439765" sldId="258"/>
            <ac:spMk id="9" creationId="{95CBBDA1-0785-4557-B540-E21AF3E9015E}"/>
          </ac:spMkLst>
        </pc:spChg>
        <pc:picChg chg="add del mod ord">
          <ac:chgData name="Artyom Gnevnov" userId="2f0d4a8a008de216" providerId="LiveId" clId="{8150454B-9BED-4931-BB40-398FC8E0C2DA}" dt="2026-02-24T09:30:24.159" v="157" actId="478"/>
          <ac:picMkLst>
            <pc:docMk/>
            <pc:sldMk cId="194439765" sldId="258"/>
            <ac:picMk id="5" creationId="{DFAD0533-7868-4B5B-9C32-EAE6C98F79D8}"/>
          </ac:picMkLst>
        </pc:picChg>
        <pc:picChg chg="add mod">
          <ac:chgData name="Artyom Gnevnov" userId="2f0d4a8a008de216" providerId="LiveId" clId="{8150454B-9BED-4931-BB40-398FC8E0C2DA}" dt="2026-02-24T09:30:36.629" v="160" actId="1076"/>
          <ac:picMkLst>
            <pc:docMk/>
            <pc:sldMk cId="194439765" sldId="258"/>
            <ac:picMk id="7" creationId="{E00C7570-0102-4151-930D-934C4B263EEA}"/>
          </ac:picMkLst>
        </pc:picChg>
      </pc:sldChg>
      <pc:sldChg chg="addSp delSp modSp new mod">
        <pc:chgData name="Artyom Gnevnov" userId="2f0d4a8a008de216" providerId="LiveId" clId="{8150454B-9BED-4931-BB40-398FC8E0C2DA}" dt="2026-02-24T09:27:35.041" v="116" actId="12"/>
        <pc:sldMkLst>
          <pc:docMk/>
          <pc:sldMk cId="699891122" sldId="259"/>
        </pc:sldMkLst>
        <pc:spChg chg="mod">
          <ac:chgData name="Artyom Gnevnov" userId="2f0d4a8a008de216" providerId="LiveId" clId="{8150454B-9BED-4931-BB40-398FC8E0C2DA}" dt="2026-02-24T09:26:59.382" v="102" actId="122"/>
          <ac:spMkLst>
            <pc:docMk/>
            <pc:sldMk cId="699891122" sldId="259"/>
            <ac:spMk id="2" creationId="{F0126386-CAF0-40B5-8197-E82E9C50E9AB}"/>
          </ac:spMkLst>
        </pc:spChg>
        <pc:spChg chg="add del mod">
          <ac:chgData name="Artyom Gnevnov" userId="2f0d4a8a008de216" providerId="LiveId" clId="{8150454B-9BED-4931-BB40-398FC8E0C2DA}" dt="2026-02-24T09:27:35.041" v="116" actId="12"/>
          <ac:spMkLst>
            <pc:docMk/>
            <pc:sldMk cId="699891122" sldId="259"/>
            <ac:spMk id="3" creationId="{17B2424A-F086-4BFB-86F9-A8580D219E0C}"/>
          </ac:spMkLst>
        </pc:spChg>
        <pc:spChg chg="add del mod">
          <ac:chgData name="Artyom Gnevnov" userId="2f0d4a8a008de216" providerId="LiveId" clId="{8150454B-9BED-4931-BB40-398FC8E0C2DA}" dt="2026-02-24T09:27:09.080" v="108"/>
          <ac:spMkLst>
            <pc:docMk/>
            <pc:sldMk cId="699891122" sldId="259"/>
            <ac:spMk id="4" creationId="{725E972B-7E33-4498-8187-F72AD515E511}"/>
          </ac:spMkLst>
        </pc:spChg>
      </pc:sldChg>
      <pc:sldChg chg="addSp delSp modSp new mod">
        <pc:chgData name="Artyom Gnevnov" userId="2f0d4a8a008de216" providerId="LiveId" clId="{8150454B-9BED-4931-BB40-398FC8E0C2DA}" dt="2026-02-24T09:29:00.838" v="135" actId="20577"/>
        <pc:sldMkLst>
          <pc:docMk/>
          <pc:sldMk cId="3376890460" sldId="260"/>
        </pc:sldMkLst>
        <pc:spChg chg="mod">
          <ac:chgData name="Artyom Gnevnov" userId="2f0d4a8a008de216" providerId="LiveId" clId="{8150454B-9BED-4931-BB40-398FC8E0C2DA}" dt="2026-02-24T09:28:11.711" v="125" actId="122"/>
          <ac:spMkLst>
            <pc:docMk/>
            <pc:sldMk cId="3376890460" sldId="260"/>
            <ac:spMk id="2" creationId="{FBB8E132-F986-480C-80F3-6938DF4537CB}"/>
          </ac:spMkLst>
        </pc:spChg>
        <pc:spChg chg="add del mod">
          <ac:chgData name="Artyom Gnevnov" userId="2f0d4a8a008de216" providerId="LiveId" clId="{8150454B-9BED-4931-BB40-398FC8E0C2DA}" dt="2026-02-24T09:29:00.838" v="135" actId="20577"/>
          <ac:spMkLst>
            <pc:docMk/>
            <pc:sldMk cId="3376890460" sldId="260"/>
            <ac:spMk id="3" creationId="{FE3ADC3A-2770-4C82-8971-58C9074132B7}"/>
          </ac:spMkLst>
        </pc:spChg>
        <pc:spChg chg="add del mod">
          <ac:chgData name="Artyom Gnevnov" userId="2f0d4a8a008de216" providerId="LiveId" clId="{8150454B-9BED-4931-BB40-398FC8E0C2DA}" dt="2026-02-24T09:28:58.067" v="131"/>
          <ac:spMkLst>
            <pc:docMk/>
            <pc:sldMk cId="3376890460" sldId="260"/>
            <ac:spMk id="4" creationId="{233E3CF9-3428-4B06-8E89-FE8192F8F721}"/>
          </ac:spMkLst>
        </pc:spChg>
      </pc:sldChg>
      <pc:sldChg chg="modSp new mod">
        <pc:chgData name="Artyom Gnevnov" userId="2f0d4a8a008de216" providerId="LiveId" clId="{8150454B-9BED-4931-BB40-398FC8E0C2DA}" dt="2026-02-24T09:29:52.662" v="153" actId="12"/>
        <pc:sldMkLst>
          <pc:docMk/>
          <pc:sldMk cId="3344519045" sldId="261"/>
        </pc:sldMkLst>
        <pc:spChg chg="mod">
          <ac:chgData name="Artyom Gnevnov" userId="2f0d4a8a008de216" providerId="LiveId" clId="{8150454B-9BED-4931-BB40-398FC8E0C2DA}" dt="2026-02-24T09:29:17.082" v="140" actId="122"/>
          <ac:spMkLst>
            <pc:docMk/>
            <pc:sldMk cId="3344519045" sldId="261"/>
            <ac:spMk id="2" creationId="{06E0E002-DF30-4E2B-B38D-FB43675DA7A0}"/>
          </ac:spMkLst>
        </pc:spChg>
        <pc:spChg chg="mod">
          <ac:chgData name="Artyom Gnevnov" userId="2f0d4a8a008de216" providerId="LiveId" clId="{8150454B-9BED-4931-BB40-398FC8E0C2DA}" dt="2026-02-24T09:29:52.662" v="153" actId="12"/>
          <ac:spMkLst>
            <pc:docMk/>
            <pc:sldMk cId="3344519045" sldId="261"/>
            <ac:spMk id="3" creationId="{CDF61D9A-0852-4727-8CB2-9C22C3AD69C4}"/>
          </ac:spMkLst>
        </pc:spChg>
      </pc:sldChg>
      <pc:sldChg chg="addSp delSp modSp new mod">
        <pc:chgData name="Artyom Gnevnov" userId="2f0d4a8a008de216" providerId="LiveId" clId="{8150454B-9BED-4931-BB40-398FC8E0C2DA}" dt="2026-02-24T09:31:15.095" v="173" actId="20577"/>
        <pc:sldMkLst>
          <pc:docMk/>
          <pc:sldMk cId="1203233078" sldId="262"/>
        </pc:sldMkLst>
        <pc:spChg chg="mod">
          <ac:chgData name="Artyom Gnevnov" userId="2f0d4a8a008de216" providerId="LiveId" clId="{8150454B-9BED-4931-BB40-398FC8E0C2DA}" dt="2026-02-24T09:31:02.003" v="167" actId="122"/>
          <ac:spMkLst>
            <pc:docMk/>
            <pc:sldMk cId="1203233078" sldId="262"/>
            <ac:spMk id="2" creationId="{307E26F6-BD82-4AFB-BEC3-E3094FAB782E}"/>
          </ac:spMkLst>
        </pc:spChg>
        <pc:spChg chg="add del mod">
          <ac:chgData name="Artyom Gnevnov" userId="2f0d4a8a008de216" providerId="LiveId" clId="{8150454B-9BED-4931-BB40-398FC8E0C2DA}" dt="2026-02-24T09:31:15.095" v="173" actId="20577"/>
          <ac:spMkLst>
            <pc:docMk/>
            <pc:sldMk cId="1203233078" sldId="262"/>
            <ac:spMk id="3" creationId="{28D33332-8F78-4656-BE23-7CC7AA9FCFEA}"/>
          </ac:spMkLst>
        </pc:spChg>
        <pc:spChg chg="add del mod">
          <ac:chgData name="Artyom Gnevnov" userId="2f0d4a8a008de216" providerId="LiveId" clId="{8150454B-9BED-4931-BB40-398FC8E0C2DA}" dt="2026-02-24T09:31:06.999" v="169"/>
          <ac:spMkLst>
            <pc:docMk/>
            <pc:sldMk cId="1203233078" sldId="262"/>
            <ac:spMk id="4" creationId="{A48E9C34-3634-4B48-B252-E0CD67620752}"/>
          </ac:spMkLst>
        </pc:spChg>
      </pc:sldChg>
      <pc:sldChg chg="addSp delSp modSp new mod">
        <pc:chgData name="Artyom Gnevnov" userId="2f0d4a8a008de216" providerId="LiveId" clId="{8150454B-9BED-4931-BB40-398FC8E0C2DA}" dt="2026-02-24T09:32:23.783" v="184" actId="20577"/>
        <pc:sldMkLst>
          <pc:docMk/>
          <pc:sldMk cId="1534950492" sldId="263"/>
        </pc:sldMkLst>
        <pc:spChg chg="mod">
          <ac:chgData name="Artyom Gnevnov" userId="2f0d4a8a008de216" providerId="LiveId" clId="{8150454B-9BED-4931-BB40-398FC8E0C2DA}" dt="2026-02-24T09:32:07.840" v="178" actId="122"/>
          <ac:spMkLst>
            <pc:docMk/>
            <pc:sldMk cId="1534950492" sldId="263"/>
            <ac:spMk id="2" creationId="{290612C1-9EF6-498C-A04F-DC06E6937A37}"/>
          </ac:spMkLst>
        </pc:spChg>
        <pc:spChg chg="add del mod">
          <ac:chgData name="Artyom Gnevnov" userId="2f0d4a8a008de216" providerId="LiveId" clId="{8150454B-9BED-4931-BB40-398FC8E0C2DA}" dt="2026-02-24T09:32:23.783" v="184" actId="20577"/>
          <ac:spMkLst>
            <pc:docMk/>
            <pc:sldMk cId="1534950492" sldId="263"/>
            <ac:spMk id="3" creationId="{F94E3397-2B4D-42E2-AF56-FB694E017F09}"/>
          </ac:spMkLst>
        </pc:spChg>
        <pc:spChg chg="add del mod">
          <ac:chgData name="Artyom Gnevnov" userId="2f0d4a8a008de216" providerId="LiveId" clId="{8150454B-9BED-4931-BB40-398FC8E0C2DA}" dt="2026-02-24T09:32:14.418" v="180"/>
          <ac:spMkLst>
            <pc:docMk/>
            <pc:sldMk cId="1534950492" sldId="263"/>
            <ac:spMk id="4" creationId="{ECDCA7EA-70D1-4711-9375-3C33CF30AF22}"/>
          </ac:spMkLst>
        </pc:spChg>
      </pc:sldChg>
      <pc:sldChg chg="addSp delSp modSp new mod">
        <pc:chgData name="Artyom Gnevnov" userId="2f0d4a8a008de216" providerId="LiveId" clId="{8150454B-9BED-4931-BB40-398FC8E0C2DA}" dt="2026-02-24T09:33:22.081" v="196" actId="20577"/>
        <pc:sldMkLst>
          <pc:docMk/>
          <pc:sldMk cId="3116540338" sldId="264"/>
        </pc:sldMkLst>
        <pc:spChg chg="mod">
          <ac:chgData name="Artyom Gnevnov" userId="2f0d4a8a008de216" providerId="LiveId" clId="{8150454B-9BED-4931-BB40-398FC8E0C2DA}" dt="2026-02-24T09:32:42.954" v="189" actId="122"/>
          <ac:spMkLst>
            <pc:docMk/>
            <pc:sldMk cId="3116540338" sldId="264"/>
            <ac:spMk id="2" creationId="{3780D3E9-3440-4AD7-9DB7-EA7F859D9D7A}"/>
          </ac:spMkLst>
        </pc:spChg>
        <pc:spChg chg="add del mod">
          <ac:chgData name="Artyom Gnevnov" userId="2f0d4a8a008de216" providerId="LiveId" clId="{8150454B-9BED-4931-BB40-398FC8E0C2DA}" dt="2026-02-24T09:33:22.081" v="196" actId="20577"/>
          <ac:spMkLst>
            <pc:docMk/>
            <pc:sldMk cId="3116540338" sldId="264"/>
            <ac:spMk id="3" creationId="{1ECE4C22-F732-475B-88AD-E5C3D20D9DAC}"/>
          </ac:spMkLst>
        </pc:spChg>
        <pc:spChg chg="add del mod">
          <ac:chgData name="Artyom Gnevnov" userId="2f0d4a8a008de216" providerId="LiveId" clId="{8150454B-9BED-4931-BB40-398FC8E0C2DA}" dt="2026-02-24T09:32:54.940" v="191"/>
          <ac:spMkLst>
            <pc:docMk/>
            <pc:sldMk cId="3116540338" sldId="264"/>
            <ac:spMk id="4" creationId="{D89EBD96-1031-4325-B175-4DEB3498D98F}"/>
          </ac:spMkLst>
        </pc:spChg>
      </pc:sldChg>
      <pc:sldChg chg="addSp delSp modSp new mod">
        <pc:chgData name="Artyom Gnevnov" userId="2f0d4a8a008de216" providerId="LiveId" clId="{8150454B-9BED-4931-BB40-398FC8E0C2DA}" dt="2026-02-24T09:34:02.074" v="210" actId="20577"/>
        <pc:sldMkLst>
          <pc:docMk/>
          <pc:sldMk cId="2275850871" sldId="265"/>
        </pc:sldMkLst>
        <pc:spChg chg="mod">
          <ac:chgData name="Artyom Gnevnov" userId="2f0d4a8a008de216" providerId="LiveId" clId="{8150454B-9BED-4931-BB40-398FC8E0C2DA}" dt="2026-02-24T09:33:53.278" v="205" actId="122"/>
          <ac:spMkLst>
            <pc:docMk/>
            <pc:sldMk cId="2275850871" sldId="265"/>
            <ac:spMk id="2" creationId="{0D566466-0A1A-4617-A51A-CA61D133645A}"/>
          </ac:spMkLst>
        </pc:spChg>
        <pc:spChg chg="add del mod">
          <ac:chgData name="Artyom Gnevnov" userId="2f0d4a8a008de216" providerId="LiveId" clId="{8150454B-9BED-4931-BB40-398FC8E0C2DA}" dt="2026-02-24T09:34:02.074" v="210" actId="20577"/>
          <ac:spMkLst>
            <pc:docMk/>
            <pc:sldMk cId="2275850871" sldId="265"/>
            <ac:spMk id="3" creationId="{849258CE-016F-4773-916E-66D6A2F12EC2}"/>
          </ac:spMkLst>
        </pc:spChg>
        <pc:spChg chg="add del mod">
          <ac:chgData name="Artyom Gnevnov" userId="2f0d4a8a008de216" providerId="LiveId" clId="{8150454B-9BED-4931-BB40-398FC8E0C2DA}" dt="2026-02-24T09:33:59.479" v="207"/>
          <ac:spMkLst>
            <pc:docMk/>
            <pc:sldMk cId="2275850871" sldId="265"/>
            <ac:spMk id="4" creationId="{5BFFF789-0492-421A-BF16-D66227BB23B2}"/>
          </ac:spMkLst>
        </pc:spChg>
      </pc:sldChg>
      <pc:sldChg chg="addSp delSp modSp new mod">
        <pc:chgData name="Artyom Gnevnov" userId="2f0d4a8a008de216" providerId="LiveId" clId="{8150454B-9BED-4931-BB40-398FC8E0C2DA}" dt="2026-02-24T09:34:24.509" v="221" actId="20577"/>
        <pc:sldMkLst>
          <pc:docMk/>
          <pc:sldMk cId="3888996986" sldId="266"/>
        </pc:sldMkLst>
        <pc:spChg chg="mod">
          <ac:chgData name="Artyom Gnevnov" userId="2f0d4a8a008de216" providerId="LiveId" clId="{8150454B-9BED-4931-BB40-398FC8E0C2DA}" dt="2026-02-24T09:34:13.959" v="215" actId="122"/>
          <ac:spMkLst>
            <pc:docMk/>
            <pc:sldMk cId="3888996986" sldId="266"/>
            <ac:spMk id="2" creationId="{986A1E04-64B8-438B-99A6-96B7BBD03B8F}"/>
          </ac:spMkLst>
        </pc:spChg>
        <pc:spChg chg="add del mod">
          <ac:chgData name="Artyom Gnevnov" userId="2f0d4a8a008de216" providerId="LiveId" clId="{8150454B-9BED-4931-BB40-398FC8E0C2DA}" dt="2026-02-24T09:34:24.509" v="221" actId="20577"/>
          <ac:spMkLst>
            <pc:docMk/>
            <pc:sldMk cId="3888996986" sldId="266"/>
            <ac:spMk id="3" creationId="{7F970B65-51CE-4A78-AEE6-D973041BE68F}"/>
          </ac:spMkLst>
        </pc:spChg>
        <pc:spChg chg="add del mod">
          <ac:chgData name="Artyom Gnevnov" userId="2f0d4a8a008de216" providerId="LiveId" clId="{8150454B-9BED-4931-BB40-398FC8E0C2DA}" dt="2026-02-24T09:34:19.494" v="217"/>
          <ac:spMkLst>
            <pc:docMk/>
            <pc:sldMk cId="3888996986" sldId="266"/>
            <ac:spMk id="4" creationId="{162234A5-23F5-41D3-AC98-874745E6420A}"/>
          </ac:spMkLst>
        </pc:spChg>
      </pc:sldChg>
      <pc:sldChg chg="addSp delSp modSp new mod">
        <pc:chgData name="Artyom Gnevnov" userId="2f0d4a8a008de216" providerId="LiveId" clId="{8150454B-9BED-4931-BB40-398FC8E0C2DA}" dt="2026-03-03T08:54:11.777" v="238" actId="20577"/>
        <pc:sldMkLst>
          <pc:docMk/>
          <pc:sldMk cId="301744165" sldId="267"/>
        </pc:sldMkLst>
        <pc:spChg chg="mod">
          <ac:chgData name="Artyom Gnevnov" userId="2f0d4a8a008de216" providerId="LiveId" clId="{8150454B-9BED-4931-BB40-398FC8E0C2DA}" dt="2026-03-03T08:51:51.251" v="226" actId="122"/>
          <ac:spMkLst>
            <pc:docMk/>
            <pc:sldMk cId="301744165" sldId="267"/>
            <ac:spMk id="2" creationId="{ECD625B8-C02D-4A8C-9EB6-2E9091CAE70D}"/>
          </ac:spMkLst>
        </pc:spChg>
        <pc:spChg chg="add del mod">
          <ac:chgData name="Artyom Gnevnov" userId="2f0d4a8a008de216" providerId="LiveId" clId="{8150454B-9BED-4931-BB40-398FC8E0C2DA}" dt="2026-03-03T08:54:11.777" v="238" actId="20577"/>
          <ac:spMkLst>
            <pc:docMk/>
            <pc:sldMk cId="301744165" sldId="267"/>
            <ac:spMk id="3" creationId="{CA4D8ED3-13D0-42D4-93AD-2ED9C01B4A80}"/>
          </ac:spMkLst>
        </pc:spChg>
        <pc:spChg chg="add del mod">
          <ac:chgData name="Artyom Gnevnov" userId="2f0d4a8a008de216" providerId="LiveId" clId="{8150454B-9BED-4931-BB40-398FC8E0C2DA}" dt="2026-03-03T08:53:58.444" v="230"/>
          <ac:spMkLst>
            <pc:docMk/>
            <pc:sldMk cId="301744165" sldId="267"/>
            <ac:spMk id="4" creationId="{2450BB29-D7E6-45C4-9143-FD19671F5620}"/>
          </ac:spMkLst>
        </pc:spChg>
      </pc:sldChg>
      <pc:sldChg chg="addSp delSp modSp new mod">
        <pc:chgData name="Artyom Gnevnov" userId="2f0d4a8a008de216" providerId="LiveId" clId="{8150454B-9BED-4931-BB40-398FC8E0C2DA}" dt="2026-03-03T08:56:40.856" v="376" actId="20577"/>
        <pc:sldMkLst>
          <pc:docMk/>
          <pc:sldMk cId="2675978075" sldId="268"/>
        </pc:sldMkLst>
        <pc:spChg chg="mod">
          <ac:chgData name="Artyom Gnevnov" userId="2f0d4a8a008de216" providerId="LiveId" clId="{8150454B-9BED-4931-BB40-398FC8E0C2DA}" dt="2026-03-03T08:54:24.139" v="243" actId="122"/>
          <ac:spMkLst>
            <pc:docMk/>
            <pc:sldMk cId="2675978075" sldId="268"/>
            <ac:spMk id="2" creationId="{A95FC8EA-AFD2-4AAC-98AB-8752333DE906}"/>
          </ac:spMkLst>
        </pc:spChg>
        <pc:spChg chg="add del mod">
          <ac:chgData name="Artyom Gnevnov" userId="2f0d4a8a008de216" providerId="LiveId" clId="{8150454B-9BED-4931-BB40-398FC8E0C2DA}" dt="2026-03-03T08:56:40.856" v="376" actId="20577"/>
          <ac:spMkLst>
            <pc:docMk/>
            <pc:sldMk cId="2675978075" sldId="268"/>
            <ac:spMk id="3" creationId="{ACBBB41E-4CEE-4239-BE3A-B8B3301A7FD5}"/>
          </ac:spMkLst>
        </pc:spChg>
        <pc:spChg chg="add del mod">
          <ac:chgData name="Artyom Gnevnov" userId="2f0d4a8a008de216" providerId="LiveId" clId="{8150454B-9BED-4931-BB40-398FC8E0C2DA}" dt="2026-03-03T08:54:29.711" v="245"/>
          <ac:spMkLst>
            <pc:docMk/>
            <pc:sldMk cId="2675978075" sldId="268"/>
            <ac:spMk id="4" creationId="{9891BE60-0AD7-423B-9AC2-6545FD825C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A32E5-FAE6-4E3A-9E8D-BD079093F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D175F0-D931-4F4C-A870-9EED8674B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FA15BB-0CEC-4CB3-9508-213A4DB3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985EB6-E959-4626-AB5E-3995A19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DBE6AF-D0AC-4E26-A30B-452B01EE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1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6EB72-CFB3-4E8D-A2DA-6AFB4F8BF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F689AC-CEBD-4293-8CD3-AE71BD8C0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6FD9F1-0758-4B8C-9D0F-E0014C96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CBB4FA-6B0C-4A49-A8D7-E91E2663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61C0F9-53E5-49A7-B9BD-154E1449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6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AF9A2-984F-46C6-B57E-22D2863D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2DF8A6-FFE9-4457-A641-BA357048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8447E3-2AEC-4270-A276-8CC3F70A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346518-24F1-452A-9459-53388736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34-0A7F-4F56-9DF1-41A6A0B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4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E4940-D27C-4DB1-95DD-E805CD6C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35D146-9179-4180-B337-9F7B3740B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EA9C50-1B3F-41CB-A32D-B5B70DDBD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E97E54-C343-4DAD-9852-4961B35E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FDCC83-AD57-4444-BE9C-C134EA26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CA0E5F-4E49-40EE-B96C-C6B7C7FF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5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FCDFA-E29E-4D0C-91D9-5F185F81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A4D4A3-7D81-4550-8851-FB52561F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AB68D0-89D7-4624-B796-020A9DC5F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E4ABB-992E-4E0A-B761-7414A35F3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F7670C-6EB6-46A6-A171-90A5664A4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57F6C13-6F1E-435C-8295-9B9AE8972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EFE434-A482-438F-AEE2-2814D83F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3098EB-3AB0-4872-BBE6-AEF12EC0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8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8438A-AF3D-4CDD-83AE-E01C27D8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31AFFB-70FA-4E26-80EA-086CD6DD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C54671-E29F-4A39-8A94-5B4AC16F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A28E2F-9306-4CE9-813E-EA255DFE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28AC48-A5FF-48E7-BA64-6C20CBE7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C01A80-CA42-41EE-9C70-5BA2E196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62B4FB-A229-4E13-A3EC-27835F1EF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0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5F550-5758-4D61-B2CC-1213724C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F0AB0F-E162-4E0A-8913-9F0EEF55A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E9ED52-A947-4600-9A3B-9AFC3CB57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AC1035-144F-4844-8624-24944D3D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4963E0-53D0-43B6-9B99-0794E18A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E8B4B0-CAB7-4D8A-B6B9-169B9264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D8E31-05BC-492C-8943-7942375B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444C1D-5798-48D0-9813-FB14448F3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0EE017-FFE7-44C5-9613-ABA73D6E9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258F5D-7F67-436D-BFCF-F64C902D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A4D1D8-CA69-49FB-9994-5B31E094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854FFC-CFF9-417A-9E23-B8E8DE74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1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E3B40-8944-41D2-9C0B-8B185FA7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5BD824-C84B-4828-BE0E-2D211562C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4F8863-BF9F-4B70-A8EE-CB234836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39701C-5589-4EEC-AFED-407E49F2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7ED6F6-B09C-4586-A4B2-C9A922EB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4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EE6E31-B26A-4522-B4DA-FB860D49C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C79C8F-7765-464F-B29C-E5239C246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9B1AF-00F2-485C-A0EB-5FC62CE9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437DAB-1979-4BBE-91C9-A3E76199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5A7F9A-95F0-46E9-993D-EC3F2539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44558-279E-4B8A-83D8-611C936F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84B81B-1D66-42E3-BF52-BD9F353E5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F32C21-AFED-4A1B-A26F-20CBDB16E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3F592-B7F0-4541-93B8-35E37896D0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7E128-2A7C-49E1-B75B-B7B86294E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781FD9-EB05-4A1B-BBB3-8A33D16B3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623C5-3047-4B35-8242-4144503CC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2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" TargetMode="External"/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oogle" TargetMode="External"/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" TargetMode="External"/><Relationship Id="rId4" Type="http://schemas.openxmlformats.org/officeDocument/2006/relationships/hyperlink" Target="https://en.wikipedia.org/wiki/Alphabet_In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029F8-B8D9-4949-8A4F-3146E7767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4293"/>
            <a:ext cx="9144000" cy="2387600"/>
          </a:xfrm>
        </p:spPr>
        <p:txBody>
          <a:bodyPr>
            <a:normAutofit/>
          </a:bodyPr>
          <a:lstStyle/>
          <a:p>
            <a:r>
              <a:rPr lang="en-US" sz="13800" dirty="0"/>
              <a:t>Google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E59E0F-0E0B-4D62-820A-1B82CC8F0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Гневнов А.Е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725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DEE1F-EBDA-4113-82F8-6C0801DB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Название ресурса и год основания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8A529-4C5E-46BA-B03C-F4036C2AC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Название: Google (материнская компания — </a:t>
            </a:r>
            <a:r>
              <a:rPr lang="ru-RU" dirty="0" err="1"/>
              <a:t>Alphabet</a:t>
            </a:r>
            <a:r>
              <a:rPr lang="ru-RU" dirty="0"/>
              <a:t> Inc.).</a:t>
            </a:r>
          </a:p>
          <a:p>
            <a:r>
              <a:rPr lang="ru-RU" dirty="0"/>
              <a:t>Год основания: 1998 г. (Поисковая система запущена в 1997 г.).</a:t>
            </a:r>
          </a:p>
          <a:p>
            <a:r>
              <a:rPr lang="ru-RU" dirty="0"/>
              <a:t>Тип ресурса: Глобальная поисковая система, облачная платформа, база данных мирового значения.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03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5B5D9-44BF-4AC8-AA09-F3B76CB4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Скриншот ресурса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0C7570-0102-4151-930D-934C4B26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56" y="1482571"/>
            <a:ext cx="11007687" cy="530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26386-CAF0-40B5-8197-E82E9C50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направления деятельности и функции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B2424A-F086-4BFB-86F9-A8580D219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Поиск информации: Индексация миллиардов веб-страниц.</a:t>
            </a:r>
          </a:p>
          <a:p>
            <a:r>
              <a:rPr lang="en-US" dirty="0"/>
              <a:t>Big Data </a:t>
            </a:r>
            <a:r>
              <a:rPr lang="ru-RU" dirty="0"/>
              <a:t>сервисы: </a:t>
            </a:r>
            <a:r>
              <a:rPr lang="en-US" dirty="0"/>
              <a:t>Google Cloud Platform (</a:t>
            </a:r>
            <a:r>
              <a:rPr lang="en-US" dirty="0" err="1"/>
              <a:t>BigQuery</a:t>
            </a:r>
            <a:r>
              <a:rPr lang="en-US" dirty="0"/>
              <a:t>, Looker) — </a:t>
            </a:r>
            <a:r>
              <a:rPr lang="ru-RU" dirty="0"/>
              <a:t>инструменты для анализа огромных массивов данных.</a:t>
            </a:r>
          </a:p>
          <a:p>
            <a:r>
              <a:rPr lang="ru-RU" dirty="0"/>
              <a:t>Хранение данных: </a:t>
            </a:r>
            <a:r>
              <a:rPr lang="en-US" dirty="0"/>
              <a:t>Google Drive, Google Photos.</a:t>
            </a:r>
            <a:endParaRPr lang="ru-RU" dirty="0"/>
          </a:p>
          <a:p>
            <a:r>
              <a:rPr lang="ru-RU" dirty="0"/>
              <a:t>Машинное обучение и ИИ: Разработка нейросетей (</a:t>
            </a:r>
            <a:r>
              <a:rPr lang="en-US" dirty="0"/>
              <a:t>Gemini, TensorFlow).</a:t>
            </a:r>
            <a:endParaRPr lang="ru-RU" dirty="0"/>
          </a:p>
          <a:p>
            <a:r>
              <a:rPr lang="ru-RU" dirty="0"/>
              <a:t>Рекламные технологии: Анализ поведения пользователей для таргетинга (</a:t>
            </a:r>
            <a:r>
              <a:rPr lang="en-US" dirty="0"/>
              <a:t>Google Ads).</a:t>
            </a:r>
          </a:p>
        </p:txBody>
      </p:sp>
    </p:spTree>
    <p:extLst>
      <p:ext uri="{BB962C8B-B14F-4D97-AF65-F5344CB8AC3E}">
        <p14:creationId xmlns:p14="http://schemas.microsoft.com/office/powerpoint/2010/main" val="69989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8E132-F986-480C-80F3-6938DF45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Система управления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3ADC3A-2770-4C82-8971-58C90741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Генеральный директор (CEO) </a:t>
            </a:r>
            <a:r>
              <a:rPr lang="ru-RU" dirty="0" err="1"/>
              <a:t>Alphabet</a:t>
            </a:r>
            <a:r>
              <a:rPr lang="ru-RU" dirty="0"/>
              <a:t> и Google: </a:t>
            </a:r>
            <a:r>
              <a:rPr lang="ru-RU" dirty="0" err="1"/>
              <a:t>Сундар</a:t>
            </a:r>
            <a:r>
              <a:rPr lang="ru-RU" dirty="0"/>
              <a:t> </a:t>
            </a:r>
            <a:r>
              <a:rPr lang="ru-RU" dirty="0" err="1"/>
              <a:t>Пичаи</a:t>
            </a:r>
            <a:r>
              <a:rPr lang="ru-RU" dirty="0"/>
              <a:t> (</a:t>
            </a:r>
            <a:r>
              <a:rPr lang="ru-RU" dirty="0" err="1"/>
              <a:t>Sundar</a:t>
            </a:r>
            <a:r>
              <a:rPr lang="ru-RU" dirty="0"/>
              <a:t> </a:t>
            </a:r>
            <a:r>
              <a:rPr lang="ru-RU" dirty="0" err="1"/>
              <a:t>Pichai</a:t>
            </a:r>
            <a:r>
              <a:rPr lang="ru-RU" dirty="0"/>
              <a:t>).</a:t>
            </a:r>
          </a:p>
          <a:p>
            <a:r>
              <a:rPr lang="ru-RU" dirty="0"/>
              <a:t>Основатели: Ларри Пейдж и Сергей Брин (входят в совет директоров).</a:t>
            </a:r>
          </a:p>
          <a:p>
            <a:r>
              <a:rPr lang="ru-RU" dirty="0"/>
              <a:t>Тип управления: Публичная корпорация с жесткой иерархией в технологических подразделениях.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890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0E002-DF30-4E2B-B38D-FB43675D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Структура сайта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F61D9A-0852-4727-8CB2-9C22C3AD6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Сайт организован по принципу минимализма на главной странице, но имеет сложную внутреннюю экосистему: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Центральная строка поиска.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Панель сервисов (сетка): Почта, Карты, YouTube, Диск, Календарь.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Инструментарий для бизнеса: Google </a:t>
            </a:r>
            <a:r>
              <a:rPr lang="ru-RU" dirty="0" err="1"/>
              <a:t>Cloud</a:t>
            </a:r>
            <a:r>
              <a:rPr lang="ru-RU" dirty="0"/>
              <a:t>, Google Analytics.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Разделы помощи и настроек конфиденциальности.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1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E26F6-BD82-4AFB-BEC3-E3094FAB7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Пользователи сайта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33332-8F78-4656-BE23-7CC7AA9FC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B2C (Обычные пользователи): Миллиарды людей, ищущих информацию, видео или почту.</a:t>
            </a:r>
          </a:p>
          <a:p>
            <a:r>
              <a:rPr lang="ru-RU" dirty="0"/>
              <a:t>B2B (Бизнес): Аналитики данных, разработчики ПО, маркетологи, владельцы сайтов.</a:t>
            </a:r>
          </a:p>
          <a:p>
            <a:r>
              <a:rPr lang="ru-RU" dirty="0"/>
              <a:t>Образование и наука: Студенты, исследователи (через Google </a:t>
            </a:r>
            <a:r>
              <a:rPr lang="ru-RU" dirty="0" err="1"/>
              <a:t>Scholar</a:t>
            </a:r>
            <a:r>
              <a:rPr lang="ru-RU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23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612C1-9EF6-498C-A04F-DC06E693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Оценка качества информации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4E3397-2B4D-42E2-AF56-FB694E017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Актуальность: Высочайшая (индексация новостей происходит в реальном времени).</a:t>
            </a:r>
          </a:p>
          <a:p>
            <a:r>
              <a:rPr lang="ru-RU" dirty="0"/>
              <a:t>Достоверность: Зависит от источника, но алгоритмы ранжирования (E-E-A-T) отдают приоритет авторитетным ресурсам.</a:t>
            </a:r>
          </a:p>
          <a:p>
            <a:r>
              <a:rPr lang="ru-RU" dirty="0"/>
              <a:t>Полнота: Google владеет самым полным индексом интернета в мире.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5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0D3E9-3440-4AD7-9DB7-EA7F859D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Расположение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CE4C22-F732-475B-88AD-E5C3D20D9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Штаб-квартира: Маунтин-Вью, Калифорния, США.</a:t>
            </a:r>
          </a:p>
          <a:p>
            <a:r>
              <a:rPr lang="ru-RU" dirty="0"/>
              <a:t>Инфраструктура: Десятки дата-центров по всему миру (США, Ирландия, Финляндия, Сингапур и др.).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40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66466-0A1A-4617-A51A-CA61D133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Наличие рекламы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9258CE-016F-4773-916E-66D6A2F12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Статус: Реклама присутствует.</a:t>
            </a:r>
          </a:p>
          <a:p>
            <a:r>
              <a:rPr lang="ru-RU" dirty="0"/>
              <a:t>Тип: Контекстная реклама в поиске (Google </a:t>
            </a:r>
            <a:r>
              <a:rPr lang="ru-RU" dirty="0" err="1"/>
              <a:t>Ads</a:t>
            </a:r>
            <a:r>
              <a:rPr lang="ru-RU" dirty="0"/>
              <a:t>), баннеры в сервисах и видеореклама на YouTube. Это основной источник дохода компании.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5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A1E04-64B8-438B-99A6-96B7BBD0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URL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70B65-51CE-4A78-AEE6-D973041BE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Основной адрес: </a:t>
            </a:r>
            <a:r>
              <a:rPr lang="ru-RU" dirty="0">
                <a:hlinkClick r:id="rId2"/>
              </a:rPr>
              <a:t>https://www.google.com</a:t>
            </a:r>
            <a:endParaRPr lang="ru-RU" dirty="0"/>
          </a:p>
          <a:p>
            <a:r>
              <a:rPr lang="ru-RU" dirty="0"/>
              <a:t>Платформа Big Data: </a:t>
            </a:r>
            <a:r>
              <a:rPr lang="ru-RU" dirty="0">
                <a:hlinkClick r:id="rId3"/>
              </a:rPr>
              <a:t>https://cloud.google.com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9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625B8-C02D-4A8C-9EB6-2E9091CA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Общее впечатление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4D8ED3-13D0-42D4-93AD-2ED9C01B4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Удобство: Всё под рукой, интерфейс понятен даже ребенку.</a:t>
            </a:r>
          </a:p>
          <a:p>
            <a:r>
              <a:rPr lang="ru-RU" dirty="0"/>
              <a:t>Скорость: Ответы приходят мгновенно, несмотря на миллиарды страниц в базе.</a:t>
            </a:r>
          </a:p>
          <a:p>
            <a:r>
              <a:rPr lang="ru-RU" dirty="0"/>
              <a:t>Роль в Big Data: Это главный пример того, как «большие данные» превращаются в удобные инструменты (карты, переводчик, поиск).</a:t>
            </a:r>
          </a:p>
          <a:p>
            <a:r>
              <a:rPr lang="ru-RU" dirty="0"/>
              <a:t>Итог: Самый мощный и доступный справочник.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4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FC8EA-AFD2-4AAC-98AB-8752333D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BB41E-4CEE-4239-BE3A-B8B3301A7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Официальный сайт </a:t>
            </a:r>
            <a:r>
              <a:rPr lang="en-US" dirty="0"/>
              <a:t>Google — </a:t>
            </a:r>
            <a:r>
              <a:rPr lang="en-US" dirty="0">
                <a:hlinkClick r:id="rId2"/>
              </a:rPr>
              <a:t>https://www.google.com/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/>
              <a:t>Wiki Google - </a:t>
            </a:r>
            <a:r>
              <a:rPr lang="en-US" dirty="0">
                <a:hlinkClick r:id="rId3"/>
              </a:rPr>
              <a:t>https://en.wikipedia.org/wiki/Google</a:t>
            </a:r>
            <a:r>
              <a:rPr lang="en-US" dirty="0"/>
              <a:t> </a:t>
            </a:r>
          </a:p>
          <a:p>
            <a:r>
              <a:rPr lang="en-US" dirty="0"/>
              <a:t>Wiki Alphabet - </a:t>
            </a:r>
            <a:r>
              <a:rPr lang="en-US" dirty="0">
                <a:hlinkClick r:id="rId4"/>
              </a:rPr>
              <a:t>https://en.wikipedia.org/wiki/Alphabet_Inc</a:t>
            </a:r>
            <a:r>
              <a:rPr lang="en-US" dirty="0"/>
              <a:t>. </a:t>
            </a:r>
            <a:endParaRPr lang="ru-RU" dirty="0"/>
          </a:p>
          <a:p>
            <a:r>
              <a:rPr lang="en-US" dirty="0"/>
              <a:t>Google cloud - </a:t>
            </a:r>
            <a:r>
              <a:rPr lang="en-US" dirty="0">
                <a:hlinkClick r:id="rId5"/>
              </a:rPr>
              <a:t>https://cloud.google.com/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59780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493</Words>
  <Application>Microsoft Office PowerPoint</Application>
  <PresentationFormat>Широкоэкранный</PresentationFormat>
  <Paragraphs>50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Google</vt:lpstr>
      <vt:lpstr>Название ресурса и год основания</vt:lpstr>
      <vt:lpstr>Скриншот ресурса</vt:lpstr>
      <vt:lpstr>Основные направления деятельности и функции</vt:lpstr>
      <vt:lpstr>Система управления</vt:lpstr>
      <vt:lpstr>Структура сайта</vt:lpstr>
      <vt:lpstr>Пользователи сайта</vt:lpstr>
      <vt:lpstr>Оценка качества информации</vt:lpstr>
      <vt:lpstr>Расположение</vt:lpstr>
      <vt:lpstr>Наличие рекламы</vt:lpstr>
      <vt:lpstr>URL</vt:lpstr>
      <vt:lpstr>Общее впечатление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</dc:title>
  <dc:creator>Artyom Gnevnov</dc:creator>
  <cp:lastModifiedBy>Artyom Gnevnov</cp:lastModifiedBy>
  <cp:revision>1</cp:revision>
  <dcterms:created xsi:type="dcterms:W3CDTF">2026-02-24T09:22:28Z</dcterms:created>
  <dcterms:modified xsi:type="dcterms:W3CDTF">2026-03-03T08:56:45Z</dcterms:modified>
</cp:coreProperties>
</file>