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02299443-48F1-429D-B1B1-E2F18F5A4C07}"/>
    <pc:docChg chg="addSld modSld">
      <pc:chgData name="Artyom Gnevnov" userId="2f0d4a8a008de216" providerId="LiveId" clId="{02299443-48F1-429D-B1B1-E2F18F5A4C07}" dt="2026-03-30T18:35:35.506" v="148" actId="14100"/>
      <pc:docMkLst>
        <pc:docMk/>
      </pc:docMkLst>
      <pc:sldChg chg="modSp new mod">
        <pc:chgData name="Artyom Gnevnov" userId="2f0d4a8a008de216" providerId="LiveId" clId="{02299443-48F1-429D-B1B1-E2F18F5A4C07}" dt="2026-03-30T18:29:47.966" v="28" actId="121"/>
        <pc:sldMkLst>
          <pc:docMk/>
          <pc:sldMk cId="3369373521" sldId="256"/>
        </pc:sldMkLst>
        <pc:spChg chg="mod">
          <ac:chgData name="Artyom Gnevnov" userId="2f0d4a8a008de216" providerId="LiveId" clId="{02299443-48F1-429D-B1B1-E2F18F5A4C07}" dt="2026-03-30T18:29:38.874" v="1"/>
          <ac:spMkLst>
            <pc:docMk/>
            <pc:sldMk cId="3369373521" sldId="256"/>
            <ac:spMk id="2" creationId="{7EEE4C27-7FEC-4866-B2A2-88EBFC9F1ABE}"/>
          </ac:spMkLst>
        </pc:spChg>
        <pc:spChg chg="mod">
          <ac:chgData name="Artyom Gnevnov" userId="2f0d4a8a008de216" providerId="LiveId" clId="{02299443-48F1-429D-B1B1-E2F18F5A4C07}" dt="2026-03-30T18:29:47.966" v="28" actId="121"/>
          <ac:spMkLst>
            <pc:docMk/>
            <pc:sldMk cId="3369373521" sldId="256"/>
            <ac:spMk id="3" creationId="{7CC64592-8364-4249-A209-79075CEC00E8}"/>
          </ac:spMkLst>
        </pc:spChg>
      </pc:sldChg>
      <pc:sldChg chg="addSp delSp modSp new mod">
        <pc:chgData name="Artyom Gnevnov" userId="2f0d4a8a008de216" providerId="LiveId" clId="{02299443-48F1-429D-B1B1-E2F18F5A4C07}" dt="2026-03-30T18:33:03.433" v="68" actId="20577"/>
        <pc:sldMkLst>
          <pc:docMk/>
          <pc:sldMk cId="3935191745" sldId="257"/>
        </pc:sldMkLst>
        <pc:spChg chg="mod">
          <ac:chgData name="Artyom Gnevnov" userId="2f0d4a8a008de216" providerId="LiveId" clId="{02299443-48F1-429D-B1B1-E2F18F5A4C07}" dt="2026-03-30T18:31:56.562" v="32" actId="1076"/>
          <ac:spMkLst>
            <pc:docMk/>
            <pc:sldMk cId="3935191745" sldId="257"/>
            <ac:spMk id="2" creationId="{DFA357E4-4AB2-4A43-A23F-C8C3EA077678}"/>
          </ac:spMkLst>
        </pc:spChg>
        <pc:spChg chg="add del mod">
          <ac:chgData name="Artyom Gnevnov" userId="2f0d4a8a008de216" providerId="LiveId" clId="{02299443-48F1-429D-B1B1-E2F18F5A4C07}" dt="2026-03-30T18:33:03.433" v="68" actId="20577"/>
          <ac:spMkLst>
            <pc:docMk/>
            <pc:sldMk cId="3935191745" sldId="257"/>
            <ac:spMk id="3" creationId="{533F4C73-F902-4C0C-8436-F10DE616680E}"/>
          </ac:spMkLst>
        </pc:spChg>
        <pc:spChg chg="add del mod">
          <ac:chgData name="Artyom Gnevnov" userId="2f0d4a8a008de216" providerId="LiveId" clId="{02299443-48F1-429D-B1B1-E2F18F5A4C07}" dt="2026-03-30T18:32:55.296" v="61"/>
          <ac:spMkLst>
            <pc:docMk/>
            <pc:sldMk cId="3935191745" sldId="257"/>
            <ac:spMk id="4" creationId="{EEA187E7-5C62-4509-982E-720347B9532D}"/>
          </ac:spMkLst>
        </pc:spChg>
      </pc:sldChg>
      <pc:sldChg chg="addSp delSp modSp new mod">
        <pc:chgData name="Artyom Gnevnov" userId="2f0d4a8a008de216" providerId="LiveId" clId="{02299443-48F1-429D-B1B1-E2F18F5A4C07}" dt="2026-03-30T18:33:35.777" v="87" actId="404"/>
        <pc:sldMkLst>
          <pc:docMk/>
          <pc:sldMk cId="676415574" sldId="258"/>
        </pc:sldMkLst>
        <pc:spChg chg="mod">
          <ac:chgData name="Artyom Gnevnov" userId="2f0d4a8a008de216" providerId="LiveId" clId="{02299443-48F1-429D-B1B1-E2F18F5A4C07}" dt="2026-03-30T18:32:04.976" v="36" actId="1076"/>
          <ac:spMkLst>
            <pc:docMk/>
            <pc:sldMk cId="676415574" sldId="258"/>
            <ac:spMk id="2" creationId="{69E4DD21-403E-4456-9F28-D37D92A15B56}"/>
          </ac:spMkLst>
        </pc:spChg>
        <pc:spChg chg="add del mod">
          <ac:chgData name="Artyom Gnevnov" userId="2f0d4a8a008de216" providerId="LiveId" clId="{02299443-48F1-429D-B1B1-E2F18F5A4C07}" dt="2026-03-30T18:33:35.777" v="87" actId="404"/>
          <ac:spMkLst>
            <pc:docMk/>
            <pc:sldMk cId="676415574" sldId="258"/>
            <ac:spMk id="3" creationId="{DBBD4ECE-1C4B-445B-8604-3D6013AE535D}"/>
          </ac:spMkLst>
        </pc:spChg>
        <pc:spChg chg="add del mod">
          <ac:chgData name="Artyom Gnevnov" userId="2f0d4a8a008de216" providerId="LiveId" clId="{02299443-48F1-429D-B1B1-E2F18F5A4C07}" dt="2026-03-30T18:33:16.851" v="72"/>
          <ac:spMkLst>
            <pc:docMk/>
            <pc:sldMk cId="676415574" sldId="258"/>
            <ac:spMk id="4" creationId="{5F79B5F9-541D-4694-8234-F456D4BB2125}"/>
          </ac:spMkLst>
        </pc:spChg>
        <pc:spChg chg="add del mod">
          <ac:chgData name="Artyom Gnevnov" userId="2f0d4a8a008de216" providerId="LiveId" clId="{02299443-48F1-429D-B1B1-E2F18F5A4C07}" dt="2026-03-30T18:33:18.564" v="74"/>
          <ac:spMkLst>
            <pc:docMk/>
            <pc:sldMk cId="676415574" sldId="258"/>
            <ac:spMk id="5" creationId="{A8CF9F29-2C24-41C3-91F9-F9540A296CB1}"/>
          </ac:spMkLst>
        </pc:spChg>
      </pc:sldChg>
      <pc:sldChg chg="addSp delSp modSp new mod">
        <pc:chgData name="Artyom Gnevnov" userId="2f0d4a8a008de216" providerId="LiveId" clId="{02299443-48F1-429D-B1B1-E2F18F5A4C07}" dt="2026-03-30T18:34:09.007" v="101" actId="20577"/>
        <pc:sldMkLst>
          <pc:docMk/>
          <pc:sldMk cId="1405166319" sldId="259"/>
        </pc:sldMkLst>
        <pc:spChg chg="mod">
          <ac:chgData name="Artyom Gnevnov" userId="2f0d4a8a008de216" providerId="LiveId" clId="{02299443-48F1-429D-B1B1-E2F18F5A4C07}" dt="2026-03-30T18:32:16.477" v="42" actId="1076"/>
          <ac:spMkLst>
            <pc:docMk/>
            <pc:sldMk cId="1405166319" sldId="259"/>
            <ac:spMk id="2" creationId="{1DDDB3A6-6EA0-4C48-B687-3AEBC99119BF}"/>
          </ac:spMkLst>
        </pc:spChg>
        <pc:spChg chg="add del mod">
          <ac:chgData name="Artyom Gnevnov" userId="2f0d4a8a008de216" providerId="LiveId" clId="{02299443-48F1-429D-B1B1-E2F18F5A4C07}" dt="2026-03-30T18:34:09.007" v="101" actId="20577"/>
          <ac:spMkLst>
            <pc:docMk/>
            <pc:sldMk cId="1405166319" sldId="259"/>
            <ac:spMk id="3" creationId="{195C8650-0055-4568-AD00-4D713EA6E7A6}"/>
          </ac:spMkLst>
        </pc:spChg>
        <pc:spChg chg="add del mod">
          <ac:chgData name="Artyom Gnevnov" userId="2f0d4a8a008de216" providerId="LiveId" clId="{02299443-48F1-429D-B1B1-E2F18F5A4C07}" dt="2026-03-30T18:33:59.684" v="91"/>
          <ac:spMkLst>
            <pc:docMk/>
            <pc:sldMk cId="1405166319" sldId="259"/>
            <ac:spMk id="4" creationId="{B86265C0-D22D-4FDF-BA74-4C8E8AA2E523}"/>
          </ac:spMkLst>
        </pc:spChg>
        <pc:spChg chg="add del mod">
          <ac:chgData name="Artyom Gnevnov" userId="2f0d4a8a008de216" providerId="LiveId" clId="{02299443-48F1-429D-B1B1-E2F18F5A4C07}" dt="2026-03-30T18:34:01.093" v="93"/>
          <ac:spMkLst>
            <pc:docMk/>
            <pc:sldMk cId="1405166319" sldId="259"/>
            <ac:spMk id="5" creationId="{E3106692-2651-4914-98DF-8EA6D49F144F}"/>
          </ac:spMkLst>
        </pc:spChg>
      </pc:sldChg>
      <pc:sldChg chg="addSp delSp modSp new mod">
        <pc:chgData name="Artyom Gnevnov" userId="2f0d4a8a008de216" providerId="LiveId" clId="{02299443-48F1-429D-B1B1-E2F18F5A4C07}" dt="2026-03-30T18:34:26.103" v="111" actId="14100"/>
        <pc:sldMkLst>
          <pc:docMk/>
          <pc:sldMk cId="1456257324" sldId="260"/>
        </pc:sldMkLst>
        <pc:spChg chg="mod">
          <ac:chgData name="Artyom Gnevnov" userId="2f0d4a8a008de216" providerId="LiveId" clId="{02299443-48F1-429D-B1B1-E2F18F5A4C07}" dt="2026-03-30T18:32:22.927" v="45" actId="1076"/>
          <ac:spMkLst>
            <pc:docMk/>
            <pc:sldMk cId="1456257324" sldId="260"/>
            <ac:spMk id="2" creationId="{D7F3A238-631B-4501-8AFD-80B601B7A6DF}"/>
          </ac:spMkLst>
        </pc:spChg>
        <pc:spChg chg="add del mod">
          <ac:chgData name="Artyom Gnevnov" userId="2f0d4a8a008de216" providerId="LiveId" clId="{02299443-48F1-429D-B1B1-E2F18F5A4C07}" dt="2026-03-30T18:34:26.103" v="111" actId="14100"/>
          <ac:spMkLst>
            <pc:docMk/>
            <pc:sldMk cId="1456257324" sldId="260"/>
            <ac:spMk id="3" creationId="{0610E26A-87AE-48FE-8717-D2D8C8E23DC5}"/>
          </ac:spMkLst>
        </pc:spChg>
        <pc:spChg chg="add del mod">
          <ac:chgData name="Artyom Gnevnov" userId="2f0d4a8a008de216" providerId="LiveId" clId="{02299443-48F1-429D-B1B1-E2F18F5A4C07}" dt="2026-03-30T18:34:15.525" v="103"/>
          <ac:spMkLst>
            <pc:docMk/>
            <pc:sldMk cId="1456257324" sldId="260"/>
            <ac:spMk id="4" creationId="{DA062277-0F29-4220-A6DA-FCD20E5F790D}"/>
          </ac:spMkLst>
        </pc:spChg>
      </pc:sldChg>
      <pc:sldChg chg="addSp delSp modSp new mod">
        <pc:chgData name="Artyom Gnevnov" userId="2f0d4a8a008de216" providerId="LiveId" clId="{02299443-48F1-429D-B1B1-E2F18F5A4C07}" dt="2026-03-30T18:34:41.149" v="121" actId="12"/>
        <pc:sldMkLst>
          <pc:docMk/>
          <pc:sldMk cId="905755098" sldId="261"/>
        </pc:sldMkLst>
        <pc:spChg chg="mod">
          <ac:chgData name="Artyom Gnevnov" userId="2f0d4a8a008de216" providerId="LiveId" clId="{02299443-48F1-429D-B1B1-E2F18F5A4C07}" dt="2026-03-30T18:32:28.875" v="48" actId="1076"/>
          <ac:spMkLst>
            <pc:docMk/>
            <pc:sldMk cId="905755098" sldId="261"/>
            <ac:spMk id="2" creationId="{8FB3137D-233A-462E-924C-F574E14E827A}"/>
          </ac:spMkLst>
        </pc:spChg>
        <pc:spChg chg="add del mod">
          <ac:chgData name="Artyom Gnevnov" userId="2f0d4a8a008de216" providerId="LiveId" clId="{02299443-48F1-429D-B1B1-E2F18F5A4C07}" dt="2026-03-30T18:34:41.149" v="121" actId="12"/>
          <ac:spMkLst>
            <pc:docMk/>
            <pc:sldMk cId="905755098" sldId="261"/>
            <ac:spMk id="3" creationId="{445575E0-9974-47A3-B22C-FF69B86DEAD9}"/>
          </ac:spMkLst>
        </pc:spChg>
        <pc:spChg chg="add del mod">
          <ac:chgData name="Artyom Gnevnov" userId="2f0d4a8a008de216" providerId="LiveId" clId="{02299443-48F1-429D-B1B1-E2F18F5A4C07}" dt="2026-03-30T18:34:33.572" v="113"/>
          <ac:spMkLst>
            <pc:docMk/>
            <pc:sldMk cId="905755098" sldId="261"/>
            <ac:spMk id="4" creationId="{D379EBEF-9290-4B3B-BF67-F287A7DECB1B}"/>
          </ac:spMkLst>
        </pc:spChg>
      </pc:sldChg>
      <pc:sldChg chg="addSp delSp modSp new mod">
        <pc:chgData name="Artyom Gnevnov" userId="2f0d4a8a008de216" providerId="LiveId" clId="{02299443-48F1-429D-B1B1-E2F18F5A4C07}" dt="2026-03-30T18:35:35.506" v="148" actId="14100"/>
        <pc:sldMkLst>
          <pc:docMk/>
          <pc:sldMk cId="3367344635" sldId="262"/>
        </pc:sldMkLst>
        <pc:spChg chg="mod">
          <ac:chgData name="Artyom Gnevnov" userId="2f0d4a8a008de216" providerId="LiveId" clId="{02299443-48F1-429D-B1B1-E2F18F5A4C07}" dt="2026-03-30T18:32:37.235" v="52" actId="1076"/>
          <ac:spMkLst>
            <pc:docMk/>
            <pc:sldMk cId="3367344635" sldId="262"/>
            <ac:spMk id="2" creationId="{EBBFEBCA-A91A-4365-B6C2-F562C212E06F}"/>
          </ac:spMkLst>
        </pc:spChg>
        <pc:spChg chg="add del mod">
          <ac:chgData name="Artyom Gnevnov" userId="2f0d4a8a008de216" providerId="LiveId" clId="{02299443-48F1-429D-B1B1-E2F18F5A4C07}" dt="2026-03-30T18:35:35.506" v="148" actId="14100"/>
          <ac:spMkLst>
            <pc:docMk/>
            <pc:sldMk cId="3367344635" sldId="262"/>
            <ac:spMk id="3" creationId="{1C4E2CB6-C842-45E3-827B-8FE3766885B0}"/>
          </ac:spMkLst>
        </pc:spChg>
        <pc:spChg chg="add del mod">
          <ac:chgData name="Artyom Gnevnov" userId="2f0d4a8a008de216" providerId="LiveId" clId="{02299443-48F1-429D-B1B1-E2F18F5A4C07}" dt="2026-03-30T18:34:51.653" v="125"/>
          <ac:spMkLst>
            <pc:docMk/>
            <pc:sldMk cId="3367344635" sldId="262"/>
            <ac:spMk id="4" creationId="{A72502A9-8296-42FE-9610-995393BDB7DA}"/>
          </ac:spMkLst>
        </pc:spChg>
        <pc:spChg chg="add del mod">
          <ac:chgData name="Artyom Gnevnov" userId="2f0d4a8a008de216" providerId="LiveId" clId="{02299443-48F1-429D-B1B1-E2F18F5A4C07}" dt="2026-03-30T18:34:53.339" v="127"/>
          <ac:spMkLst>
            <pc:docMk/>
            <pc:sldMk cId="3367344635" sldId="262"/>
            <ac:spMk id="5" creationId="{63AB076B-A984-4AA7-8963-B58C4B98054E}"/>
          </ac:spMkLst>
        </pc:spChg>
      </pc:sldChg>
      <pc:sldChg chg="addSp delSp modSp new mod">
        <pc:chgData name="Artyom Gnevnov" userId="2f0d4a8a008de216" providerId="LiveId" clId="{02299443-48F1-429D-B1B1-E2F18F5A4C07}" dt="2026-03-30T18:35:26.482" v="146" actId="12"/>
        <pc:sldMkLst>
          <pc:docMk/>
          <pc:sldMk cId="3377501316" sldId="263"/>
        </pc:sldMkLst>
        <pc:spChg chg="mod">
          <ac:chgData name="Artyom Gnevnov" userId="2f0d4a8a008de216" providerId="LiveId" clId="{02299443-48F1-429D-B1B1-E2F18F5A4C07}" dt="2026-03-30T18:32:45.021" v="57" actId="1076"/>
          <ac:spMkLst>
            <pc:docMk/>
            <pc:sldMk cId="3377501316" sldId="263"/>
            <ac:spMk id="2" creationId="{AA02F74F-5F29-412B-844E-384B34CC9C81}"/>
          </ac:spMkLst>
        </pc:spChg>
        <pc:spChg chg="add del mod">
          <ac:chgData name="Artyom Gnevnov" userId="2f0d4a8a008de216" providerId="LiveId" clId="{02299443-48F1-429D-B1B1-E2F18F5A4C07}" dt="2026-03-30T18:35:26.482" v="146" actId="12"/>
          <ac:spMkLst>
            <pc:docMk/>
            <pc:sldMk cId="3377501316" sldId="263"/>
            <ac:spMk id="3" creationId="{D32A4B28-BC7E-49DA-861C-476D70BAFF17}"/>
          </ac:spMkLst>
        </pc:spChg>
        <pc:spChg chg="add del mod">
          <ac:chgData name="Artyom Gnevnov" userId="2f0d4a8a008de216" providerId="LiveId" clId="{02299443-48F1-429D-B1B1-E2F18F5A4C07}" dt="2026-03-30T18:35:19.715" v="139"/>
          <ac:spMkLst>
            <pc:docMk/>
            <pc:sldMk cId="3377501316" sldId="263"/>
            <ac:spMk id="4" creationId="{FE5854D5-7685-4718-B592-6AB81A26F15C}"/>
          </ac:spMkLst>
        </pc:spChg>
      </pc:sldChg>
      <pc:sldMasterChg chg="addSldLayout">
        <pc:chgData name="Artyom Gnevnov" userId="2f0d4a8a008de216" providerId="LiveId" clId="{02299443-48F1-429D-B1B1-E2F18F5A4C07}" dt="2026-03-30T18:29:38.220" v="0" actId="680"/>
        <pc:sldMasterMkLst>
          <pc:docMk/>
          <pc:sldMasterMk cId="977236945" sldId="2147483648"/>
        </pc:sldMasterMkLst>
        <pc:sldLayoutChg chg="add">
          <pc:chgData name="Artyom Gnevnov" userId="2f0d4a8a008de216" providerId="LiveId" clId="{02299443-48F1-429D-B1B1-E2F18F5A4C07}" dt="2026-03-30T18:29:38.220" v="0" actId="680"/>
          <pc:sldLayoutMkLst>
            <pc:docMk/>
            <pc:sldMasterMk cId="977236945" sldId="2147483648"/>
            <pc:sldLayoutMk cId="3169884427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DB69C2-605B-489E-AF73-E7BF445D2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D7B0CF-DAC2-42FE-ADB9-5131EB44C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884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236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EE4C27-7FEC-4866-B2A2-88EBFC9F1A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Системный подход как методологическая основа исследования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C64592-8364-4249-A209-79075CEC00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Подготовил: Гневнов А.Е.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373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357E4-4AB2-4A43-A23F-C8C3EA077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3883"/>
            <a:ext cx="9144000" cy="837784"/>
          </a:xfrm>
        </p:spPr>
        <p:txBody>
          <a:bodyPr/>
          <a:lstStyle/>
          <a:p>
            <a:r>
              <a:rPr lang="ru-RU" dirty="0"/>
              <a:t>Понятие методологии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3F4C73-F902-4C0C-8436-F10DE6166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656" y="1709928"/>
            <a:ext cx="9991344" cy="3547872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Методология (от греч. </a:t>
            </a:r>
            <a:r>
              <a:rPr lang="ru-RU" dirty="0" err="1"/>
              <a:t>methodos</a:t>
            </a:r>
            <a:r>
              <a:rPr lang="ru-RU" dirty="0"/>
              <a:t> — путь, </a:t>
            </a:r>
            <a:r>
              <a:rPr lang="ru-RU" dirty="0" err="1"/>
              <a:t>logos</a:t>
            </a:r>
            <a:r>
              <a:rPr lang="ru-RU" dirty="0"/>
              <a:t> — учение) — учение о методах и организации деятельности.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Прикладная трактовка: система принципов и подходов, на которые опирается исследователь для получения знаний.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Уровни методологии: всеобщая (философия), общая (подходы), частная (моделирование)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191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4DD21-403E-4456-9F28-D37D92A15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0516"/>
            <a:ext cx="9144000" cy="846662"/>
          </a:xfrm>
        </p:spPr>
        <p:txBody>
          <a:bodyPr/>
          <a:lstStyle/>
          <a:p>
            <a:r>
              <a:rPr lang="ru-RU" dirty="0"/>
              <a:t>Определение системы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BD4ECE-1C4B-445B-8604-3D6013AE5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472" y="1673352"/>
            <a:ext cx="10320528" cy="3584448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Система — это совокупность взаимосвязанных компонентов или элементов.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Основные трактовки: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Целостный комплекс взаимосвязанных элементов (</a:t>
            </a:r>
            <a:r>
              <a:rPr lang="ru-RU" sz="2400" dirty="0" err="1"/>
              <a:t>Блауберг</a:t>
            </a:r>
            <a:r>
              <a:rPr lang="ru-RU" sz="2400" dirty="0"/>
              <a:t>, Садовский, Юдин).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Совокупность взаимодействующих объектов (Л. фон </a:t>
            </a:r>
            <a:r>
              <a:rPr lang="ru-RU" sz="2400" dirty="0" err="1"/>
              <a:t>Берталанфи</a:t>
            </a:r>
            <a:r>
              <a:rPr lang="ru-RU" sz="2400" dirty="0"/>
              <a:t>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Совокупность сущностей и отношений (Холл, </a:t>
            </a:r>
            <a:r>
              <a:rPr lang="ru-RU" sz="2400" dirty="0" err="1"/>
              <a:t>Фейджин</a:t>
            </a:r>
            <a:r>
              <a:rPr lang="ru-RU" sz="2400" dirty="0"/>
              <a:t>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6415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DB3A6-6EA0-4C48-B687-3AEBC9911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207"/>
            <a:ext cx="9144000" cy="1725551"/>
          </a:xfrm>
        </p:spPr>
        <p:txBody>
          <a:bodyPr/>
          <a:lstStyle/>
          <a:p>
            <a:r>
              <a:rPr lang="ru-RU" dirty="0"/>
              <a:t>Принципы системного подхода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5C8650-0055-4568-AD00-4D713EA6E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616" y="2221992"/>
            <a:ext cx="10311384" cy="3035808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Системность: объект обладает всеми признаками системы.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Целостность: система рассматривается как единое целое и одновременно как часть надсистемы.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Иерархичность: наличие уровней подчинения элементов (от низших к высшим).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Наличие структуры: возможность анализа связей в рамках конкретной организации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166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F3A238-631B-4501-8AFD-80B601B7A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0718"/>
            <a:ext cx="9144000" cy="899928"/>
          </a:xfrm>
        </p:spPr>
        <p:txBody>
          <a:bodyPr/>
          <a:lstStyle/>
          <a:p>
            <a:r>
              <a:rPr lang="ru-RU" dirty="0"/>
              <a:t>Свойства систем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10E26A-87AE-48FE-8717-D2D8C8E23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761" y="2015230"/>
            <a:ext cx="10215239" cy="3242569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Связь: наличие прямой и обратной связи (положительной и отрицательной).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 err="1"/>
              <a:t>Интегративность</a:t>
            </a:r>
            <a:r>
              <a:rPr lang="ru-RU" dirty="0"/>
              <a:t>: объединение частей в единое целое.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 err="1"/>
              <a:t>Эмерджентность</a:t>
            </a:r>
            <a:r>
              <a:rPr lang="ru-RU" dirty="0"/>
              <a:t>: появление у системы новых свойств, не сводимых к свойствам её элементов.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57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B3137D-233A-462E-924C-F574E14E8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3983"/>
            <a:ext cx="9144000" cy="1130747"/>
          </a:xfrm>
        </p:spPr>
        <p:txBody>
          <a:bodyPr/>
          <a:lstStyle/>
          <a:p>
            <a:r>
              <a:rPr lang="ru-RU" dirty="0"/>
              <a:t>Классификация систем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5575E0-9974-47A3-B22C-FF69B86DE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862" y="1953087"/>
            <a:ext cx="10295138" cy="3304713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По субстанциональному признаку: естественные, искусственные, концептуальные (идеальные).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По степени организованности: самоорганизующиеся (целенаправленные) и казуальные.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По характеру поведения: статичные и динамичные.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755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BFEBCA-A91A-4365-B6C2-F562C212E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5004"/>
            <a:ext cx="9144000" cy="935439"/>
          </a:xfrm>
        </p:spPr>
        <p:txBody>
          <a:bodyPr/>
          <a:lstStyle/>
          <a:p>
            <a:r>
              <a:rPr lang="ru-RU" dirty="0"/>
              <a:t>Уровни изучения систем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4E2CB6-C842-45E3-827B-8FE376688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050" y="1890944"/>
            <a:ext cx="10090950" cy="3366856"/>
          </a:xfrm>
        </p:spPr>
        <p:txBody>
          <a:bodyPr/>
          <a:lstStyle/>
          <a:p>
            <a:pPr algn="just"/>
            <a:r>
              <a:rPr lang="ru-RU" dirty="0"/>
              <a:t>Для полного исследования системы необходимо рассмотреть её на разных уровнях: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Макроскопический и микроскопический.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Морфологический (строение).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Функциональный (процессы).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Информационный (обмен данными).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344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02F74F-5F29-412B-844E-384B34CC9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8271"/>
            <a:ext cx="9144000" cy="935439"/>
          </a:xfrm>
        </p:spPr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2A4B28-BC7E-49DA-861C-476D70BAF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107" y="1935332"/>
            <a:ext cx="10312893" cy="3322468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ru-RU" dirty="0"/>
              <a:t>Системный подход позволяет изучать объекты как сложные организмы с учетом их внутренних и внешних связей.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/>
              <a:t>Это эффективный инструмент для управления и проектирования современных технических и программных комплексов.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013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287</Words>
  <Application>Microsoft Office PowerPoint</Application>
  <PresentationFormat>Широкоэкранный</PresentationFormat>
  <Paragraphs>34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Системный подход как методологическая основа исследования</vt:lpstr>
      <vt:lpstr>Понятие методологии</vt:lpstr>
      <vt:lpstr>Определение системы</vt:lpstr>
      <vt:lpstr>Принципы системного подхода</vt:lpstr>
      <vt:lpstr>Свойства систем</vt:lpstr>
      <vt:lpstr>Классификация систем</vt:lpstr>
      <vt:lpstr>Уровни изучения систем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Системный подход как методологическая основа исследования</dc:title>
  <dc:creator>Artyom Gnevnov</dc:creator>
  <cp:lastModifiedBy>Artyom Gnevnov</cp:lastModifiedBy>
  <cp:revision>1</cp:revision>
  <dcterms:created xsi:type="dcterms:W3CDTF">2026-03-30T18:29:22Z</dcterms:created>
  <dcterms:modified xsi:type="dcterms:W3CDTF">2026-03-30T18:35:39Z</dcterms:modified>
</cp:coreProperties>
</file>