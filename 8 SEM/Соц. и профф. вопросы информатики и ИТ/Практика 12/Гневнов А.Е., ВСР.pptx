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66BFE6D7-0C7C-4E76-9A84-49D2208BC5BA}"/>
    <pc:docChg chg="undo custSel addSld modSld">
      <pc:chgData name="Artyom Gnevnov" userId="2f0d4a8a008de216" providerId="LiveId" clId="{66BFE6D7-0C7C-4E76-9A84-49D2208BC5BA}" dt="2026-04-14T11:38:41.917" v="169" actId="14100"/>
      <pc:docMkLst>
        <pc:docMk/>
      </pc:docMkLst>
      <pc:sldChg chg="modSp new mod">
        <pc:chgData name="Artyom Gnevnov" userId="2f0d4a8a008de216" providerId="LiveId" clId="{66BFE6D7-0C7C-4E76-9A84-49D2208BC5BA}" dt="2026-04-14T11:32:41.638" v="23"/>
        <pc:sldMkLst>
          <pc:docMk/>
          <pc:sldMk cId="578634240" sldId="256"/>
        </pc:sldMkLst>
        <pc:spChg chg="mod">
          <ac:chgData name="Artyom Gnevnov" userId="2f0d4a8a008de216" providerId="LiveId" clId="{66BFE6D7-0C7C-4E76-9A84-49D2208BC5BA}" dt="2026-04-14T11:32:41.638" v="23"/>
          <ac:spMkLst>
            <pc:docMk/>
            <pc:sldMk cId="578634240" sldId="256"/>
            <ac:spMk id="2" creationId="{261950B3-33DA-417A-8FB7-D1BE9E36D928}"/>
          </ac:spMkLst>
        </pc:spChg>
        <pc:spChg chg="mod">
          <ac:chgData name="Artyom Gnevnov" userId="2f0d4a8a008de216" providerId="LiveId" clId="{66BFE6D7-0C7C-4E76-9A84-49D2208BC5BA}" dt="2026-04-14T11:32:32.212" v="22" actId="121"/>
          <ac:spMkLst>
            <pc:docMk/>
            <pc:sldMk cId="578634240" sldId="256"/>
            <ac:spMk id="3" creationId="{50D9CB1B-5DA5-4E24-A6B8-7A644EE3A9E7}"/>
          </ac:spMkLst>
        </pc:spChg>
      </pc:sldChg>
      <pc:sldChg chg="addSp delSp modSp new mod">
        <pc:chgData name="Artyom Gnevnov" userId="2f0d4a8a008de216" providerId="LiveId" clId="{66BFE6D7-0C7C-4E76-9A84-49D2208BC5BA}" dt="2026-04-14T11:33:26.327" v="44" actId="255"/>
        <pc:sldMkLst>
          <pc:docMk/>
          <pc:sldMk cId="1722386944" sldId="257"/>
        </pc:sldMkLst>
        <pc:spChg chg="mod">
          <ac:chgData name="Artyom Gnevnov" userId="2f0d4a8a008de216" providerId="LiveId" clId="{66BFE6D7-0C7C-4E76-9A84-49D2208BC5BA}" dt="2026-04-14T11:32:52.667" v="27" actId="1076"/>
          <ac:spMkLst>
            <pc:docMk/>
            <pc:sldMk cId="1722386944" sldId="257"/>
            <ac:spMk id="2" creationId="{3240331F-C191-4C3A-8CF1-3F6EAB54AFFA}"/>
          </ac:spMkLst>
        </pc:spChg>
        <pc:spChg chg="add del mod">
          <ac:chgData name="Artyom Gnevnov" userId="2f0d4a8a008de216" providerId="LiveId" clId="{66BFE6D7-0C7C-4E76-9A84-49D2208BC5BA}" dt="2026-04-14T11:33:26.327" v="44" actId="255"/>
          <ac:spMkLst>
            <pc:docMk/>
            <pc:sldMk cId="1722386944" sldId="257"/>
            <ac:spMk id="3" creationId="{B0E7774B-D3B0-4E47-8B4B-C85329833AE0}"/>
          </ac:spMkLst>
        </pc:spChg>
        <pc:spChg chg="add del mod">
          <ac:chgData name="Artyom Gnevnov" userId="2f0d4a8a008de216" providerId="LiveId" clId="{66BFE6D7-0C7C-4E76-9A84-49D2208BC5BA}" dt="2026-04-14T11:32:59.644" v="31"/>
          <ac:spMkLst>
            <pc:docMk/>
            <pc:sldMk cId="1722386944" sldId="257"/>
            <ac:spMk id="4" creationId="{AECAB08C-7E96-4608-AF73-6CC87FC2934D}"/>
          </ac:spMkLst>
        </pc:spChg>
      </pc:sldChg>
      <pc:sldChg chg="addSp delSp modSp new mod">
        <pc:chgData name="Artyom Gnevnov" userId="2f0d4a8a008de216" providerId="LiveId" clId="{66BFE6D7-0C7C-4E76-9A84-49D2208BC5BA}" dt="2026-04-14T11:34:27.499" v="65" actId="1076"/>
        <pc:sldMkLst>
          <pc:docMk/>
          <pc:sldMk cId="1856387186" sldId="258"/>
        </pc:sldMkLst>
        <pc:spChg chg="mod">
          <ac:chgData name="Artyom Gnevnov" userId="2f0d4a8a008de216" providerId="LiveId" clId="{66BFE6D7-0C7C-4E76-9A84-49D2208BC5BA}" dt="2026-04-14T11:33:49.963" v="56" actId="1076"/>
          <ac:spMkLst>
            <pc:docMk/>
            <pc:sldMk cId="1856387186" sldId="258"/>
            <ac:spMk id="2" creationId="{3F2BF2B7-1BCA-430D-B535-2AEC68C67680}"/>
          </ac:spMkLst>
        </pc:spChg>
        <pc:spChg chg="add del mod">
          <ac:chgData name="Artyom Gnevnov" userId="2f0d4a8a008de216" providerId="LiveId" clId="{66BFE6D7-0C7C-4E76-9A84-49D2208BC5BA}" dt="2026-04-14T11:33:57.306" v="60" actId="14100"/>
          <ac:spMkLst>
            <pc:docMk/>
            <pc:sldMk cId="1856387186" sldId="258"/>
            <ac:spMk id="3" creationId="{776EEC99-2594-4F79-A41C-0113D823B0F4}"/>
          </ac:spMkLst>
        </pc:spChg>
        <pc:spChg chg="add del mod">
          <ac:chgData name="Artyom Gnevnov" userId="2f0d4a8a008de216" providerId="LiveId" clId="{66BFE6D7-0C7C-4E76-9A84-49D2208BC5BA}" dt="2026-04-14T11:33:34.742" v="47"/>
          <ac:spMkLst>
            <pc:docMk/>
            <pc:sldMk cId="1856387186" sldId="258"/>
            <ac:spMk id="4" creationId="{84176BF2-D74F-46E6-B651-C1C45F08DFDC}"/>
          </ac:spMkLst>
        </pc:spChg>
        <pc:picChg chg="add mod">
          <ac:chgData name="Artyom Gnevnov" userId="2f0d4a8a008de216" providerId="LiveId" clId="{66BFE6D7-0C7C-4E76-9A84-49D2208BC5BA}" dt="2026-04-14T11:34:27.499" v="65" actId="1076"/>
          <ac:picMkLst>
            <pc:docMk/>
            <pc:sldMk cId="1856387186" sldId="258"/>
            <ac:picMk id="2051" creationId="{48B67E66-DF64-4151-BB1C-BE24A58C92EA}"/>
          </ac:picMkLst>
        </pc:picChg>
      </pc:sldChg>
      <pc:sldChg chg="addSp delSp modSp new mod">
        <pc:chgData name="Artyom Gnevnov" userId="2f0d4a8a008de216" providerId="LiveId" clId="{66BFE6D7-0C7C-4E76-9A84-49D2208BC5BA}" dt="2026-04-14T11:34:55.725" v="79" actId="1076"/>
        <pc:sldMkLst>
          <pc:docMk/>
          <pc:sldMk cId="2117360269" sldId="259"/>
        </pc:sldMkLst>
        <pc:spChg chg="mod">
          <ac:chgData name="Artyom Gnevnov" userId="2f0d4a8a008de216" providerId="LiveId" clId="{66BFE6D7-0C7C-4E76-9A84-49D2208BC5BA}" dt="2026-04-14T11:34:55.725" v="79" actId="1076"/>
          <ac:spMkLst>
            <pc:docMk/>
            <pc:sldMk cId="2117360269" sldId="259"/>
            <ac:spMk id="2" creationId="{7DDE9C01-34A8-4044-AB5C-923EB209D126}"/>
          </ac:spMkLst>
        </pc:spChg>
        <pc:spChg chg="add del mod">
          <ac:chgData name="Artyom Gnevnov" userId="2f0d4a8a008de216" providerId="LiveId" clId="{66BFE6D7-0C7C-4E76-9A84-49D2208BC5BA}" dt="2026-04-14T11:34:46.090" v="75" actId="14100"/>
          <ac:spMkLst>
            <pc:docMk/>
            <pc:sldMk cId="2117360269" sldId="259"/>
            <ac:spMk id="3" creationId="{6A8E9E7F-8CB7-4DAB-8F7E-8FD1F1E646BF}"/>
          </ac:spMkLst>
        </pc:spChg>
        <pc:spChg chg="add del mod">
          <ac:chgData name="Artyom Gnevnov" userId="2f0d4a8a008de216" providerId="LiveId" clId="{66BFE6D7-0C7C-4E76-9A84-49D2208BC5BA}" dt="2026-04-14T11:34:36.627" v="68"/>
          <ac:spMkLst>
            <pc:docMk/>
            <pc:sldMk cId="2117360269" sldId="259"/>
            <ac:spMk id="4" creationId="{167BCF05-F994-4CB5-B05B-884271252AB7}"/>
          </ac:spMkLst>
        </pc:spChg>
      </pc:sldChg>
      <pc:sldChg chg="addSp delSp modSp new mod">
        <pc:chgData name="Artyom Gnevnov" userId="2f0d4a8a008de216" providerId="LiveId" clId="{66BFE6D7-0C7C-4E76-9A84-49D2208BC5BA}" dt="2026-04-14T11:35:47.269" v="102" actId="1076"/>
        <pc:sldMkLst>
          <pc:docMk/>
          <pc:sldMk cId="1835029439" sldId="260"/>
        </pc:sldMkLst>
        <pc:spChg chg="mod">
          <ac:chgData name="Artyom Gnevnov" userId="2f0d4a8a008de216" providerId="LiveId" clId="{66BFE6D7-0C7C-4E76-9A84-49D2208BC5BA}" dt="2026-04-14T11:35:43.510" v="100" actId="1076"/>
          <ac:spMkLst>
            <pc:docMk/>
            <pc:sldMk cId="1835029439" sldId="260"/>
            <ac:spMk id="2" creationId="{59A6CD63-6D48-47AC-90C5-1DB6343DC409}"/>
          </ac:spMkLst>
        </pc:spChg>
        <pc:spChg chg="add del mod">
          <ac:chgData name="Artyom Gnevnov" userId="2f0d4a8a008de216" providerId="LiveId" clId="{66BFE6D7-0C7C-4E76-9A84-49D2208BC5BA}" dt="2026-04-14T11:35:47.269" v="102" actId="1076"/>
          <ac:spMkLst>
            <pc:docMk/>
            <pc:sldMk cId="1835029439" sldId="260"/>
            <ac:spMk id="3" creationId="{0DAEBE2C-772C-4966-8599-79E9999EA39A}"/>
          </ac:spMkLst>
        </pc:spChg>
        <pc:spChg chg="add del mod">
          <ac:chgData name="Artyom Gnevnov" userId="2f0d4a8a008de216" providerId="LiveId" clId="{66BFE6D7-0C7C-4E76-9A84-49D2208BC5BA}" dt="2026-04-14T11:35:11.341" v="85"/>
          <ac:spMkLst>
            <pc:docMk/>
            <pc:sldMk cId="1835029439" sldId="260"/>
            <ac:spMk id="4" creationId="{9CE2CA7B-D26A-4CD5-B81E-9C83DD627F11}"/>
          </ac:spMkLst>
        </pc:spChg>
        <pc:picChg chg="add mod">
          <ac:chgData name="Artyom Gnevnov" userId="2f0d4a8a008de216" providerId="LiveId" clId="{66BFE6D7-0C7C-4E76-9A84-49D2208BC5BA}" dt="2026-04-14T11:35:44.763" v="101" actId="1076"/>
          <ac:picMkLst>
            <pc:docMk/>
            <pc:sldMk cId="1835029439" sldId="260"/>
            <ac:picMk id="4099" creationId="{5B9B36FC-0C9D-46A3-8823-69425D16A572}"/>
          </ac:picMkLst>
        </pc:picChg>
      </pc:sldChg>
      <pc:sldChg chg="addSp delSp modSp new mod">
        <pc:chgData name="Artyom Gnevnov" userId="2f0d4a8a008de216" providerId="LiveId" clId="{66BFE6D7-0C7C-4E76-9A84-49D2208BC5BA}" dt="2026-04-14T11:36:14.910" v="115" actId="1076"/>
        <pc:sldMkLst>
          <pc:docMk/>
          <pc:sldMk cId="3889195208" sldId="261"/>
        </pc:sldMkLst>
        <pc:spChg chg="mod">
          <ac:chgData name="Artyom Gnevnov" userId="2f0d4a8a008de216" providerId="LiveId" clId="{66BFE6D7-0C7C-4E76-9A84-49D2208BC5BA}" dt="2026-04-14T11:36:14.910" v="115" actId="1076"/>
          <ac:spMkLst>
            <pc:docMk/>
            <pc:sldMk cId="3889195208" sldId="261"/>
            <ac:spMk id="2" creationId="{4F6782CD-C307-4AF3-99F6-36151E29752E}"/>
          </ac:spMkLst>
        </pc:spChg>
        <pc:spChg chg="add del mod">
          <ac:chgData name="Artyom Gnevnov" userId="2f0d4a8a008de216" providerId="LiveId" clId="{66BFE6D7-0C7C-4E76-9A84-49D2208BC5BA}" dt="2026-04-14T11:36:04.647" v="112" actId="20577"/>
          <ac:spMkLst>
            <pc:docMk/>
            <pc:sldMk cId="3889195208" sldId="261"/>
            <ac:spMk id="3" creationId="{813A988B-3EA1-474A-A905-E765AB14D3DD}"/>
          </ac:spMkLst>
        </pc:spChg>
        <pc:spChg chg="add del mod">
          <ac:chgData name="Artyom Gnevnov" userId="2f0d4a8a008de216" providerId="LiveId" clId="{66BFE6D7-0C7C-4E76-9A84-49D2208BC5BA}" dt="2026-04-14T11:35:55.285" v="105"/>
          <ac:spMkLst>
            <pc:docMk/>
            <pc:sldMk cId="3889195208" sldId="261"/>
            <ac:spMk id="4" creationId="{E8158BB0-5850-42F6-AC9D-A3A441D7594C}"/>
          </ac:spMkLst>
        </pc:spChg>
      </pc:sldChg>
      <pc:sldChg chg="addSp delSp modSp new mod">
        <pc:chgData name="Artyom Gnevnov" userId="2f0d4a8a008de216" providerId="LiveId" clId="{66BFE6D7-0C7C-4E76-9A84-49D2208BC5BA}" dt="2026-04-14T11:37:40.124" v="146" actId="1076"/>
        <pc:sldMkLst>
          <pc:docMk/>
          <pc:sldMk cId="1734202709" sldId="262"/>
        </pc:sldMkLst>
        <pc:spChg chg="mod">
          <ac:chgData name="Artyom Gnevnov" userId="2f0d4a8a008de216" providerId="LiveId" clId="{66BFE6D7-0C7C-4E76-9A84-49D2208BC5BA}" dt="2026-04-14T11:37:06.917" v="138" actId="1076"/>
          <ac:spMkLst>
            <pc:docMk/>
            <pc:sldMk cId="1734202709" sldId="262"/>
            <ac:spMk id="2" creationId="{FA4D9D8C-1CFF-4D60-A2FD-6EB40B137407}"/>
          </ac:spMkLst>
        </pc:spChg>
        <pc:spChg chg="add del mod">
          <ac:chgData name="Artyom Gnevnov" userId="2f0d4a8a008de216" providerId="LiveId" clId="{66BFE6D7-0C7C-4E76-9A84-49D2208BC5BA}" dt="2026-04-14T11:37:22.351" v="141" actId="14100"/>
          <ac:spMkLst>
            <pc:docMk/>
            <pc:sldMk cId="1734202709" sldId="262"/>
            <ac:spMk id="3" creationId="{A311DDAF-BE8B-4C2A-A98D-EC8E17833CB4}"/>
          </ac:spMkLst>
        </pc:spChg>
        <pc:spChg chg="add del mod">
          <ac:chgData name="Artyom Gnevnov" userId="2f0d4a8a008de216" providerId="LiveId" clId="{66BFE6D7-0C7C-4E76-9A84-49D2208BC5BA}" dt="2026-04-14T11:36:31.682" v="118"/>
          <ac:spMkLst>
            <pc:docMk/>
            <pc:sldMk cId="1734202709" sldId="262"/>
            <ac:spMk id="4" creationId="{51919485-4FF1-4EDC-BA11-CC4002D44F9B}"/>
          </ac:spMkLst>
        </pc:spChg>
        <pc:spChg chg="add mod">
          <ac:chgData name="Artyom Gnevnov" userId="2f0d4a8a008de216" providerId="LiveId" clId="{66BFE6D7-0C7C-4E76-9A84-49D2208BC5BA}" dt="2026-04-14T11:37:40.124" v="146" actId="1076"/>
          <ac:spMkLst>
            <pc:docMk/>
            <pc:sldMk cId="1734202709" sldId="262"/>
            <ac:spMk id="6" creationId="{596C5F75-5D61-4AC7-81CB-CD0FB9A664B5}"/>
          </ac:spMkLst>
        </pc:spChg>
      </pc:sldChg>
      <pc:sldChg chg="addSp delSp modSp new mod">
        <pc:chgData name="Artyom Gnevnov" userId="2f0d4a8a008de216" providerId="LiveId" clId="{66BFE6D7-0C7C-4E76-9A84-49D2208BC5BA}" dt="2026-04-14T11:38:13.129" v="159" actId="14100"/>
        <pc:sldMkLst>
          <pc:docMk/>
          <pc:sldMk cId="1727342442" sldId="263"/>
        </pc:sldMkLst>
        <pc:spChg chg="mod">
          <ac:chgData name="Artyom Gnevnov" userId="2f0d4a8a008de216" providerId="LiveId" clId="{66BFE6D7-0C7C-4E76-9A84-49D2208BC5BA}" dt="2026-04-14T11:38:10.943" v="158" actId="1076"/>
          <ac:spMkLst>
            <pc:docMk/>
            <pc:sldMk cId="1727342442" sldId="263"/>
            <ac:spMk id="2" creationId="{6265F2EC-A5E7-441D-ACA3-2D9F528A79F4}"/>
          </ac:spMkLst>
        </pc:spChg>
        <pc:spChg chg="add del mod">
          <ac:chgData name="Artyom Gnevnov" userId="2f0d4a8a008de216" providerId="LiveId" clId="{66BFE6D7-0C7C-4E76-9A84-49D2208BC5BA}" dt="2026-04-14T11:38:13.129" v="159" actId="14100"/>
          <ac:spMkLst>
            <pc:docMk/>
            <pc:sldMk cId="1727342442" sldId="263"/>
            <ac:spMk id="3" creationId="{CB17D8E8-8F68-4947-83DD-57DA6C4C2627}"/>
          </ac:spMkLst>
        </pc:spChg>
        <pc:spChg chg="add del mod">
          <ac:chgData name="Artyom Gnevnov" userId="2f0d4a8a008de216" providerId="LiveId" clId="{66BFE6D7-0C7C-4E76-9A84-49D2208BC5BA}" dt="2026-04-14T11:37:55.315" v="149"/>
          <ac:spMkLst>
            <pc:docMk/>
            <pc:sldMk cId="1727342442" sldId="263"/>
            <ac:spMk id="4" creationId="{CFF0DA44-8167-4A23-9CD4-D933E8E07AA5}"/>
          </ac:spMkLst>
        </pc:spChg>
      </pc:sldChg>
      <pc:sldChg chg="modSp new mod">
        <pc:chgData name="Artyom Gnevnov" userId="2f0d4a8a008de216" providerId="LiveId" clId="{66BFE6D7-0C7C-4E76-9A84-49D2208BC5BA}" dt="2026-04-14T11:38:41.917" v="169" actId="14100"/>
        <pc:sldMkLst>
          <pc:docMk/>
          <pc:sldMk cId="3794564990" sldId="264"/>
        </pc:sldMkLst>
        <pc:spChg chg="mod">
          <ac:chgData name="Artyom Gnevnov" userId="2f0d4a8a008de216" providerId="LiveId" clId="{66BFE6D7-0C7C-4E76-9A84-49D2208BC5BA}" dt="2026-04-14T11:38:40.047" v="168" actId="1076"/>
          <ac:spMkLst>
            <pc:docMk/>
            <pc:sldMk cId="3794564990" sldId="264"/>
            <ac:spMk id="2" creationId="{39AB9709-06F1-4859-AA59-62441A5605DE}"/>
          </ac:spMkLst>
        </pc:spChg>
        <pc:spChg chg="mod">
          <ac:chgData name="Artyom Gnevnov" userId="2f0d4a8a008de216" providerId="LiveId" clId="{66BFE6D7-0C7C-4E76-9A84-49D2208BC5BA}" dt="2026-04-14T11:38:41.917" v="169" actId="14100"/>
          <ac:spMkLst>
            <pc:docMk/>
            <pc:sldMk cId="3794564990" sldId="264"/>
            <ac:spMk id="3" creationId="{1EA0CD54-607C-43EA-83D1-6845E4420CDF}"/>
          </ac:spMkLst>
        </pc:spChg>
      </pc:sldChg>
      <pc:sldMasterChg chg="addSldLayout">
        <pc:chgData name="Artyom Gnevnov" userId="2f0d4a8a008de216" providerId="LiveId" clId="{66BFE6D7-0C7C-4E76-9A84-49D2208BC5BA}" dt="2026-04-14T11:32:24.262" v="0" actId="680"/>
        <pc:sldMasterMkLst>
          <pc:docMk/>
          <pc:sldMasterMk cId="304902255" sldId="2147483648"/>
        </pc:sldMasterMkLst>
        <pc:sldLayoutChg chg="add">
          <pc:chgData name="Artyom Gnevnov" userId="2f0d4a8a008de216" providerId="LiveId" clId="{66BFE6D7-0C7C-4E76-9A84-49D2208BC5BA}" dt="2026-04-14T11:32:24.262" v="0" actId="680"/>
          <pc:sldLayoutMkLst>
            <pc:docMk/>
            <pc:sldMasterMk cId="304902255" sldId="2147483648"/>
            <pc:sldLayoutMk cId="2287042192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67FB0-52B2-4B66-9B01-304B31365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3AF722-C79C-4E55-B1F0-7E0B3CFE5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4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02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1950B3-33DA-417A-8FB7-D1BE9E36D9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Секреты личной эффективности великих людей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D9CB1B-5DA5-4E24-A6B8-7A644EE3A9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 Гневнов А.Е.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3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0331F-C191-4C3A-8CF1-3F6EAB54A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2862"/>
            <a:ext cx="9144000" cy="1761062"/>
          </a:xfrm>
        </p:spPr>
        <p:txBody>
          <a:bodyPr/>
          <a:lstStyle/>
          <a:p>
            <a:r>
              <a:rPr lang="ru-RU" dirty="0"/>
              <a:t>Что такое личная эффективность?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E7774B-D3B0-4E47-8B4B-C85329833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29" y="2396971"/>
            <a:ext cx="10321771" cy="2860829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Ключевая мысль: Это не количество сделанных дел, а качество достигнутых целей.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Основные компоненты: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Управление вниманием (Фокус).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Управление временем (Система).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Управление энергией (Смысл).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2386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BF2B7-1BCA-430D-B535-2AEC68C67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7240"/>
            <a:ext cx="9144000" cy="1655763"/>
          </a:xfrm>
        </p:spPr>
        <p:txBody>
          <a:bodyPr/>
          <a:lstStyle/>
          <a:p>
            <a:r>
              <a:rPr lang="ru-RU" dirty="0"/>
              <a:t>Стив Джобс — Мастер Фокуса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6EEC99-2594-4F79-A41C-0113D823B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841" y="2130641"/>
            <a:ext cx="5948039" cy="3127159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Краткая справка: Сооснователь Apple, совершивший революцию в пяти индустриях.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Философия: «Инновация — это умение сказать "нет" тысяче вещей».</a:t>
            </a:r>
            <a:endParaRPr lang="en-US" dirty="0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48B67E66-DF64-4151-BB1C-BE24A58C92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8" r="10595"/>
          <a:stretch/>
        </p:blipFill>
        <p:spPr bwMode="auto">
          <a:xfrm>
            <a:off x="6729273" y="2130641"/>
            <a:ext cx="4350059" cy="325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387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E9C01-34A8-4044-AB5C-923EB209D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0719"/>
            <a:ext cx="9144000" cy="1619019"/>
          </a:xfrm>
        </p:spPr>
        <p:txBody>
          <a:bodyPr/>
          <a:lstStyle/>
          <a:p>
            <a:r>
              <a:rPr lang="ru-RU" dirty="0"/>
              <a:t>Правила эффективности Стива Джобса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8E9E7F-8CB7-4DAB-8F7E-8FD1F1E64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87" y="2405849"/>
            <a:ext cx="10543713" cy="2851951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ru-RU" dirty="0"/>
              <a:t>Радикальное упрощение: Убирать всё лишнее из продуктов и из жизни.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/>
              <a:t>Минимизация выбора: Использование «униформы» (черная водолазка), чтобы не тратить ресурс мозга на пустые решения.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/>
              <a:t>Ежедневная рефлексия: Проверка своих действий через вопрос: «Если бы это был мой последний день, делал бы я это?»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360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6CD63-6D48-47AC-90C5-1DB6343DC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974126"/>
          </a:xfrm>
        </p:spPr>
        <p:txBody>
          <a:bodyPr/>
          <a:lstStyle/>
          <a:p>
            <a:r>
              <a:rPr lang="ru-RU" dirty="0"/>
              <a:t>Бенджамин Франклин — Человек-Система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AEBE2C-772C-4966-8599-79E9999EA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553" y="2272685"/>
            <a:ext cx="6161103" cy="261225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Краткая справка: Политик, ученый, изобретатель. Автор первого в Америке плана самосовершенствования.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Философия: Порядок и постоянный рост через малые ежедневные шаги.</a:t>
            </a:r>
            <a:endParaRPr lang="en-US" dirty="0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5B9B36FC-0C9D-46A3-8823-69425D16A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046" y="2272685"/>
            <a:ext cx="3123276" cy="384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029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782CD-C307-4AF3-99F6-36151E297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6432"/>
            <a:ext cx="9144000" cy="1752184"/>
          </a:xfrm>
        </p:spPr>
        <p:txBody>
          <a:bodyPr/>
          <a:lstStyle/>
          <a:p>
            <a:r>
              <a:rPr lang="ru-RU" dirty="0"/>
              <a:t>Правила эффективности Бенджамина Франклина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3A988B-3EA1-474A-A905-E765AB14D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539014"/>
            <a:ext cx="10668000" cy="2718786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ru-RU" dirty="0"/>
              <a:t>Метод 13 добродетелей: Фокус на одном качестве в неделю с ежедневным учетом успехов.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/>
              <a:t>Жесткое планирование: Весь день разбит на блоки с четким временем для работы, отдыха и приема пищи.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/>
              <a:t>Моральный аудит: Утренний вопрос «Что доброго я сделаю?» и вечерний «Что доброго я сделал?».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19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D9D8C-1CFF-4D60-A2FD-6EB40B137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308" y="390617"/>
            <a:ext cx="9144000" cy="908806"/>
          </a:xfrm>
        </p:spPr>
        <p:txBody>
          <a:bodyPr/>
          <a:lstStyle/>
          <a:p>
            <a:r>
              <a:rPr lang="ru-RU" dirty="0"/>
              <a:t>Сравнение подходов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11DDAF-BE8B-4C2A-A98D-EC8E17833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617" y="1846555"/>
            <a:ext cx="4492101" cy="2086253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Джобс (Интуиция и Фокус):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Эмоциональный интеллект.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Визионерство.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Дизайн-мышление.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C5F75-5D61-4AC7-81CB-CD0FB9A664B5}"/>
              </a:ext>
            </a:extLst>
          </p:cNvPr>
          <p:cNvSpPr txBox="1"/>
          <p:nvPr/>
        </p:nvSpPr>
        <p:spPr>
          <a:xfrm>
            <a:off x="6096000" y="1846555"/>
            <a:ext cx="53295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Франклин (Логика и Дисциплина):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Математический учет.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Прагматизм.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Самообразование.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420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5F2EC-A5E7-441D-ACA3-2D9F528A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6229"/>
            <a:ext cx="9144000" cy="802274"/>
          </a:xfrm>
        </p:spPr>
        <p:txBody>
          <a:bodyPr/>
          <a:lstStyle/>
          <a:p>
            <a:r>
              <a:rPr lang="ru-RU" dirty="0"/>
              <a:t>Как внедрить это сегодня?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17D8E8-8F68-4947-83DD-57DA6C4C2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841" y="1926454"/>
            <a:ext cx="10366159" cy="3331346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От Джобса: Использовать принцип минимализма в коде и интерфейсах.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От Франклина: Вести </a:t>
            </a:r>
            <a:r>
              <a:rPr lang="ru-RU" dirty="0" err="1"/>
              <a:t>трекер</a:t>
            </a:r>
            <a:r>
              <a:rPr lang="ru-RU" dirty="0"/>
              <a:t> привычек и планировать день блоками (тайм-</a:t>
            </a:r>
            <a:r>
              <a:rPr lang="ru-RU" dirty="0" err="1"/>
              <a:t>боксинг</a:t>
            </a:r>
            <a:r>
              <a:rPr lang="ru-RU" dirty="0"/>
              <a:t>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Общее: Постоянно задавать себе вопрос о ценности текущей задачи.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42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B9709-06F1-4859-AA59-62441A560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453"/>
            <a:ext cx="9144000" cy="1006460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A0CD54-607C-43EA-83D1-6845E4420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330" y="1597981"/>
            <a:ext cx="10401670" cy="3659819"/>
          </a:xfrm>
        </p:spPr>
        <p:txBody>
          <a:bodyPr/>
          <a:lstStyle/>
          <a:p>
            <a:pPr algn="just"/>
            <a:r>
              <a:rPr lang="ru-RU" b="1" dirty="0"/>
              <a:t>Главный вывод</a:t>
            </a:r>
            <a:r>
              <a:rPr lang="ru-RU" dirty="0"/>
              <a:t>: Универсального рецепта нет, но сочетание фокуса на важном и дисциплины в малом дает неизменный результат.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649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315</Words>
  <Application>Microsoft Office PowerPoint</Application>
  <PresentationFormat>Широкоэкранный</PresentationFormat>
  <Paragraphs>37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Секреты личной эффективности великих людей</vt:lpstr>
      <vt:lpstr>Что такое личная эффективность?</vt:lpstr>
      <vt:lpstr>Стив Джобс — Мастер Фокуса</vt:lpstr>
      <vt:lpstr>Правила эффективности Стива Джобса</vt:lpstr>
      <vt:lpstr>Бенджамин Франклин — Человек-Система</vt:lpstr>
      <vt:lpstr>Правила эффективности Бенджамина Франклина</vt:lpstr>
      <vt:lpstr>Сравнение подходов</vt:lpstr>
      <vt:lpstr>Как внедрить это сегодня?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Секреты личной эффективности великих людей</dc:title>
  <dc:creator>Artyom Gnevnov</dc:creator>
  <cp:lastModifiedBy>Artyom Gnevnov</cp:lastModifiedBy>
  <cp:revision>1</cp:revision>
  <dcterms:created xsi:type="dcterms:W3CDTF">2026-04-14T11:32:12Z</dcterms:created>
  <dcterms:modified xsi:type="dcterms:W3CDTF">2026-04-14T11:38:51Z</dcterms:modified>
</cp:coreProperties>
</file>