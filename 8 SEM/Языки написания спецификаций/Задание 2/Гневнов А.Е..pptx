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0FF1D078-8405-4478-98D2-635D391D8FD4}"/>
    <pc:docChg chg="custSel addSld modSld">
      <pc:chgData name="Artyom Gnevnov" userId="2f0d4a8a008de216" providerId="LiveId" clId="{0FF1D078-8405-4478-98D2-635D391D8FD4}" dt="2026-03-05T14:17:30.063" v="7" actId="478"/>
      <pc:docMkLst>
        <pc:docMk/>
      </pc:docMkLst>
      <pc:sldChg chg="modSp new mod">
        <pc:chgData name="Artyom Gnevnov" userId="2f0d4a8a008de216" providerId="LiveId" clId="{0FF1D078-8405-4478-98D2-635D391D8FD4}" dt="2026-03-05T14:11:34.948" v="1"/>
        <pc:sldMkLst>
          <pc:docMk/>
          <pc:sldMk cId="680418545" sldId="256"/>
        </pc:sldMkLst>
        <pc:spChg chg="mod">
          <ac:chgData name="Artyom Gnevnov" userId="2f0d4a8a008de216" providerId="LiveId" clId="{0FF1D078-8405-4478-98D2-635D391D8FD4}" dt="2026-03-05T14:11:34.948" v="1"/>
          <ac:spMkLst>
            <pc:docMk/>
            <pc:sldMk cId="680418545" sldId="256"/>
            <ac:spMk id="2" creationId="{E5718317-72A6-4B6A-80B2-5DADE388444F}"/>
          </ac:spMkLst>
        </pc:spChg>
      </pc:sldChg>
      <pc:sldChg chg="addSp delSp modSp new mod">
        <pc:chgData name="Artyom Gnevnov" userId="2f0d4a8a008de216" providerId="LiveId" clId="{0FF1D078-8405-4478-98D2-635D391D8FD4}" dt="2026-03-05T14:17:30.063" v="7" actId="478"/>
        <pc:sldMkLst>
          <pc:docMk/>
          <pc:sldMk cId="2706850957" sldId="257"/>
        </pc:sldMkLst>
        <pc:spChg chg="del">
          <ac:chgData name="Artyom Gnevnov" userId="2f0d4a8a008de216" providerId="LiveId" clId="{0FF1D078-8405-4478-98D2-635D391D8FD4}" dt="2026-03-05T14:17:30.063" v="7" actId="478"/>
          <ac:spMkLst>
            <pc:docMk/>
            <pc:sldMk cId="2706850957" sldId="257"/>
            <ac:spMk id="2" creationId="{771E00C0-A4CC-4EBE-8648-7F592C80A490}"/>
          </ac:spMkLst>
        </pc:spChg>
        <pc:spChg chg="del">
          <ac:chgData name="Artyom Gnevnov" userId="2f0d4a8a008de216" providerId="LiveId" clId="{0FF1D078-8405-4478-98D2-635D391D8FD4}" dt="2026-03-05T14:17:27.708" v="6" actId="478"/>
          <ac:spMkLst>
            <pc:docMk/>
            <pc:sldMk cId="2706850957" sldId="257"/>
            <ac:spMk id="3" creationId="{DB7BA4F5-80AF-4682-A945-DCC02B093739}"/>
          </ac:spMkLst>
        </pc:spChg>
        <pc:picChg chg="add mod">
          <ac:chgData name="Artyom Gnevnov" userId="2f0d4a8a008de216" providerId="LiveId" clId="{0FF1D078-8405-4478-98D2-635D391D8FD4}" dt="2026-03-05T14:11:55.322" v="5" actId="1076"/>
          <ac:picMkLst>
            <pc:docMk/>
            <pc:sldMk cId="2706850957" sldId="257"/>
            <ac:picMk id="5" creationId="{4C8D6568-FCF6-4005-8E2E-3EB09818FBFF}"/>
          </ac:picMkLst>
        </pc:picChg>
      </pc:sldChg>
      <pc:sldMasterChg chg="addSldLayout">
        <pc:chgData name="Artyom Gnevnov" userId="2f0d4a8a008de216" providerId="LiveId" clId="{0FF1D078-8405-4478-98D2-635D391D8FD4}" dt="2026-03-05T14:11:34.112" v="0" actId="680"/>
        <pc:sldMasterMkLst>
          <pc:docMk/>
          <pc:sldMasterMk cId="2837528586" sldId="2147483648"/>
        </pc:sldMasterMkLst>
        <pc:sldLayoutChg chg="add">
          <pc:chgData name="Artyom Gnevnov" userId="2f0d4a8a008de216" providerId="LiveId" clId="{0FF1D078-8405-4478-98D2-635D391D8FD4}" dt="2026-03-05T14:11:34.112" v="0" actId="680"/>
          <pc:sldLayoutMkLst>
            <pc:docMk/>
            <pc:sldMasterMk cId="2837528586" sldId="2147483648"/>
            <pc:sldLayoutMk cId="292299979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1A951-EF41-42C3-8E27-88098E11B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A05B96-25FA-431B-8A49-38F5E1011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9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52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18317-72A6-4B6A-80B2-5DADE3884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Разработка </a:t>
            </a:r>
            <a:r>
              <a:rPr lang="en-US" dirty="0"/>
              <a:t>AI-</a:t>
            </a:r>
            <a:r>
              <a:rPr lang="ru-RU" dirty="0"/>
              <a:t>сервиса техподдержки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CF4CD7-D9F7-433A-AF68-AE1592790A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1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8D6568-FCF6-4005-8E2E-3EB09818F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402" y="663366"/>
            <a:ext cx="7175099" cy="553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509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</Words>
  <Application>Microsoft Office PowerPoint</Application>
  <PresentationFormat>Широкоэкранный</PresentationFormat>
  <Paragraphs>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Разработка AI-сервиса техподдержки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AI-сервиса техподдержки</dc:title>
  <dc:creator>Artyom Gnevnov</dc:creator>
  <cp:lastModifiedBy>Artyom Gnevnov</cp:lastModifiedBy>
  <cp:revision>1</cp:revision>
  <dcterms:created xsi:type="dcterms:W3CDTF">2026-03-05T14:10:10Z</dcterms:created>
  <dcterms:modified xsi:type="dcterms:W3CDTF">2026-03-05T14:51:13Z</dcterms:modified>
</cp:coreProperties>
</file>