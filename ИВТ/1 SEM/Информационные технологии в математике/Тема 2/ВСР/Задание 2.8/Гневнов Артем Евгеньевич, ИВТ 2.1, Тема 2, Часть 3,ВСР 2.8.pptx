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" userId="2f0d4a8a008de216" providerId="LiveId" clId="{D68A7414-9239-4377-BDAB-A54E66DB72CE}"/>
    <pc:docChg chg="undo custSel addSld modSld">
      <pc:chgData name="Artyom" userId="2f0d4a8a008de216" providerId="LiveId" clId="{D68A7414-9239-4377-BDAB-A54E66DB72CE}" dt="2022-12-14T21:53:24.262" v="1103" actId="1076"/>
      <pc:docMkLst>
        <pc:docMk/>
      </pc:docMkLst>
      <pc:sldChg chg="addSp modSp new mod">
        <pc:chgData name="Artyom" userId="2f0d4a8a008de216" providerId="LiveId" clId="{D68A7414-9239-4377-BDAB-A54E66DB72CE}" dt="2022-12-14T21:53:24.262" v="1103" actId="1076"/>
        <pc:sldMkLst>
          <pc:docMk/>
          <pc:sldMk cId="3956817981" sldId="256"/>
        </pc:sldMkLst>
        <pc:spChg chg="mod">
          <ac:chgData name="Artyom" userId="2f0d4a8a008de216" providerId="LiveId" clId="{D68A7414-9239-4377-BDAB-A54E66DB72CE}" dt="2022-12-14T21:33:52.609" v="71" actId="1076"/>
          <ac:spMkLst>
            <pc:docMk/>
            <pc:sldMk cId="3956817981" sldId="256"/>
            <ac:spMk id="2" creationId="{41D9CB09-B257-4C03-AEF9-43B2306CB906}"/>
          </ac:spMkLst>
        </pc:spChg>
        <pc:spChg chg="mod">
          <ac:chgData name="Artyom" userId="2f0d4a8a008de216" providerId="LiveId" clId="{D68A7414-9239-4377-BDAB-A54E66DB72CE}" dt="2022-12-14T21:53:24.262" v="1103" actId="1076"/>
          <ac:spMkLst>
            <pc:docMk/>
            <pc:sldMk cId="3956817981" sldId="256"/>
            <ac:spMk id="3" creationId="{1CCA4479-AD0A-4DB0-84C8-826335A62C91}"/>
          </ac:spMkLst>
        </pc:spChg>
        <pc:spChg chg="add mod">
          <ac:chgData name="Artyom" userId="2f0d4a8a008de216" providerId="LiveId" clId="{D68A7414-9239-4377-BDAB-A54E66DB72CE}" dt="2022-12-14T21:53:19.878" v="1102" actId="14100"/>
          <ac:spMkLst>
            <pc:docMk/>
            <pc:sldMk cId="3956817981" sldId="256"/>
            <ac:spMk id="4" creationId="{55F2C408-28B2-49A7-8B6D-C64461B29963}"/>
          </ac:spMkLst>
        </pc:spChg>
      </pc:sldChg>
      <pc:sldChg chg="addSp delSp modSp new mod">
        <pc:chgData name="Artyom" userId="2f0d4a8a008de216" providerId="LiveId" clId="{D68A7414-9239-4377-BDAB-A54E66DB72CE}" dt="2022-12-14T21:51:49.403" v="975" actId="1076"/>
        <pc:sldMkLst>
          <pc:docMk/>
          <pc:sldMk cId="3062138378" sldId="257"/>
        </pc:sldMkLst>
        <pc:spChg chg="mod">
          <ac:chgData name="Artyom" userId="2f0d4a8a008de216" providerId="LiveId" clId="{D68A7414-9239-4377-BDAB-A54E66DB72CE}" dt="2022-12-14T21:47:57.399" v="781" actId="14100"/>
          <ac:spMkLst>
            <pc:docMk/>
            <pc:sldMk cId="3062138378" sldId="257"/>
            <ac:spMk id="2" creationId="{B8FD7117-9C92-4630-BD54-710C72845ADC}"/>
          </ac:spMkLst>
        </pc:spChg>
        <pc:spChg chg="mod">
          <ac:chgData name="Artyom" userId="2f0d4a8a008de216" providerId="LiveId" clId="{D68A7414-9239-4377-BDAB-A54E66DB72CE}" dt="2022-12-14T21:47:46.982" v="774" actId="14100"/>
          <ac:spMkLst>
            <pc:docMk/>
            <pc:sldMk cId="3062138378" sldId="257"/>
            <ac:spMk id="3" creationId="{F250EC57-C2FF-42BF-89E0-99F92739CD76}"/>
          </ac:spMkLst>
        </pc:spChg>
        <pc:spChg chg="add mod">
          <ac:chgData name="Artyom" userId="2f0d4a8a008de216" providerId="LiveId" clId="{D68A7414-9239-4377-BDAB-A54E66DB72CE}" dt="2022-12-14T21:49:35.050" v="852" actId="1076"/>
          <ac:spMkLst>
            <pc:docMk/>
            <pc:sldMk cId="3062138378" sldId="257"/>
            <ac:spMk id="10" creationId="{2329ECEA-609C-438F-B154-DC2493236247}"/>
          </ac:spMkLst>
        </pc:spChg>
        <pc:spChg chg="add mod">
          <ac:chgData name="Artyom" userId="2f0d4a8a008de216" providerId="LiveId" clId="{D68A7414-9239-4377-BDAB-A54E66DB72CE}" dt="2022-12-14T21:49:46.991" v="871" actId="1076"/>
          <ac:spMkLst>
            <pc:docMk/>
            <pc:sldMk cId="3062138378" sldId="257"/>
            <ac:spMk id="11" creationId="{E9FADF49-6D7E-47FC-BC70-653F48374D87}"/>
          </ac:spMkLst>
        </pc:spChg>
        <pc:spChg chg="add mod">
          <ac:chgData name="Artyom" userId="2f0d4a8a008de216" providerId="LiveId" clId="{D68A7414-9239-4377-BDAB-A54E66DB72CE}" dt="2022-12-14T21:50:49.757" v="922" actId="1076"/>
          <ac:spMkLst>
            <pc:docMk/>
            <pc:sldMk cId="3062138378" sldId="257"/>
            <ac:spMk id="12" creationId="{2FB0BFA9-7833-49F8-8553-E5EB7C58DF53}"/>
          </ac:spMkLst>
        </pc:spChg>
        <pc:spChg chg="add mod">
          <ac:chgData name="Artyom" userId="2f0d4a8a008de216" providerId="LiveId" clId="{D68A7414-9239-4377-BDAB-A54E66DB72CE}" dt="2022-12-14T21:50:21.697" v="914" actId="1076"/>
          <ac:spMkLst>
            <pc:docMk/>
            <pc:sldMk cId="3062138378" sldId="257"/>
            <ac:spMk id="13" creationId="{DB2439CC-3D3D-4172-AE50-80CCBE82A87E}"/>
          </ac:spMkLst>
        </pc:spChg>
        <pc:spChg chg="add mod">
          <ac:chgData name="Artyom" userId="2f0d4a8a008de216" providerId="LiveId" clId="{D68A7414-9239-4377-BDAB-A54E66DB72CE}" dt="2022-12-14T21:51:12.838" v="952" actId="1076"/>
          <ac:spMkLst>
            <pc:docMk/>
            <pc:sldMk cId="3062138378" sldId="257"/>
            <ac:spMk id="15" creationId="{C3DFF2B7-5EA9-4F12-B498-0AA657BE5FF7}"/>
          </ac:spMkLst>
        </pc:spChg>
        <pc:spChg chg="add mod">
          <ac:chgData name="Artyom" userId="2f0d4a8a008de216" providerId="LiveId" clId="{D68A7414-9239-4377-BDAB-A54E66DB72CE}" dt="2022-12-14T21:51:49.403" v="975" actId="1076"/>
          <ac:spMkLst>
            <pc:docMk/>
            <pc:sldMk cId="3062138378" sldId="257"/>
            <ac:spMk id="17" creationId="{74383D43-C8FD-4184-9D9B-CF3FFCB50CCA}"/>
          </ac:spMkLst>
        </pc:spChg>
        <pc:picChg chg="add del mod">
          <ac:chgData name="Artyom" userId="2f0d4a8a008de216" providerId="LiveId" clId="{D68A7414-9239-4377-BDAB-A54E66DB72CE}" dt="2022-12-14T21:48:18.415" v="786" actId="478"/>
          <ac:picMkLst>
            <pc:docMk/>
            <pc:sldMk cId="3062138378" sldId="257"/>
            <ac:picMk id="4" creationId="{444A48C6-EDF2-4A53-AEC3-BFA640A2FD6B}"/>
          </ac:picMkLst>
        </pc:picChg>
        <pc:picChg chg="add del mod">
          <ac:chgData name="Artyom" userId="2f0d4a8a008de216" providerId="LiveId" clId="{D68A7414-9239-4377-BDAB-A54E66DB72CE}" dt="2022-12-14T21:48:22.180" v="789" actId="478"/>
          <ac:picMkLst>
            <pc:docMk/>
            <pc:sldMk cId="3062138378" sldId="257"/>
            <ac:picMk id="5" creationId="{E94BF30C-667B-4387-A953-4509E6073E00}"/>
          </ac:picMkLst>
        </pc:picChg>
        <pc:picChg chg="add mod">
          <ac:chgData name="Artyom" userId="2f0d4a8a008de216" providerId="LiveId" clId="{D68A7414-9239-4377-BDAB-A54E66DB72CE}" dt="2022-12-14T21:48:28.935" v="790" actId="1076"/>
          <ac:picMkLst>
            <pc:docMk/>
            <pc:sldMk cId="3062138378" sldId="257"/>
            <ac:picMk id="6" creationId="{4AD7B706-0F19-4468-905B-918CCCBFE072}"/>
          </ac:picMkLst>
        </pc:picChg>
        <pc:picChg chg="add mod">
          <ac:chgData name="Artyom" userId="2f0d4a8a008de216" providerId="LiveId" clId="{D68A7414-9239-4377-BDAB-A54E66DB72CE}" dt="2022-12-14T21:48:42.534" v="796" actId="1076"/>
          <ac:picMkLst>
            <pc:docMk/>
            <pc:sldMk cId="3062138378" sldId="257"/>
            <ac:picMk id="7" creationId="{E2C15D90-9C4B-4E17-97C9-4509D6D39F61}"/>
          </ac:picMkLst>
        </pc:picChg>
        <pc:picChg chg="add mod">
          <ac:chgData name="Artyom" userId="2f0d4a8a008de216" providerId="LiveId" clId="{D68A7414-9239-4377-BDAB-A54E66DB72CE}" dt="2022-12-14T21:50:51.116" v="923" actId="1076"/>
          <ac:picMkLst>
            <pc:docMk/>
            <pc:sldMk cId="3062138378" sldId="257"/>
            <ac:picMk id="8" creationId="{66010F3B-249E-43AF-9074-55987231E5E2}"/>
          </ac:picMkLst>
        </pc:picChg>
        <pc:picChg chg="add mod">
          <ac:chgData name="Artyom" userId="2f0d4a8a008de216" providerId="LiveId" clId="{D68A7414-9239-4377-BDAB-A54E66DB72CE}" dt="2022-12-14T21:50:24.517" v="915" actId="1076"/>
          <ac:picMkLst>
            <pc:docMk/>
            <pc:sldMk cId="3062138378" sldId="257"/>
            <ac:picMk id="9" creationId="{FFD8A82D-303D-4D3E-B96F-1D311885DCC2}"/>
          </ac:picMkLst>
        </pc:picChg>
        <pc:picChg chg="add mod">
          <ac:chgData name="Artyom" userId="2f0d4a8a008de216" providerId="LiveId" clId="{D68A7414-9239-4377-BDAB-A54E66DB72CE}" dt="2022-12-14T21:50:41.664" v="921" actId="1076"/>
          <ac:picMkLst>
            <pc:docMk/>
            <pc:sldMk cId="3062138378" sldId="257"/>
            <ac:picMk id="14" creationId="{B43BC25D-16E8-4FD8-8815-54593179B054}"/>
          </ac:picMkLst>
        </pc:picChg>
        <pc:picChg chg="add mod">
          <ac:chgData name="Artyom" userId="2f0d4a8a008de216" providerId="LiveId" clId="{D68A7414-9239-4377-BDAB-A54E66DB72CE}" dt="2022-12-14T21:51:37.333" v="958" actId="14100"/>
          <ac:picMkLst>
            <pc:docMk/>
            <pc:sldMk cId="3062138378" sldId="257"/>
            <ac:picMk id="16" creationId="{444A48C6-EDF2-4A53-AEC3-BFA640A2FD6B}"/>
          </ac:picMkLst>
        </pc:picChg>
      </pc:sldChg>
      <pc:sldMasterChg chg="addSldLayout">
        <pc:chgData name="Artyom" userId="2f0d4a8a008de216" providerId="LiveId" clId="{D68A7414-9239-4377-BDAB-A54E66DB72CE}" dt="2022-12-14T21:30:05.174" v="0" actId="680"/>
        <pc:sldMasterMkLst>
          <pc:docMk/>
          <pc:sldMasterMk cId="1065756380" sldId="2147483648"/>
        </pc:sldMasterMkLst>
        <pc:sldLayoutChg chg="add">
          <pc:chgData name="Artyom" userId="2f0d4a8a008de216" providerId="LiveId" clId="{D68A7414-9239-4377-BDAB-A54E66DB72CE}" dt="2022-12-14T21:30:05.174" v="0" actId="680"/>
          <pc:sldLayoutMkLst>
            <pc:docMk/>
            <pc:sldMasterMk cId="1065756380" sldId="2147483648"/>
            <pc:sldLayoutMk cId="3787004180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26ECC-E236-4CD9-A8D4-EA41507AC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BC6464D-0F06-49C1-AD69-49BE21A7E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787004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756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9CB09-B257-4C03-AEF9-43B2306CB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772357"/>
            <a:ext cx="6678967" cy="5019167"/>
          </a:xfrm>
        </p:spPr>
        <p:txBody>
          <a:bodyPr/>
          <a:lstStyle/>
          <a:p>
            <a:r>
              <a:rPr lang="ru-RU" b="0" i="0" dirty="0">
                <a:solidFill>
                  <a:srgbClr val="262633"/>
                </a:solidFill>
                <a:effectLst/>
                <a:latin typeface="YS Text"/>
              </a:rPr>
              <a:t>Основные возможности Excel, используемые для работы с матрицами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CCA4479-AD0A-4DB0-84C8-826335A62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480" y="4941752"/>
            <a:ext cx="5196397" cy="1809981"/>
          </a:xfrm>
        </p:spPr>
        <p:txBody>
          <a:bodyPr/>
          <a:lstStyle/>
          <a:p>
            <a:r>
              <a:rPr lang="ru-RU" dirty="0"/>
              <a:t>Выполнил: Гневнов Артем Евгеньевич, 1 курс, ИВТ 2.1.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F2C408-28B2-49A7-8B6D-C64461B29963}"/>
              </a:ext>
            </a:extLst>
          </p:cNvPr>
          <p:cNvSpPr txBox="1"/>
          <p:nvPr/>
        </p:nvSpPr>
        <p:spPr>
          <a:xfrm>
            <a:off x="7159752" y="256033"/>
            <a:ext cx="4544568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Для нахождения произведения матриц, транспонированной матрицы, обратной матрицы, поиска определителя, создания единичной матрицы необходимо написать формулу, выделить ячейки и нажать «</a:t>
            </a:r>
            <a:r>
              <a:rPr lang="en-US" sz="2400" dirty="0"/>
              <a:t>Enter</a:t>
            </a:r>
            <a:r>
              <a:rPr lang="ru-RU" sz="2400" dirty="0"/>
              <a:t>».</a:t>
            </a:r>
          </a:p>
          <a:p>
            <a:r>
              <a:rPr lang="ru-RU" sz="2400" dirty="0"/>
              <a:t>Для умножения матрицы на число нужно создать абсолютную ссылку( всегда ссылается на определённую ячейку).</a:t>
            </a:r>
          </a:p>
          <a:p>
            <a:r>
              <a:rPr lang="ru-RU" sz="2400" dirty="0"/>
              <a:t>Для сложение и вычитания матриц нужно воспользоваться относительной ссылкой( меняет адрес ячейки относительно нового места)</a:t>
            </a:r>
          </a:p>
        </p:txBody>
      </p:sp>
    </p:spTree>
    <p:extLst>
      <p:ext uri="{BB962C8B-B14F-4D97-AF65-F5344CB8AC3E}">
        <p14:creationId xmlns:p14="http://schemas.microsoft.com/office/powerpoint/2010/main" val="3956817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FD7117-9C92-4630-BD54-710C72845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3904488" cy="1371600"/>
          </a:xfrm>
        </p:spPr>
        <p:txBody>
          <a:bodyPr/>
          <a:lstStyle/>
          <a:p>
            <a:r>
              <a:rPr lang="ru-RU" sz="3200" dirty="0"/>
              <a:t>Функции для работы с матрицами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250EC57-C2FF-42BF-89E0-99F92739C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1371601"/>
            <a:ext cx="3767328" cy="4782311"/>
          </a:xfrm>
        </p:spPr>
        <p:txBody>
          <a:bodyPr/>
          <a:lstStyle/>
          <a:p>
            <a:pPr algn="l"/>
            <a:r>
              <a:rPr lang="ru-RU" dirty="0" err="1"/>
              <a:t>Мумнож</a:t>
            </a:r>
            <a:r>
              <a:rPr lang="ru-RU" dirty="0"/>
              <a:t> – умножение матрицы А на матрицу В.</a:t>
            </a:r>
          </a:p>
          <a:p>
            <a:pPr algn="l"/>
            <a:r>
              <a:rPr lang="ru-RU" dirty="0" err="1"/>
              <a:t>Медин</a:t>
            </a:r>
            <a:r>
              <a:rPr lang="ru-RU" dirty="0"/>
              <a:t> – создание единичной матрицы.</a:t>
            </a:r>
          </a:p>
          <a:p>
            <a:pPr algn="l"/>
            <a:r>
              <a:rPr lang="ru-RU" dirty="0" err="1"/>
              <a:t>Трансп</a:t>
            </a:r>
            <a:r>
              <a:rPr lang="ru-RU" dirty="0"/>
              <a:t> – транспонирование матрицы.</a:t>
            </a:r>
          </a:p>
          <a:p>
            <a:pPr algn="l"/>
            <a:r>
              <a:rPr lang="ru-RU" dirty="0" err="1"/>
              <a:t>Мопред</a:t>
            </a:r>
            <a:r>
              <a:rPr lang="ru-RU" dirty="0"/>
              <a:t> – поиск определителя матрицы.</a:t>
            </a:r>
          </a:p>
          <a:p>
            <a:pPr algn="l"/>
            <a:r>
              <a:rPr lang="ru-RU" dirty="0" err="1"/>
              <a:t>Мобр</a:t>
            </a:r>
            <a:r>
              <a:rPr lang="ru-RU" dirty="0"/>
              <a:t> – создание обратной матрицы.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AD7B706-0F19-4468-905B-918CCCBFE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181" y="647986"/>
            <a:ext cx="3930333" cy="175321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2C15D90-9C4B-4E17-97C9-4509D6D39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5966" y="647986"/>
            <a:ext cx="2071446" cy="175321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6010F3B-249E-43AF-9074-55987231E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179" y="2880722"/>
            <a:ext cx="4179113" cy="184708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FD8A82D-303D-4D3E-B96F-1D311885DC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870" y="2955194"/>
            <a:ext cx="2415286" cy="16917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29ECEA-609C-438F-B154-DC2493236247}"/>
              </a:ext>
            </a:extLst>
          </p:cNvPr>
          <p:cNvSpPr txBox="1"/>
          <p:nvPr/>
        </p:nvSpPr>
        <p:spPr>
          <a:xfrm>
            <a:off x="5244901" y="278654"/>
            <a:ext cx="2403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Произведение матриц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FADF49-6D7E-47FC-BC70-653F48374D87}"/>
              </a:ext>
            </a:extLst>
          </p:cNvPr>
          <p:cNvSpPr txBox="1"/>
          <p:nvPr/>
        </p:nvSpPr>
        <p:spPr>
          <a:xfrm>
            <a:off x="9226402" y="265938"/>
            <a:ext cx="21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Единичная матрица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B0BFA9-7833-49F8-8553-E5EB7C58DF53}"/>
              </a:ext>
            </a:extLst>
          </p:cNvPr>
          <p:cNvSpPr txBox="1"/>
          <p:nvPr/>
        </p:nvSpPr>
        <p:spPr>
          <a:xfrm>
            <a:off x="5244901" y="2456293"/>
            <a:ext cx="2053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Транспонирование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2439CC-3D3D-4172-AE50-80CCBE82A87E}"/>
              </a:ext>
            </a:extLst>
          </p:cNvPr>
          <p:cNvSpPr txBox="1"/>
          <p:nvPr/>
        </p:nvSpPr>
        <p:spPr>
          <a:xfrm>
            <a:off x="9225966" y="2585862"/>
            <a:ext cx="2215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Поиск определителя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43BC25D-16E8-4FD8-8815-54593179B0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3714" y="5133627"/>
            <a:ext cx="4162578" cy="152931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3DFF2B7-5EA9-4F12-B498-0AA657BE5FF7}"/>
              </a:ext>
            </a:extLst>
          </p:cNvPr>
          <p:cNvSpPr txBox="1"/>
          <p:nvPr/>
        </p:nvSpPr>
        <p:spPr>
          <a:xfrm>
            <a:off x="5039072" y="4782907"/>
            <a:ext cx="3052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Создание обратной матрицы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44A48C6-EDF2-4A53-AEC3-BFA640A2FD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5870" y="5115194"/>
            <a:ext cx="2315190" cy="152738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4383D43-C8FD-4184-9D9B-CF3FFCB50CCA}"/>
              </a:ext>
            </a:extLst>
          </p:cNvPr>
          <p:cNvSpPr txBox="1"/>
          <p:nvPr/>
        </p:nvSpPr>
        <p:spPr>
          <a:xfrm>
            <a:off x="9404528" y="4727810"/>
            <a:ext cx="1960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Сложение матриц</a:t>
            </a:r>
          </a:p>
        </p:txBody>
      </p:sp>
    </p:spTree>
    <p:extLst>
      <p:ext uri="{BB962C8B-B14F-4D97-AF65-F5344CB8AC3E}">
        <p14:creationId xmlns:p14="http://schemas.microsoft.com/office/powerpoint/2010/main" val="30621383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131</Words>
  <Application>Microsoft Office PowerPoint</Application>
  <PresentationFormat>Широкоэкранный</PresentationFormat>
  <Paragraphs>20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YS Text</vt:lpstr>
      <vt:lpstr>Тема Office</vt:lpstr>
      <vt:lpstr>Основные возможности Excel, используемые для работы с матрицами</vt:lpstr>
      <vt:lpstr>Функции для работы с матрицами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возможности Excel, используемые для работы с матрицами</dc:title>
  <dc:creator>Artyom</dc:creator>
  <cp:lastModifiedBy>Artyom</cp:lastModifiedBy>
  <cp:revision>2</cp:revision>
  <dcterms:created xsi:type="dcterms:W3CDTF">2022-12-14T21:30:04Z</dcterms:created>
  <dcterms:modified xsi:type="dcterms:W3CDTF">2022-12-14T21:53:33Z</dcterms:modified>
</cp:coreProperties>
</file>