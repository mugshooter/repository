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4EA5149A-CDA5-4A33-884C-ED144A0DC722}"/>
    <pc:docChg chg="addSld modSld">
      <pc:chgData name="Artyom" userId="2f0d4a8a008de216" providerId="LiveId" clId="{4EA5149A-CDA5-4A33-884C-ED144A0DC722}" dt="2022-12-16T15:20:13.529" v="3" actId="14100"/>
      <pc:docMkLst>
        <pc:docMk/>
      </pc:docMkLst>
      <pc:sldChg chg="addSp modSp new">
        <pc:chgData name="Artyom" userId="2f0d4a8a008de216" providerId="LiveId" clId="{4EA5149A-CDA5-4A33-884C-ED144A0DC722}" dt="2022-12-16T15:20:13.529" v="3" actId="14100"/>
        <pc:sldMkLst>
          <pc:docMk/>
          <pc:sldMk cId="2056976046" sldId="256"/>
        </pc:sldMkLst>
        <pc:picChg chg="add mod">
          <ac:chgData name="Artyom" userId="2f0d4a8a008de216" providerId="LiveId" clId="{4EA5149A-CDA5-4A33-884C-ED144A0DC722}" dt="2022-12-16T15:20:13.529" v="3" actId="14100"/>
          <ac:picMkLst>
            <pc:docMk/>
            <pc:sldMk cId="2056976046" sldId="256"/>
            <ac:picMk id="1026" creationId="{AE703305-5EB5-4C7D-BFCB-BA08CC70C6C4}"/>
          </ac:picMkLst>
        </pc:picChg>
      </pc:sldChg>
      <pc:sldMasterChg chg="addSldLayout">
        <pc:chgData name="Artyom" userId="2f0d4a8a008de216" providerId="LiveId" clId="{4EA5149A-CDA5-4A33-884C-ED144A0DC722}" dt="2022-12-16T15:18:33.396" v="0" actId="680"/>
        <pc:sldMasterMkLst>
          <pc:docMk/>
          <pc:sldMasterMk cId="3528380382" sldId="2147483648"/>
        </pc:sldMasterMkLst>
        <pc:sldLayoutChg chg="add">
          <pc:chgData name="Artyom" userId="2f0d4a8a008de216" providerId="LiveId" clId="{4EA5149A-CDA5-4A33-884C-ED144A0DC722}" dt="2022-12-16T15:18:33.396" v="0" actId="680"/>
          <pc:sldLayoutMkLst>
            <pc:docMk/>
            <pc:sldMasterMk cId="3528380382" sldId="2147483648"/>
            <pc:sldLayoutMk cId="1560641605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8F0BE-31F2-4EA0-AD2B-556EE5354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78E215-D1A6-4FAB-B181-CEA6967E1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60641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38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4D3C4-3CD2-428C-BD80-2C708DACB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8D906E-8726-4A81-9121-9C5CC34ECF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703305-5EB5-4C7D-BFCB-BA08CC70C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5" y="0"/>
            <a:ext cx="11993732" cy="685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9760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Artyom</dc:creator>
  <cp:lastModifiedBy>Artyom</cp:lastModifiedBy>
  <cp:revision>1</cp:revision>
  <dcterms:created xsi:type="dcterms:W3CDTF">2022-12-16T15:18:32Z</dcterms:created>
  <dcterms:modified xsi:type="dcterms:W3CDTF">2022-12-16T15:20:17Z</dcterms:modified>
</cp:coreProperties>
</file>