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141485BF-63CF-4538-BDA4-E571E6F58070}"/>
    <pc:docChg chg="undo custSel addSld modSld">
      <pc:chgData name="Artyom" userId="2f0d4a8a008de216" providerId="LiveId" clId="{141485BF-63CF-4538-BDA4-E571E6F58070}" dt="2022-12-17T22:15:51.311" v="581" actId="20577"/>
      <pc:docMkLst>
        <pc:docMk/>
      </pc:docMkLst>
      <pc:sldChg chg="modSp new mod">
        <pc:chgData name="Artyom" userId="2f0d4a8a008de216" providerId="LiveId" clId="{141485BF-63CF-4538-BDA4-E571E6F58070}" dt="2022-12-17T21:51:19.701" v="326" actId="20577"/>
        <pc:sldMkLst>
          <pc:docMk/>
          <pc:sldMk cId="501297443" sldId="256"/>
        </pc:sldMkLst>
        <pc:spChg chg="mod">
          <ac:chgData name="Artyom" userId="2f0d4a8a008de216" providerId="LiveId" clId="{141485BF-63CF-4538-BDA4-E571E6F58070}" dt="2022-12-17T21:51:19.701" v="326" actId="20577"/>
          <ac:spMkLst>
            <pc:docMk/>
            <pc:sldMk cId="501297443" sldId="256"/>
            <ac:spMk id="2" creationId="{F420573B-B7BF-48E9-8B4F-D9B26A4A76ED}"/>
          </ac:spMkLst>
        </pc:spChg>
        <pc:spChg chg="mod">
          <ac:chgData name="Artyom" userId="2f0d4a8a008de216" providerId="LiveId" clId="{141485BF-63CF-4538-BDA4-E571E6F58070}" dt="2022-12-17T21:40:39.242" v="63" actId="1076"/>
          <ac:spMkLst>
            <pc:docMk/>
            <pc:sldMk cId="501297443" sldId="256"/>
            <ac:spMk id="3" creationId="{5C2B12AA-2514-40A8-B72B-AFD3EEF6DF8F}"/>
          </ac:spMkLst>
        </pc:spChg>
      </pc:sldChg>
      <pc:sldChg chg="addSp delSp modSp new mod">
        <pc:chgData name="Artyom" userId="2f0d4a8a008de216" providerId="LiveId" clId="{141485BF-63CF-4538-BDA4-E571E6F58070}" dt="2022-12-17T21:57:30.611" v="423" actId="14100"/>
        <pc:sldMkLst>
          <pc:docMk/>
          <pc:sldMk cId="4173975570" sldId="257"/>
        </pc:sldMkLst>
        <pc:spChg chg="mod">
          <ac:chgData name="Artyom" userId="2f0d4a8a008de216" providerId="LiveId" clId="{141485BF-63CF-4538-BDA4-E571E6F58070}" dt="2022-12-17T21:41:03.878" v="68" actId="1076"/>
          <ac:spMkLst>
            <pc:docMk/>
            <pc:sldMk cId="4173975570" sldId="257"/>
            <ac:spMk id="2" creationId="{3C9626E3-ED7D-4823-8EF3-5C693528DF39}"/>
          </ac:spMkLst>
        </pc:spChg>
        <pc:spChg chg="mod">
          <ac:chgData name="Artyom" userId="2f0d4a8a008de216" providerId="LiveId" clId="{141485BF-63CF-4538-BDA4-E571E6F58070}" dt="2022-12-17T21:57:30.611" v="423" actId="14100"/>
          <ac:spMkLst>
            <pc:docMk/>
            <pc:sldMk cId="4173975570" sldId="257"/>
            <ac:spMk id="3" creationId="{375233FD-5C1D-403F-A333-0444AE5C68B9}"/>
          </ac:spMkLst>
        </pc:spChg>
        <pc:spChg chg="add del">
          <ac:chgData name="Artyom" userId="2f0d4a8a008de216" providerId="LiveId" clId="{141485BF-63CF-4538-BDA4-E571E6F58070}" dt="2022-12-17T21:42:43.850" v="86" actId="22"/>
          <ac:spMkLst>
            <pc:docMk/>
            <pc:sldMk cId="4173975570" sldId="257"/>
            <ac:spMk id="5" creationId="{E92ACE9E-5E33-4B27-83C9-011BB5699ECE}"/>
          </ac:spMkLst>
        </pc:spChg>
        <pc:spChg chg="add mod">
          <ac:chgData name="Artyom" userId="2f0d4a8a008de216" providerId="LiveId" clId="{141485BF-63CF-4538-BDA4-E571E6F58070}" dt="2022-12-17T21:48:22.182" v="213" actId="1076"/>
          <ac:spMkLst>
            <pc:docMk/>
            <pc:sldMk cId="4173975570" sldId="257"/>
            <ac:spMk id="10" creationId="{3B9E3AF4-A36A-4796-A2DD-1915BDAAB77C}"/>
          </ac:spMkLst>
        </pc:spChg>
        <pc:spChg chg="add mod">
          <ac:chgData name="Artyom" userId="2f0d4a8a008de216" providerId="LiveId" clId="{141485BF-63CF-4538-BDA4-E571E6F58070}" dt="2022-12-17T21:49:01.429" v="242" actId="1076"/>
          <ac:spMkLst>
            <pc:docMk/>
            <pc:sldMk cId="4173975570" sldId="257"/>
            <ac:spMk id="11" creationId="{53B63D84-28C9-4723-8E6C-D4214E123DA2}"/>
          </ac:spMkLst>
        </pc:spChg>
        <pc:picChg chg="add mod">
          <ac:chgData name="Artyom" userId="2f0d4a8a008de216" providerId="LiveId" clId="{141485BF-63CF-4538-BDA4-E571E6F58070}" dt="2022-12-17T21:48:25.362" v="214" actId="1076"/>
          <ac:picMkLst>
            <pc:docMk/>
            <pc:sldMk cId="4173975570" sldId="257"/>
            <ac:picMk id="7" creationId="{5211CEE1-DEAA-4D6D-A683-138B36812865}"/>
          </ac:picMkLst>
        </pc:picChg>
        <pc:picChg chg="add mod modCrop">
          <ac:chgData name="Artyom" userId="2f0d4a8a008de216" providerId="LiveId" clId="{141485BF-63CF-4538-BDA4-E571E6F58070}" dt="2022-12-17T21:52:49.281" v="351" actId="1076"/>
          <ac:picMkLst>
            <pc:docMk/>
            <pc:sldMk cId="4173975570" sldId="257"/>
            <ac:picMk id="9" creationId="{FFF8EA87-4C77-4246-959C-179F2B49DDCA}"/>
          </ac:picMkLst>
        </pc:picChg>
      </pc:sldChg>
      <pc:sldChg chg="addSp modSp new mod">
        <pc:chgData name="Artyom" userId="2f0d4a8a008de216" providerId="LiveId" clId="{141485BF-63CF-4538-BDA4-E571E6F58070}" dt="2022-12-17T21:52:58.182" v="354" actId="1076"/>
        <pc:sldMkLst>
          <pc:docMk/>
          <pc:sldMk cId="1704581136" sldId="258"/>
        </pc:sldMkLst>
        <pc:spChg chg="mod">
          <ac:chgData name="Artyom" userId="2f0d4a8a008de216" providerId="LiveId" clId="{141485BF-63CF-4538-BDA4-E571E6F58070}" dt="2022-12-17T21:44:28.716" v="99" actId="1076"/>
          <ac:spMkLst>
            <pc:docMk/>
            <pc:sldMk cId="1704581136" sldId="258"/>
            <ac:spMk id="2" creationId="{B0C73CB8-5216-421E-B5E2-CF8053E05DA2}"/>
          </ac:spMkLst>
        </pc:spChg>
        <pc:spChg chg="mod">
          <ac:chgData name="Artyom" userId="2f0d4a8a008de216" providerId="LiveId" clId="{141485BF-63CF-4538-BDA4-E571E6F58070}" dt="2022-12-17T21:46:37.693" v="131" actId="403"/>
          <ac:spMkLst>
            <pc:docMk/>
            <pc:sldMk cId="1704581136" sldId="258"/>
            <ac:spMk id="3" creationId="{7C04E011-8B71-4AF1-9322-C705C4A87F98}"/>
          </ac:spMkLst>
        </pc:spChg>
        <pc:spChg chg="add mod">
          <ac:chgData name="Artyom" userId="2f0d4a8a008de216" providerId="LiveId" clId="{141485BF-63CF-4538-BDA4-E571E6F58070}" dt="2022-12-17T21:47:56.467" v="183" actId="20577"/>
          <ac:spMkLst>
            <pc:docMk/>
            <pc:sldMk cId="1704581136" sldId="258"/>
            <ac:spMk id="8" creationId="{A32CE71C-4077-406B-98D9-A1A7EBCD850A}"/>
          </ac:spMkLst>
        </pc:spChg>
        <pc:spChg chg="add mod">
          <ac:chgData name="Artyom" userId="2f0d4a8a008de216" providerId="LiveId" clId="{141485BF-63CF-4538-BDA4-E571E6F58070}" dt="2022-12-17T21:52:54.061" v="353" actId="1076"/>
          <ac:spMkLst>
            <pc:docMk/>
            <pc:sldMk cId="1704581136" sldId="258"/>
            <ac:spMk id="9" creationId="{7ED8C034-C3BD-4D4B-A51A-6D610226ABA0}"/>
          </ac:spMkLst>
        </pc:spChg>
        <pc:picChg chg="add mod modCrop">
          <ac:chgData name="Artyom" userId="2f0d4a8a008de216" providerId="LiveId" clId="{141485BF-63CF-4538-BDA4-E571E6F58070}" dt="2022-12-17T21:52:58.182" v="354" actId="1076"/>
          <ac:picMkLst>
            <pc:docMk/>
            <pc:sldMk cId="1704581136" sldId="258"/>
            <ac:picMk id="5" creationId="{206CCEEC-54CE-4A89-927B-4409EFD80CB6}"/>
          </ac:picMkLst>
        </pc:picChg>
        <pc:picChg chg="add mod">
          <ac:chgData name="Artyom" userId="2f0d4a8a008de216" providerId="LiveId" clId="{141485BF-63CF-4538-BDA4-E571E6F58070}" dt="2022-12-17T21:47:42.706" v="170" actId="1076"/>
          <ac:picMkLst>
            <pc:docMk/>
            <pc:sldMk cId="1704581136" sldId="258"/>
            <ac:picMk id="7" creationId="{C39E9DAA-1AD9-42BF-885C-F2B8B390FAB0}"/>
          </ac:picMkLst>
        </pc:picChg>
      </pc:sldChg>
      <pc:sldChg chg="addSp modSp new mod">
        <pc:chgData name="Artyom" userId="2f0d4a8a008de216" providerId="LiveId" clId="{141485BF-63CF-4538-BDA4-E571E6F58070}" dt="2022-12-17T22:13:29.962" v="566" actId="20577"/>
        <pc:sldMkLst>
          <pc:docMk/>
          <pc:sldMk cId="1531189992" sldId="259"/>
        </pc:sldMkLst>
        <pc:spChg chg="mod">
          <ac:chgData name="Artyom" userId="2f0d4a8a008de216" providerId="LiveId" clId="{141485BF-63CF-4538-BDA4-E571E6F58070}" dt="2022-12-17T21:44:39.836" v="102" actId="1076"/>
          <ac:spMkLst>
            <pc:docMk/>
            <pc:sldMk cId="1531189992" sldId="259"/>
            <ac:spMk id="2" creationId="{13263B62-A3EA-4197-A053-5563EFCEFADE}"/>
          </ac:spMkLst>
        </pc:spChg>
        <pc:spChg chg="mod">
          <ac:chgData name="Artyom" userId="2f0d4a8a008de216" providerId="LiveId" clId="{141485BF-63CF-4538-BDA4-E571E6F58070}" dt="2022-12-17T21:52:19.237" v="344" actId="14100"/>
          <ac:spMkLst>
            <pc:docMk/>
            <pc:sldMk cId="1531189992" sldId="259"/>
            <ac:spMk id="3" creationId="{2EBA2373-F479-4AC6-917A-7B5573B41C3C}"/>
          </ac:spMkLst>
        </pc:spChg>
        <pc:spChg chg="add mod">
          <ac:chgData name="Artyom" userId="2f0d4a8a008de216" providerId="LiveId" clId="{141485BF-63CF-4538-BDA4-E571E6F58070}" dt="2022-12-17T21:52:25.634" v="346" actId="1076"/>
          <ac:spMkLst>
            <pc:docMk/>
            <pc:sldMk cId="1531189992" sldId="259"/>
            <ac:spMk id="5" creationId="{649273A9-9074-4C67-BF99-7373AE9E8505}"/>
          </ac:spMkLst>
        </pc:spChg>
        <pc:spChg chg="add mod">
          <ac:chgData name="Artyom" userId="2f0d4a8a008de216" providerId="LiveId" clId="{141485BF-63CF-4538-BDA4-E571E6F58070}" dt="2022-12-17T22:13:29.962" v="566" actId="20577"/>
          <ac:spMkLst>
            <pc:docMk/>
            <pc:sldMk cId="1531189992" sldId="259"/>
            <ac:spMk id="7" creationId="{29B8DCD4-CE99-49AA-BDA4-2FB21CB68B71}"/>
          </ac:spMkLst>
        </pc:spChg>
        <pc:picChg chg="add mod">
          <ac:chgData name="Artyom" userId="2f0d4a8a008de216" providerId="LiveId" clId="{141485BF-63CF-4538-BDA4-E571E6F58070}" dt="2022-12-17T21:52:21.205" v="345" actId="1076"/>
          <ac:picMkLst>
            <pc:docMk/>
            <pc:sldMk cId="1531189992" sldId="259"/>
            <ac:picMk id="9" creationId="{046B3E62-01E8-41EE-A1E6-0BE755346411}"/>
          </ac:picMkLst>
        </pc:picChg>
        <pc:picChg chg="add mod">
          <ac:chgData name="Artyom" userId="2f0d4a8a008de216" providerId="LiveId" clId="{141485BF-63CF-4538-BDA4-E571E6F58070}" dt="2022-12-17T21:52:39.910" v="349" actId="1076"/>
          <ac:picMkLst>
            <pc:docMk/>
            <pc:sldMk cId="1531189992" sldId="259"/>
            <ac:picMk id="11" creationId="{78ECEF0F-9880-484F-A16C-EC79DAE686BB}"/>
          </ac:picMkLst>
        </pc:picChg>
      </pc:sldChg>
      <pc:sldChg chg="addSp delSp modSp new mod">
        <pc:chgData name="Artyom" userId="2f0d4a8a008de216" providerId="LiveId" clId="{141485BF-63CF-4538-BDA4-E571E6F58070}" dt="2022-12-17T22:15:51.311" v="581" actId="20577"/>
        <pc:sldMkLst>
          <pc:docMk/>
          <pc:sldMk cId="877739806" sldId="260"/>
        </pc:sldMkLst>
        <pc:spChg chg="mod">
          <ac:chgData name="Artyom" userId="2f0d4a8a008de216" providerId="LiveId" clId="{141485BF-63CF-4538-BDA4-E571E6F58070}" dt="2022-12-17T21:44:51.593" v="105" actId="1076"/>
          <ac:spMkLst>
            <pc:docMk/>
            <pc:sldMk cId="877739806" sldId="260"/>
            <ac:spMk id="2" creationId="{D2F665DA-F388-4A72-A95B-70606FD26D27}"/>
          </ac:spMkLst>
        </pc:spChg>
        <pc:spChg chg="del">
          <ac:chgData name="Artyom" userId="2f0d4a8a008de216" providerId="LiveId" clId="{141485BF-63CF-4538-BDA4-E571E6F58070}" dt="2022-12-17T21:53:20.101" v="359" actId="478"/>
          <ac:spMkLst>
            <pc:docMk/>
            <pc:sldMk cId="877739806" sldId="260"/>
            <ac:spMk id="3" creationId="{6CF47AA8-A9C4-4CDA-89FB-567E34A5468D}"/>
          </ac:spMkLst>
        </pc:spChg>
        <pc:spChg chg="add mod">
          <ac:chgData name="Artyom" userId="2f0d4a8a008de216" providerId="LiveId" clId="{141485BF-63CF-4538-BDA4-E571E6F58070}" dt="2022-12-17T21:54:48.635" v="383" actId="14100"/>
          <ac:spMkLst>
            <pc:docMk/>
            <pc:sldMk cId="877739806" sldId="260"/>
            <ac:spMk id="5" creationId="{BA1C3FB6-ACE6-42E2-A74E-87FBDBBD1DB8}"/>
          </ac:spMkLst>
        </pc:spChg>
        <pc:spChg chg="add mod">
          <ac:chgData name="Artyom" userId="2f0d4a8a008de216" providerId="LiveId" clId="{141485BF-63CF-4538-BDA4-E571E6F58070}" dt="2022-12-17T22:15:51.311" v="581" actId="20577"/>
          <ac:spMkLst>
            <pc:docMk/>
            <pc:sldMk cId="877739806" sldId="260"/>
            <ac:spMk id="7" creationId="{183ABF11-FBB9-4C2B-A7E4-E8EFC115A43F}"/>
          </ac:spMkLst>
        </pc:spChg>
        <pc:spChg chg="add mod">
          <ac:chgData name="Artyom" userId="2f0d4a8a008de216" providerId="LiveId" clId="{141485BF-63CF-4538-BDA4-E571E6F58070}" dt="2022-12-17T21:55:18.625" v="389" actId="1076"/>
          <ac:spMkLst>
            <pc:docMk/>
            <pc:sldMk cId="877739806" sldId="260"/>
            <ac:spMk id="10" creationId="{CD6A6C17-CA55-45F3-A788-5448EDB08EA3}"/>
          </ac:spMkLst>
        </pc:spChg>
        <pc:picChg chg="add mod">
          <ac:chgData name="Artyom" userId="2f0d4a8a008de216" providerId="LiveId" clId="{141485BF-63CF-4538-BDA4-E571E6F58070}" dt="2022-12-17T21:54:37.275" v="380" actId="1076"/>
          <ac:picMkLst>
            <pc:docMk/>
            <pc:sldMk cId="877739806" sldId="260"/>
            <ac:picMk id="9" creationId="{69DA3241-1535-4879-9F00-FBC6AA860A1D}"/>
          </ac:picMkLst>
        </pc:picChg>
        <pc:picChg chg="add mod">
          <ac:chgData name="Artyom" userId="2f0d4a8a008de216" providerId="LiveId" clId="{141485BF-63CF-4538-BDA4-E571E6F58070}" dt="2022-12-17T21:55:21.197" v="391" actId="1076"/>
          <ac:picMkLst>
            <pc:docMk/>
            <pc:sldMk cId="877739806" sldId="260"/>
            <ac:picMk id="12" creationId="{E0F46C61-5177-477C-B6DC-5B4BD352F007}"/>
          </ac:picMkLst>
        </pc:picChg>
      </pc:sldChg>
      <pc:sldChg chg="addSp modSp new mod">
        <pc:chgData name="Artyom" userId="2f0d4a8a008de216" providerId="LiveId" clId="{141485BF-63CF-4538-BDA4-E571E6F58070}" dt="2022-12-17T21:57:19.912" v="422" actId="1076"/>
        <pc:sldMkLst>
          <pc:docMk/>
          <pc:sldMk cId="1578544695" sldId="261"/>
        </pc:sldMkLst>
        <pc:spChg chg="mod">
          <ac:chgData name="Artyom" userId="2f0d4a8a008de216" providerId="LiveId" clId="{141485BF-63CF-4538-BDA4-E571E6F58070}" dt="2022-12-17T21:45:05.998" v="109" actId="1076"/>
          <ac:spMkLst>
            <pc:docMk/>
            <pc:sldMk cId="1578544695" sldId="261"/>
            <ac:spMk id="2" creationId="{7074B338-ECC8-48F5-AEE0-7EFDECBA2843}"/>
          </ac:spMkLst>
        </pc:spChg>
        <pc:spChg chg="mod">
          <ac:chgData name="Artyom" userId="2f0d4a8a008de216" providerId="LiveId" clId="{141485BF-63CF-4538-BDA4-E571E6F58070}" dt="2022-12-17T21:56:09.287" v="402" actId="20577"/>
          <ac:spMkLst>
            <pc:docMk/>
            <pc:sldMk cId="1578544695" sldId="261"/>
            <ac:spMk id="3" creationId="{B0EAEC21-4A65-4DC3-850C-16987290FAB6}"/>
          </ac:spMkLst>
        </pc:spChg>
        <pc:spChg chg="add mod">
          <ac:chgData name="Artyom" userId="2f0d4a8a008de216" providerId="LiveId" clId="{141485BF-63CF-4538-BDA4-E571E6F58070}" dt="2022-12-17T21:56:52.013" v="415" actId="1076"/>
          <ac:spMkLst>
            <pc:docMk/>
            <pc:sldMk cId="1578544695" sldId="261"/>
            <ac:spMk id="5" creationId="{9AF8651E-1A36-49F4-80D9-6E07A4B2B3D6}"/>
          </ac:spMkLst>
        </pc:spChg>
        <pc:spChg chg="add mod">
          <ac:chgData name="Artyom" userId="2f0d4a8a008de216" providerId="LiveId" clId="{141485BF-63CF-4538-BDA4-E571E6F58070}" dt="2022-12-17T21:57:06.650" v="418" actId="1076"/>
          <ac:spMkLst>
            <pc:docMk/>
            <pc:sldMk cId="1578544695" sldId="261"/>
            <ac:spMk id="8" creationId="{24EECD02-CD4F-4F4D-9E8F-EE0335F410AD}"/>
          </ac:spMkLst>
        </pc:spChg>
        <pc:picChg chg="add mod">
          <ac:chgData name="Artyom" userId="2f0d4a8a008de216" providerId="LiveId" clId="{141485BF-63CF-4538-BDA4-E571E6F58070}" dt="2022-12-17T21:56:55.851" v="416" actId="1076"/>
          <ac:picMkLst>
            <pc:docMk/>
            <pc:sldMk cId="1578544695" sldId="261"/>
            <ac:picMk id="7" creationId="{958B72EE-AA05-4DD4-B6D3-BA6EE939AD88}"/>
          </ac:picMkLst>
        </pc:picChg>
        <pc:picChg chg="add mod">
          <ac:chgData name="Artyom" userId="2f0d4a8a008de216" providerId="LiveId" clId="{141485BF-63CF-4538-BDA4-E571E6F58070}" dt="2022-12-17T21:57:19.912" v="422" actId="1076"/>
          <ac:picMkLst>
            <pc:docMk/>
            <pc:sldMk cId="1578544695" sldId="261"/>
            <ac:picMk id="10" creationId="{B9F8EC45-83A5-4463-B24A-44DC560A517C}"/>
          </ac:picMkLst>
        </pc:picChg>
      </pc:sldChg>
      <pc:sldChg chg="modSp new mod">
        <pc:chgData name="Artyom" userId="2f0d4a8a008de216" providerId="LiveId" clId="{141485BF-63CF-4538-BDA4-E571E6F58070}" dt="2022-12-17T21:59:12.728" v="564" actId="1076"/>
        <pc:sldMkLst>
          <pc:docMk/>
          <pc:sldMk cId="1549382460" sldId="262"/>
        </pc:sldMkLst>
        <pc:spChg chg="mod">
          <ac:chgData name="Artyom" userId="2f0d4a8a008de216" providerId="LiveId" clId="{141485BF-63CF-4538-BDA4-E571E6F58070}" dt="2022-12-17T21:45:16.912" v="116" actId="1076"/>
          <ac:spMkLst>
            <pc:docMk/>
            <pc:sldMk cId="1549382460" sldId="262"/>
            <ac:spMk id="2" creationId="{F2497F24-1E5E-4024-B811-9633D9841945}"/>
          </ac:spMkLst>
        </pc:spChg>
        <pc:spChg chg="mod">
          <ac:chgData name="Artyom" userId="2f0d4a8a008de216" providerId="LiveId" clId="{141485BF-63CF-4538-BDA4-E571E6F58070}" dt="2022-12-17T21:59:12.728" v="564" actId="1076"/>
          <ac:spMkLst>
            <pc:docMk/>
            <pc:sldMk cId="1549382460" sldId="262"/>
            <ac:spMk id="3" creationId="{8DE70002-616E-4BF8-BAE6-A81625089A49}"/>
          </ac:spMkLst>
        </pc:spChg>
      </pc:sldChg>
      <pc:sldMasterChg chg="addSldLayout">
        <pc:chgData name="Artyom" userId="2f0d4a8a008de216" providerId="LiveId" clId="{141485BF-63CF-4538-BDA4-E571E6F58070}" dt="2022-12-17T21:31:56.474" v="0" actId="680"/>
        <pc:sldMasterMkLst>
          <pc:docMk/>
          <pc:sldMasterMk cId="1718187072" sldId="2147483648"/>
        </pc:sldMasterMkLst>
        <pc:sldLayoutChg chg="add">
          <pc:chgData name="Artyom" userId="2f0d4a8a008de216" providerId="LiveId" clId="{141485BF-63CF-4538-BDA4-E571E6F58070}" dt="2022-12-17T21:31:56.474" v="0" actId="680"/>
          <pc:sldLayoutMkLst>
            <pc:docMk/>
            <pc:sldMasterMk cId="1718187072" sldId="2147483648"/>
            <pc:sldLayoutMk cId="2290384733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EE927-B5E6-4E3D-96BA-2B1863440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73FEB3-CD3C-4BBA-86EC-AD939EA1E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29038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18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0573B-B7BF-48E9-8B4F-D9B26A4A7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43884"/>
            <a:ext cx="9315635" cy="3367920"/>
          </a:xfrm>
        </p:spPr>
        <p:txBody>
          <a:bodyPr/>
          <a:lstStyle/>
          <a:p>
            <a:r>
              <a:rPr lang="ru-RU" dirty="0"/>
              <a:t>Работа с выражениями и уравнениями в прикладной компьютерной</a:t>
            </a:r>
            <a:br>
              <a:rPr lang="ru-RU" dirty="0"/>
            </a:br>
            <a:r>
              <a:rPr lang="ru-RU" dirty="0"/>
              <a:t>программе Maxima(20.04.0)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2B12AA-2514-40A8-B72B-AFD3EEF6D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52454"/>
            <a:ext cx="9144000" cy="1655762"/>
          </a:xfrm>
        </p:spPr>
        <p:txBody>
          <a:bodyPr/>
          <a:lstStyle/>
          <a:p>
            <a:r>
              <a:rPr lang="ru-RU" dirty="0"/>
              <a:t>Автор: Гневнов Артем Евгеньевич, ИВТ 2.1, 1 курс</a:t>
            </a:r>
          </a:p>
        </p:txBody>
      </p:sp>
    </p:spTree>
    <p:extLst>
      <p:ext uri="{BB962C8B-B14F-4D97-AF65-F5344CB8AC3E}">
        <p14:creationId xmlns:p14="http://schemas.microsoft.com/office/powerpoint/2010/main" val="50129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626E3-ED7D-4823-8EF3-5C693528D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8064"/>
            <a:ext cx="9144000" cy="2189008"/>
          </a:xfrm>
        </p:spPr>
        <p:txBody>
          <a:bodyPr/>
          <a:lstStyle/>
          <a:p>
            <a:r>
              <a:rPr lang="ru-RU" dirty="0"/>
              <a:t>Упрощение алгебраических выражений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75233FD-5C1D-403F-A333-0444AE5C6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759" y="2414727"/>
            <a:ext cx="5045476" cy="2672178"/>
          </a:xfrm>
        </p:spPr>
        <p:txBody>
          <a:bodyPr/>
          <a:lstStyle/>
          <a:p>
            <a:pPr algn="just"/>
            <a:r>
              <a:rPr lang="ru-RU" sz="2800" dirty="0"/>
              <a:t>Для упрощение алгебраических выражений используется функция "</a:t>
            </a:r>
            <a:r>
              <a:rPr lang="ru-RU" sz="2800" dirty="0" err="1"/>
              <a:t>rat</a:t>
            </a:r>
            <a:r>
              <a:rPr lang="ru-RU" sz="2800" dirty="0"/>
              <a:t>(a)", которая раскрывает скобки, приводит к общему знаменателю и т.д.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11CEE1-DEAA-4D6D-A683-138B36812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679" y="3941807"/>
            <a:ext cx="4888203" cy="106502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FF8EA87-4C77-4246-959C-179F2B49DD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074" b="11977"/>
          <a:stretch/>
        </p:blipFill>
        <p:spPr>
          <a:xfrm>
            <a:off x="9172047" y="2414727"/>
            <a:ext cx="2873406" cy="523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9E3AF4-A36A-4796-A2DD-1915BDAAB77C}"/>
              </a:ext>
            </a:extLst>
          </p:cNvPr>
          <p:cNvSpPr txBox="1"/>
          <p:nvPr/>
        </p:nvSpPr>
        <p:spPr>
          <a:xfrm>
            <a:off x="5627679" y="3167390"/>
            <a:ext cx="354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Ход работы в </a:t>
            </a:r>
            <a:r>
              <a:rPr lang="en-US" sz="2800" dirty="0"/>
              <a:t>Maxima: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63D84-28C9-4723-8E6C-D4214E123DA2}"/>
              </a:ext>
            </a:extLst>
          </p:cNvPr>
          <p:cNvSpPr txBox="1"/>
          <p:nvPr/>
        </p:nvSpPr>
        <p:spPr>
          <a:xfrm>
            <a:off x="5627679" y="2392973"/>
            <a:ext cx="3653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Упростить выражение:</a:t>
            </a:r>
          </a:p>
        </p:txBody>
      </p:sp>
    </p:spTree>
    <p:extLst>
      <p:ext uri="{BB962C8B-B14F-4D97-AF65-F5344CB8AC3E}">
        <p14:creationId xmlns:p14="http://schemas.microsoft.com/office/powerpoint/2010/main" val="4173975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73CB8-5216-421E-B5E2-CF8053E05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8699" y="430490"/>
            <a:ext cx="8374602" cy="963889"/>
          </a:xfrm>
        </p:spPr>
        <p:txBody>
          <a:bodyPr/>
          <a:lstStyle/>
          <a:p>
            <a:r>
              <a:rPr lang="ru-RU" dirty="0"/>
              <a:t>Подобные слагаемые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04E011-8B71-4AF1-9322-C705C4A87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312" y="2138408"/>
            <a:ext cx="2976979" cy="2645899"/>
          </a:xfrm>
        </p:spPr>
        <p:txBody>
          <a:bodyPr/>
          <a:lstStyle/>
          <a:p>
            <a:pPr algn="just"/>
            <a:r>
              <a:rPr lang="ru-RU" sz="2800" dirty="0"/>
              <a:t>Для приведения подобных слагаемых также используется функция "</a:t>
            </a:r>
            <a:r>
              <a:rPr lang="ru-RU" sz="2800" dirty="0" err="1"/>
              <a:t>rat</a:t>
            </a:r>
            <a:r>
              <a:rPr lang="ru-RU" sz="2800" dirty="0"/>
              <a:t>(a)".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6CCEEC-54CE-4A89-927B-4409EFD80C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041" t="38093"/>
          <a:stretch/>
        </p:blipFill>
        <p:spPr>
          <a:xfrm>
            <a:off x="8161538" y="2616065"/>
            <a:ext cx="2976979" cy="70225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9E9DAA-1AD9-42BF-885C-F2B8B390F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807" y="4446956"/>
            <a:ext cx="4600415" cy="11163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2CE71C-4077-406B-98D9-A1A7EBCD850A}"/>
              </a:ext>
            </a:extLst>
          </p:cNvPr>
          <p:cNvSpPr txBox="1"/>
          <p:nvPr/>
        </p:nvSpPr>
        <p:spPr>
          <a:xfrm>
            <a:off x="4664807" y="3667941"/>
            <a:ext cx="4220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Ход работы в СКА </a:t>
            </a:r>
            <a:r>
              <a:rPr lang="en-US" sz="2800" dirty="0"/>
              <a:t>Maxima</a:t>
            </a:r>
            <a:r>
              <a:rPr lang="ru-RU" sz="2800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D8C034-C3BD-4D4B-A51A-6D610226ABA0}"/>
              </a:ext>
            </a:extLst>
          </p:cNvPr>
          <p:cNvSpPr txBox="1"/>
          <p:nvPr/>
        </p:nvSpPr>
        <p:spPr>
          <a:xfrm>
            <a:off x="4664807" y="2121301"/>
            <a:ext cx="46004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/>
              <a:t>Раскрыть скобки и привести подобные слагаемые:</a:t>
            </a:r>
          </a:p>
        </p:txBody>
      </p:sp>
    </p:spTree>
    <p:extLst>
      <p:ext uri="{BB962C8B-B14F-4D97-AF65-F5344CB8AC3E}">
        <p14:creationId xmlns:p14="http://schemas.microsoft.com/office/powerpoint/2010/main" val="1704581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63B62-A3EA-4197-A053-5563EFCEF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4613" y="448246"/>
            <a:ext cx="8942773" cy="981645"/>
          </a:xfrm>
        </p:spPr>
        <p:txBody>
          <a:bodyPr/>
          <a:lstStyle/>
          <a:p>
            <a:r>
              <a:rPr lang="ru-RU" dirty="0"/>
              <a:t>Разложение на множители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BA2373-F479-4AC6-917A-7B5573B41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3452" y="2207656"/>
            <a:ext cx="2303793" cy="981645"/>
          </a:xfrm>
        </p:spPr>
        <p:txBody>
          <a:bodyPr/>
          <a:lstStyle/>
          <a:p>
            <a:pPr algn="just"/>
            <a:r>
              <a:rPr lang="ru-RU" sz="2800" dirty="0"/>
              <a:t>Разложите на множители: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273A9-9074-4C67-BF99-7373AE9E8505}"/>
              </a:ext>
            </a:extLst>
          </p:cNvPr>
          <p:cNvSpPr txBox="1"/>
          <p:nvPr/>
        </p:nvSpPr>
        <p:spPr>
          <a:xfrm>
            <a:off x="6353452" y="3612124"/>
            <a:ext cx="30487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Ход работы в СКА </a:t>
            </a:r>
            <a:r>
              <a:rPr lang="en-US" sz="2800" dirty="0"/>
              <a:t>Maxima</a:t>
            </a:r>
            <a:r>
              <a:rPr lang="ru-RU" sz="2800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B8DCD4-CE99-49AA-BDA4-2FB21CB68B71}"/>
              </a:ext>
            </a:extLst>
          </p:cNvPr>
          <p:cNvSpPr txBox="1"/>
          <p:nvPr/>
        </p:nvSpPr>
        <p:spPr>
          <a:xfrm>
            <a:off x="330692" y="2207656"/>
            <a:ext cx="456978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Для разложения выражения на множители используется функция "</a:t>
            </a:r>
            <a:r>
              <a:rPr lang="ru-RU" sz="2800" dirty="0" err="1"/>
              <a:t>factor</a:t>
            </a:r>
            <a:r>
              <a:rPr lang="ru-RU" sz="2800" dirty="0"/>
              <a:t>(a)", которая раскладывает выражение на множители.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46B3E62-01E8-41EE-A1E6-0BE755346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225" y="2630479"/>
            <a:ext cx="2530059" cy="5105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8ECEF0F-9880-484F-A16C-EC79DAE68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452" y="4663742"/>
            <a:ext cx="3780822" cy="89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89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665DA-F388-4A72-A95B-70606FD26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20017"/>
            <a:ext cx="9351146" cy="1318996"/>
          </a:xfrm>
        </p:spPr>
        <p:txBody>
          <a:bodyPr/>
          <a:lstStyle/>
          <a:p>
            <a:r>
              <a:rPr lang="ru-RU" dirty="0"/>
              <a:t>Разложение рациональной дроби на простейшие дроби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1C3FB6-ACE6-42E2-A74E-87FBDBBD1DB8}"/>
              </a:ext>
            </a:extLst>
          </p:cNvPr>
          <p:cNvSpPr txBox="1"/>
          <p:nvPr/>
        </p:nvSpPr>
        <p:spPr>
          <a:xfrm>
            <a:off x="6096000" y="2645148"/>
            <a:ext cx="56491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Разложите рациональную дробь на простейшие дроби: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ABF11-FBB9-4C2B-A7E4-E8EFC115A43F}"/>
              </a:ext>
            </a:extLst>
          </p:cNvPr>
          <p:cNvSpPr txBox="1"/>
          <p:nvPr/>
        </p:nvSpPr>
        <p:spPr>
          <a:xfrm>
            <a:off x="211586" y="2645148"/>
            <a:ext cx="58450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Для разложение рациональной дроби на простейшие дроби используется функция "</a:t>
            </a:r>
            <a:r>
              <a:rPr lang="ru-RU" sz="2800" dirty="0" err="1"/>
              <a:t>partfrac</a:t>
            </a:r>
            <a:r>
              <a:rPr lang="ru-RU" sz="2800" dirty="0"/>
              <a:t>(</a:t>
            </a:r>
            <a:r>
              <a:rPr lang="ru-RU" sz="2800" dirty="0" err="1"/>
              <a:t>b,x</a:t>
            </a:r>
            <a:r>
              <a:rPr lang="ru-RU" sz="2800" dirty="0"/>
              <a:t>)", которая представляет выражение в виде суммы простейших дробей.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9DA3241-1535-4879-9F00-FBC6AA860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225" y="3122201"/>
            <a:ext cx="1404022" cy="8679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6A6C17-CA55-45F3-A788-5448EDB08EA3}"/>
              </a:ext>
            </a:extLst>
          </p:cNvPr>
          <p:cNvSpPr txBox="1"/>
          <p:nvPr/>
        </p:nvSpPr>
        <p:spPr>
          <a:xfrm>
            <a:off x="6199573" y="3983976"/>
            <a:ext cx="30487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Ход работы в СКА </a:t>
            </a:r>
            <a:r>
              <a:rPr lang="en-US" sz="2800" dirty="0"/>
              <a:t>Maxima</a:t>
            </a:r>
            <a:r>
              <a:rPr lang="ru-RU" sz="2800" dirty="0"/>
              <a:t>: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0F46C61-5177-477C-B6DC-5B4BD352F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283" y="4582670"/>
            <a:ext cx="3695334" cy="178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39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4B338-ECC8-48F5-AEE0-7EFDECBA2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1258" y="359469"/>
            <a:ext cx="7149483" cy="892868"/>
          </a:xfrm>
        </p:spPr>
        <p:txBody>
          <a:bodyPr/>
          <a:lstStyle/>
          <a:p>
            <a:r>
              <a:rPr lang="ru-RU" dirty="0"/>
              <a:t>Решение уравнений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EAEC21-4A65-4DC3-850C-16987290F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574" y="1677879"/>
            <a:ext cx="4788022" cy="3133818"/>
          </a:xfrm>
        </p:spPr>
        <p:txBody>
          <a:bodyPr/>
          <a:lstStyle/>
          <a:p>
            <a:pPr algn="just"/>
            <a:r>
              <a:rPr lang="ru-RU" sz="2800" dirty="0"/>
              <a:t>Для решения уравнений используется функция "</a:t>
            </a:r>
            <a:r>
              <a:rPr lang="ru-RU" sz="2800" dirty="0" err="1"/>
              <a:t>solve</a:t>
            </a:r>
            <a:r>
              <a:rPr lang="ru-RU" sz="2800" dirty="0"/>
              <a:t>", которая решает уравнение относительно переменной x ( если переменных несколько, следует указать необходимую переменную следующим образом "</a:t>
            </a:r>
            <a:r>
              <a:rPr lang="ru-RU" sz="2800" dirty="0" err="1"/>
              <a:t>solve</a:t>
            </a:r>
            <a:r>
              <a:rPr lang="ru-RU" sz="2800" dirty="0"/>
              <a:t>(</a:t>
            </a:r>
            <a:r>
              <a:rPr lang="ru-RU" sz="2800" dirty="0" err="1"/>
              <a:t>eq,x</a:t>
            </a:r>
            <a:r>
              <a:rPr lang="ru-RU" sz="2800" dirty="0"/>
              <a:t>)")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8651E-1A36-49F4-80D9-6E07A4B2B3D6}"/>
              </a:ext>
            </a:extLst>
          </p:cNvPr>
          <p:cNvSpPr txBox="1"/>
          <p:nvPr/>
        </p:nvSpPr>
        <p:spPr>
          <a:xfrm>
            <a:off x="5220071" y="1660123"/>
            <a:ext cx="32936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Решить уравнение: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8B72EE-AA05-4DD4-B6D3-BA6EE939A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019" y="1660123"/>
            <a:ext cx="3697175" cy="701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EECD02-CD4F-4F4D-9E8F-EE0335F410AD}"/>
              </a:ext>
            </a:extLst>
          </p:cNvPr>
          <p:cNvSpPr txBox="1"/>
          <p:nvPr/>
        </p:nvSpPr>
        <p:spPr>
          <a:xfrm>
            <a:off x="5264279" y="2769246"/>
            <a:ext cx="30487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Ход работы в СКА </a:t>
            </a:r>
            <a:r>
              <a:rPr lang="en-US" sz="2800" dirty="0"/>
              <a:t>Maxima</a:t>
            </a:r>
            <a:r>
              <a:rPr lang="ru-RU" sz="2800" dirty="0"/>
              <a:t>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F8EC45-83A5-4463-B24A-44DC560A5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279" y="3918829"/>
            <a:ext cx="4426744" cy="89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44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97F24-1E5E-4024-B811-9633D9841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194" y="452761"/>
            <a:ext cx="3003612" cy="917683"/>
          </a:xfrm>
        </p:spPr>
        <p:txBody>
          <a:bodyPr/>
          <a:lstStyle/>
          <a:p>
            <a:r>
              <a:rPr lang="ru-RU" dirty="0"/>
              <a:t>Итог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DE70002-616E-4BF8-BAE6-A81625089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14271"/>
            <a:ext cx="9144000" cy="1655762"/>
          </a:xfrm>
        </p:spPr>
        <p:txBody>
          <a:bodyPr/>
          <a:lstStyle/>
          <a:p>
            <a:r>
              <a:rPr lang="ru-RU" sz="3200" dirty="0"/>
              <a:t>Функционал </a:t>
            </a:r>
            <a:r>
              <a:rPr lang="en-US" sz="3200" dirty="0"/>
              <a:t>Maxima </a:t>
            </a:r>
            <a:r>
              <a:rPr lang="ru-RU" sz="3200" dirty="0"/>
              <a:t>предоставляет возможность для работы с выражениями и уравнениями</a:t>
            </a:r>
          </a:p>
        </p:txBody>
      </p:sp>
    </p:spTree>
    <p:extLst>
      <p:ext uri="{BB962C8B-B14F-4D97-AF65-F5344CB8AC3E}">
        <p14:creationId xmlns:p14="http://schemas.microsoft.com/office/powerpoint/2010/main" val="15493824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216</Words>
  <Application>Microsoft Office PowerPoint</Application>
  <PresentationFormat>Широкоэкранный</PresentationFormat>
  <Paragraphs>24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Работа с выражениями и уравнениями в прикладной компьютерной программе Maxima(20.04.0)</vt:lpstr>
      <vt:lpstr>Упрощение алгебраических выражений</vt:lpstr>
      <vt:lpstr>Подобные слагаемые</vt:lpstr>
      <vt:lpstr>Разложение на множители</vt:lpstr>
      <vt:lpstr>Разложение рациональной дроби на простейшие дроби</vt:lpstr>
      <vt:lpstr>Решение уравнений</vt:lpstr>
      <vt:lpstr>Итог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выражениями и уравнениями в прикладной компьютерной программе Maxima</dc:title>
  <dc:creator>Artyom</dc:creator>
  <cp:lastModifiedBy>Artyom</cp:lastModifiedBy>
  <cp:revision>3</cp:revision>
  <dcterms:created xsi:type="dcterms:W3CDTF">2022-12-17T21:31:50Z</dcterms:created>
  <dcterms:modified xsi:type="dcterms:W3CDTF">2022-12-17T22:16:58Z</dcterms:modified>
</cp:coreProperties>
</file>