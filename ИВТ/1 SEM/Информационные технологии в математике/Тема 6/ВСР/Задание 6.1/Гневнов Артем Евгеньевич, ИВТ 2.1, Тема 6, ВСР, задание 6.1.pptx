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B7AF0F86-6BA4-4712-80C6-7E62034EC2B4}"/>
    <pc:docChg chg="undo redo custSel addSld modSld">
      <pc:chgData name="Artyom" userId="2f0d4a8a008de216" providerId="LiveId" clId="{B7AF0F86-6BA4-4712-80C6-7E62034EC2B4}" dt="2022-12-18T00:39:22.212" v="759" actId="20577"/>
      <pc:docMkLst>
        <pc:docMk/>
      </pc:docMkLst>
      <pc:sldChg chg="modSp new mod">
        <pc:chgData name="Artyom" userId="2f0d4a8a008de216" providerId="LiveId" clId="{B7AF0F86-6BA4-4712-80C6-7E62034EC2B4}" dt="2022-12-18T00:22:53.863" v="73" actId="1076"/>
        <pc:sldMkLst>
          <pc:docMk/>
          <pc:sldMk cId="3903497888" sldId="256"/>
        </pc:sldMkLst>
        <pc:spChg chg="mod">
          <ac:chgData name="Artyom" userId="2f0d4a8a008de216" providerId="LiveId" clId="{B7AF0F86-6BA4-4712-80C6-7E62034EC2B4}" dt="2022-12-18T00:22:33.807" v="12" actId="404"/>
          <ac:spMkLst>
            <pc:docMk/>
            <pc:sldMk cId="3903497888" sldId="256"/>
            <ac:spMk id="2" creationId="{EC28536E-568C-44EC-9B58-BBFF59668304}"/>
          </ac:spMkLst>
        </pc:spChg>
        <pc:spChg chg="mod">
          <ac:chgData name="Artyom" userId="2f0d4a8a008de216" providerId="LiveId" clId="{B7AF0F86-6BA4-4712-80C6-7E62034EC2B4}" dt="2022-12-18T00:22:53.863" v="73" actId="1076"/>
          <ac:spMkLst>
            <pc:docMk/>
            <pc:sldMk cId="3903497888" sldId="256"/>
            <ac:spMk id="3" creationId="{357EE29B-524C-4716-8E70-117FA119A4E3}"/>
          </ac:spMkLst>
        </pc:spChg>
      </pc:sldChg>
      <pc:sldChg chg="modSp new mod">
        <pc:chgData name="Artyom" userId="2f0d4a8a008de216" providerId="LiveId" clId="{B7AF0F86-6BA4-4712-80C6-7E62034EC2B4}" dt="2022-12-18T00:39:22.212" v="759" actId="20577"/>
        <pc:sldMkLst>
          <pc:docMk/>
          <pc:sldMk cId="1033309834" sldId="257"/>
        </pc:sldMkLst>
        <pc:spChg chg="mod">
          <ac:chgData name="Artyom" userId="2f0d4a8a008de216" providerId="LiveId" clId="{B7AF0F86-6BA4-4712-80C6-7E62034EC2B4}" dt="2022-12-18T00:39:22.212" v="759" actId="20577"/>
          <ac:spMkLst>
            <pc:docMk/>
            <pc:sldMk cId="1033309834" sldId="257"/>
            <ac:spMk id="2" creationId="{3343B626-CEAA-459C-8D6E-C77ABFDFEE5B}"/>
          </ac:spMkLst>
        </pc:spChg>
        <pc:spChg chg="mod">
          <ac:chgData name="Artyom" userId="2f0d4a8a008de216" providerId="LiveId" clId="{B7AF0F86-6BA4-4712-80C6-7E62034EC2B4}" dt="2022-12-18T00:26:15.657" v="389" actId="403"/>
          <ac:spMkLst>
            <pc:docMk/>
            <pc:sldMk cId="1033309834" sldId="257"/>
            <ac:spMk id="3" creationId="{5D79A6CB-9354-45AD-BEF8-0D2AF84159B5}"/>
          </ac:spMkLst>
        </pc:spChg>
      </pc:sldChg>
      <pc:sldChg chg="addSp modSp new mod">
        <pc:chgData name="Artyom" userId="2f0d4a8a008de216" providerId="LiveId" clId="{B7AF0F86-6BA4-4712-80C6-7E62034EC2B4}" dt="2022-12-18T00:31:31.189" v="638" actId="120"/>
        <pc:sldMkLst>
          <pc:docMk/>
          <pc:sldMk cId="1747789669" sldId="258"/>
        </pc:sldMkLst>
        <pc:spChg chg="mod">
          <ac:chgData name="Artyom" userId="2f0d4a8a008de216" providerId="LiveId" clId="{B7AF0F86-6BA4-4712-80C6-7E62034EC2B4}" dt="2022-12-18T00:26:29.285" v="394" actId="1076"/>
          <ac:spMkLst>
            <pc:docMk/>
            <pc:sldMk cId="1747789669" sldId="258"/>
            <ac:spMk id="2" creationId="{EA59B02F-D418-4FBE-A4A8-AF37B95C3A4C}"/>
          </ac:spMkLst>
        </pc:spChg>
        <pc:spChg chg="mod">
          <ac:chgData name="Artyom" userId="2f0d4a8a008de216" providerId="LiveId" clId="{B7AF0F86-6BA4-4712-80C6-7E62034EC2B4}" dt="2022-12-18T00:31:31.189" v="638" actId="120"/>
          <ac:spMkLst>
            <pc:docMk/>
            <pc:sldMk cId="1747789669" sldId="258"/>
            <ac:spMk id="3" creationId="{BC6FC6F7-6948-495E-8F6D-D864E06848A8}"/>
          </ac:spMkLst>
        </pc:spChg>
        <pc:spChg chg="add mod">
          <ac:chgData name="Artyom" userId="2f0d4a8a008de216" providerId="LiveId" clId="{B7AF0F86-6BA4-4712-80C6-7E62034EC2B4}" dt="2022-12-18T00:29:30.578" v="615" actId="1076"/>
          <ac:spMkLst>
            <pc:docMk/>
            <pc:sldMk cId="1747789669" sldId="258"/>
            <ac:spMk id="5" creationId="{6D9CDB12-296B-42C8-AF4A-B878E6E87ADB}"/>
          </ac:spMkLst>
        </pc:spChg>
        <pc:spChg chg="add mod">
          <ac:chgData name="Artyom" userId="2f0d4a8a008de216" providerId="LiveId" clId="{B7AF0F86-6BA4-4712-80C6-7E62034EC2B4}" dt="2022-12-18T00:30:42.211" v="627" actId="1076"/>
          <ac:spMkLst>
            <pc:docMk/>
            <pc:sldMk cId="1747789669" sldId="258"/>
            <ac:spMk id="8" creationId="{63F86DBA-A8CC-4A8F-95A9-91EC9B5DFBF2}"/>
          </ac:spMkLst>
        </pc:spChg>
        <pc:picChg chg="add mod">
          <ac:chgData name="Artyom" userId="2f0d4a8a008de216" providerId="LiveId" clId="{B7AF0F86-6BA4-4712-80C6-7E62034EC2B4}" dt="2022-12-18T00:30:08.207" v="618" actId="14100"/>
          <ac:picMkLst>
            <pc:docMk/>
            <pc:sldMk cId="1747789669" sldId="258"/>
            <ac:picMk id="6" creationId="{5CE40CB5-3100-4FB2-9C2D-D0B2D0F9E8B4}"/>
          </ac:picMkLst>
        </pc:picChg>
        <pc:picChg chg="add mod">
          <ac:chgData name="Artyom" userId="2f0d4a8a008de216" providerId="LiveId" clId="{B7AF0F86-6BA4-4712-80C6-7E62034EC2B4}" dt="2022-12-18T00:30:50.166" v="628" actId="1076"/>
          <ac:picMkLst>
            <pc:docMk/>
            <pc:sldMk cId="1747789669" sldId="258"/>
            <ac:picMk id="9" creationId="{F0BC0C94-901D-43E1-8A5D-C840A47B48D5}"/>
          </ac:picMkLst>
        </pc:picChg>
      </pc:sldChg>
      <pc:sldChg chg="addSp modSp new mod">
        <pc:chgData name="Artyom" userId="2f0d4a8a008de216" providerId="LiveId" clId="{B7AF0F86-6BA4-4712-80C6-7E62034EC2B4}" dt="2022-12-18T00:32:44.244" v="660" actId="14100"/>
        <pc:sldMkLst>
          <pc:docMk/>
          <pc:sldMk cId="1159449631" sldId="259"/>
        </pc:sldMkLst>
        <pc:spChg chg="mod">
          <ac:chgData name="Artyom" userId="2f0d4a8a008de216" providerId="LiveId" clId="{B7AF0F86-6BA4-4712-80C6-7E62034EC2B4}" dt="2022-12-18T00:26:40.007" v="399" actId="1076"/>
          <ac:spMkLst>
            <pc:docMk/>
            <pc:sldMk cId="1159449631" sldId="259"/>
            <ac:spMk id="2" creationId="{01F3B8A1-19A1-459B-AF01-6F980DEC8EB8}"/>
          </ac:spMkLst>
        </pc:spChg>
        <pc:spChg chg="mod">
          <ac:chgData name="Artyom" userId="2f0d4a8a008de216" providerId="LiveId" clId="{B7AF0F86-6BA4-4712-80C6-7E62034EC2B4}" dt="2022-12-18T00:31:45.277" v="641" actId="1076"/>
          <ac:spMkLst>
            <pc:docMk/>
            <pc:sldMk cId="1159449631" sldId="259"/>
            <ac:spMk id="3" creationId="{48F39C56-B460-44C8-AE1B-D7EB0392C4B1}"/>
          </ac:spMkLst>
        </pc:spChg>
        <pc:spChg chg="add mod">
          <ac:chgData name="Artyom" userId="2f0d4a8a008de216" providerId="LiveId" clId="{B7AF0F86-6BA4-4712-80C6-7E62034EC2B4}" dt="2022-12-18T00:32:00.944" v="645" actId="1076"/>
          <ac:spMkLst>
            <pc:docMk/>
            <pc:sldMk cId="1159449631" sldId="259"/>
            <ac:spMk id="5" creationId="{57F46A33-1C4C-4FB4-92E5-4078E4EC90D4}"/>
          </ac:spMkLst>
        </pc:spChg>
        <pc:spChg chg="add mod">
          <ac:chgData name="Artyom" userId="2f0d4a8a008de216" providerId="LiveId" clId="{B7AF0F86-6BA4-4712-80C6-7E62034EC2B4}" dt="2022-12-18T00:32:22.660" v="657" actId="403"/>
          <ac:spMkLst>
            <pc:docMk/>
            <pc:sldMk cId="1159449631" sldId="259"/>
            <ac:spMk id="8" creationId="{91233321-8135-4F2C-9D56-C0E0880C9A22}"/>
          </ac:spMkLst>
        </pc:spChg>
        <pc:picChg chg="add mod">
          <ac:chgData name="Artyom" userId="2f0d4a8a008de216" providerId="LiveId" clId="{B7AF0F86-6BA4-4712-80C6-7E62034EC2B4}" dt="2022-12-18T00:32:13.594" v="649" actId="1076"/>
          <ac:picMkLst>
            <pc:docMk/>
            <pc:sldMk cId="1159449631" sldId="259"/>
            <ac:picMk id="6" creationId="{6EB5694E-1747-4F34-B940-9D3D07A2F365}"/>
          </ac:picMkLst>
        </pc:picChg>
        <pc:picChg chg="add mod">
          <ac:chgData name="Artyom" userId="2f0d4a8a008de216" providerId="LiveId" clId="{B7AF0F86-6BA4-4712-80C6-7E62034EC2B4}" dt="2022-12-18T00:32:44.244" v="660" actId="14100"/>
          <ac:picMkLst>
            <pc:docMk/>
            <pc:sldMk cId="1159449631" sldId="259"/>
            <ac:picMk id="9" creationId="{8F4BADB0-BE0F-4DEE-A221-E3D038478884}"/>
          </ac:picMkLst>
        </pc:picChg>
      </pc:sldChg>
      <pc:sldChg chg="addSp modSp new mod">
        <pc:chgData name="Artyom" userId="2f0d4a8a008de216" providerId="LiveId" clId="{B7AF0F86-6BA4-4712-80C6-7E62034EC2B4}" dt="2022-12-18T00:34:31.736" v="715" actId="1076"/>
        <pc:sldMkLst>
          <pc:docMk/>
          <pc:sldMk cId="1238402259" sldId="260"/>
        </pc:sldMkLst>
        <pc:spChg chg="mod">
          <ac:chgData name="Artyom" userId="2f0d4a8a008de216" providerId="LiveId" clId="{B7AF0F86-6BA4-4712-80C6-7E62034EC2B4}" dt="2022-12-18T00:27:00.154" v="402" actId="1076"/>
          <ac:spMkLst>
            <pc:docMk/>
            <pc:sldMk cId="1238402259" sldId="260"/>
            <ac:spMk id="2" creationId="{BBFFD565-E443-40D6-BA53-10E1B4992A44}"/>
          </ac:spMkLst>
        </pc:spChg>
        <pc:spChg chg="mod">
          <ac:chgData name="Artyom" userId="2f0d4a8a008de216" providerId="LiveId" clId="{B7AF0F86-6BA4-4712-80C6-7E62034EC2B4}" dt="2022-12-18T00:33:00.971" v="664" actId="14100"/>
          <ac:spMkLst>
            <pc:docMk/>
            <pc:sldMk cId="1238402259" sldId="260"/>
            <ac:spMk id="3" creationId="{0099BC68-8F32-479A-A69E-2E47BF681D63}"/>
          </ac:spMkLst>
        </pc:spChg>
        <pc:spChg chg="add mod">
          <ac:chgData name="Artyom" userId="2f0d4a8a008de216" providerId="LiveId" clId="{B7AF0F86-6BA4-4712-80C6-7E62034EC2B4}" dt="2022-12-18T00:33:58.228" v="703" actId="14100"/>
          <ac:spMkLst>
            <pc:docMk/>
            <pc:sldMk cId="1238402259" sldId="260"/>
            <ac:spMk id="5" creationId="{CFE9D42F-46C7-4C7E-99C8-6B8B43F168C9}"/>
          </ac:spMkLst>
        </pc:spChg>
        <pc:spChg chg="add mod">
          <ac:chgData name="Artyom" userId="2f0d4a8a008de216" providerId="LiveId" clId="{B7AF0F86-6BA4-4712-80C6-7E62034EC2B4}" dt="2022-12-18T00:34:17.515" v="709" actId="1076"/>
          <ac:spMkLst>
            <pc:docMk/>
            <pc:sldMk cId="1238402259" sldId="260"/>
            <ac:spMk id="8" creationId="{E04B1B38-118C-41DA-848E-3265264BE3A6}"/>
          </ac:spMkLst>
        </pc:spChg>
        <pc:picChg chg="add mod">
          <ac:chgData name="Artyom" userId="2f0d4a8a008de216" providerId="LiveId" clId="{B7AF0F86-6BA4-4712-80C6-7E62034EC2B4}" dt="2022-12-18T00:34:02.855" v="705" actId="14100"/>
          <ac:picMkLst>
            <pc:docMk/>
            <pc:sldMk cId="1238402259" sldId="260"/>
            <ac:picMk id="6" creationId="{5020767C-014D-4DB9-A53B-2052109E03D6}"/>
          </ac:picMkLst>
        </pc:picChg>
        <pc:picChg chg="add mod">
          <ac:chgData name="Artyom" userId="2f0d4a8a008de216" providerId="LiveId" clId="{B7AF0F86-6BA4-4712-80C6-7E62034EC2B4}" dt="2022-12-18T00:34:31.736" v="715" actId="1076"/>
          <ac:picMkLst>
            <pc:docMk/>
            <pc:sldMk cId="1238402259" sldId="260"/>
            <ac:picMk id="9" creationId="{7DF32FCA-9997-46BD-BF16-9254FA663A36}"/>
          </ac:picMkLst>
        </pc:picChg>
      </pc:sldChg>
      <pc:sldChg chg="addSp modSp new mod">
        <pc:chgData name="Artyom" userId="2f0d4a8a008de216" providerId="LiveId" clId="{B7AF0F86-6BA4-4712-80C6-7E62034EC2B4}" dt="2022-12-18T00:36:02.255" v="741" actId="1076"/>
        <pc:sldMkLst>
          <pc:docMk/>
          <pc:sldMk cId="398163273" sldId="261"/>
        </pc:sldMkLst>
        <pc:spChg chg="mod">
          <ac:chgData name="Artyom" userId="2f0d4a8a008de216" providerId="LiveId" clId="{B7AF0F86-6BA4-4712-80C6-7E62034EC2B4}" dt="2022-12-18T00:27:10.650" v="405" actId="1076"/>
          <ac:spMkLst>
            <pc:docMk/>
            <pc:sldMk cId="398163273" sldId="261"/>
            <ac:spMk id="2" creationId="{4C53662D-AD9D-45D1-91F7-DB40FFCBD6A0}"/>
          </ac:spMkLst>
        </pc:spChg>
        <pc:spChg chg="mod">
          <ac:chgData name="Artyom" userId="2f0d4a8a008de216" providerId="LiveId" clId="{B7AF0F86-6BA4-4712-80C6-7E62034EC2B4}" dt="2022-12-18T00:34:54.074" v="719" actId="14100"/>
          <ac:spMkLst>
            <pc:docMk/>
            <pc:sldMk cId="398163273" sldId="261"/>
            <ac:spMk id="3" creationId="{9A556551-CD56-4079-91F6-6263C8BC1485}"/>
          </ac:spMkLst>
        </pc:spChg>
        <pc:spChg chg="add mod">
          <ac:chgData name="Artyom" userId="2f0d4a8a008de216" providerId="LiveId" clId="{B7AF0F86-6BA4-4712-80C6-7E62034EC2B4}" dt="2022-12-18T00:35:18.287" v="727" actId="1076"/>
          <ac:spMkLst>
            <pc:docMk/>
            <pc:sldMk cId="398163273" sldId="261"/>
            <ac:spMk id="5" creationId="{B9A04BB0-6E54-454E-97E7-130EB9B87574}"/>
          </ac:spMkLst>
        </pc:spChg>
        <pc:spChg chg="add mod">
          <ac:chgData name="Artyom" userId="2f0d4a8a008de216" providerId="LiveId" clId="{B7AF0F86-6BA4-4712-80C6-7E62034EC2B4}" dt="2022-12-18T00:35:41.681" v="736" actId="403"/>
          <ac:spMkLst>
            <pc:docMk/>
            <pc:sldMk cId="398163273" sldId="261"/>
            <ac:spMk id="8" creationId="{20ECEA16-4A69-4019-82FE-E45F8D7DF534}"/>
          </ac:spMkLst>
        </pc:spChg>
        <pc:picChg chg="add mod">
          <ac:chgData name="Artyom" userId="2f0d4a8a008de216" providerId="LiveId" clId="{B7AF0F86-6BA4-4712-80C6-7E62034EC2B4}" dt="2022-12-18T00:35:32.758" v="732" actId="1076"/>
          <ac:picMkLst>
            <pc:docMk/>
            <pc:sldMk cId="398163273" sldId="261"/>
            <ac:picMk id="6" creationId="{6EF271FA-A084-43E6-AE64-4F30E7F1EC37}"/>
          </ac:picMkLst>
        </pc:picChg>
        <pc:picChg chg="add mod">
          <ac:chgData name="Artyom" userId="2f0d4a8a008de216" providerId="LiveId" clId="{B7AF0F86-6BA4-4712-80C6-7E62034EC2B4}" dt="2022-12-18T00:36:02.255" v="741" actId="1076"/>
          <ac:picMkLst>
            <pc:docMk/>
            <pc:sldMk cId="398163273" sldId="261"/>
            <ac:picMk id="9" creationId="{F108B87D-399B-464D-9915-144FEE798999}"/>
          </ac:picMkLst>
        </pc:picChg>
      </pc:sldChg>
      <pc:sldChg chg="modSp new mod">
        <pc:chgData name="Artyom" userId="2f0d4a8a008de216" providerId="LiveId" clId="{B7AF0F86-6BA4-4712-80C6-7E62034EC2B4}" dt="2022-12-18T00:37:17.054" v="752" actId="20577"/>
        <pc:sldMkLst>
          <pc:docMk/>
          <pc:sldMk cId="3861004301" sldId="262"/>
        </pc:sldMkLst>
        <pc:spChg chg="mod">
          <ac:chgData name="Artyom" userId="2f0d4a8a008de216" providerId="LiveId" clId="{B7AF0F86-6BA4-4712-80C6-7E62034EC2B4}" dt="2022-12-18T00:27:23.647" v="418" actId="1076"/>
          <ac:spMkLst>
            <pc:docMk/>
            <pc:sldMk cId="3861004301" sldId="262"/>
            <ac:spMk id="2" creationId="{828B3844-02DA-4B5B-A6D0-3F4F3EAB2815}"/>
          </ac:spMkLst>
        </pc:spChg>
        <pc:spChg chg="mod">
          <ac:chgData name="Artyom" userId="2f0d4a8a008de216" providerId="LiveId" clId="{B7AF0F86-6BA4-4712-80C6-7E62034EC2B4}" dt="2022-12-18T00:37:17.054" v="752" actId="20577"/>
          <ac:spMkLst>
            <pc:docMk/>
            <pc:sldMk cId="3861004301" sldId="262"/>
            <ac:spMk id="3" creationId="{934B9034-6B50-4CE7-95CB-3BA72A707581}"/>
          </ac:spMkLst>
        </pc:spChg>
      </pc:sldChg>
      <pc:sldMasterChg chg="addSldLayout">
        <pc:chgData name="Artyom" userId="2f0d4a8a008de216" providerId="LiveId" clId="{B7AF0F86-6BA4-4712-80C6-7E62034EC2B4}" dt="2022-12-18T00:22:04.909" v="0" actId="680"/>
        <pc:sldMasterMkLst>
          <pc:docMk/>
          <pc:sldMasterMk cId="1455291083" sldId="2147483648"/>
        </pc:sldMasterMkLst>
        <pc:sldLayoutChg chg="add">
          <pc:chgData name="Artyom" userId="2f0d4a8a008de216" providerId="LiveId" clId="{B7AF0F86-6BA4-4712-80C6-7E62034EC2B4}" dt="2022-12-18T00:22:04.909" v="0" actId="680"/>
          <pc:sldLayoutMkLst>
            <pc:docMk/>
            <pc:sldMasterMk cId="1455291083" sldId="2147483648"/>
            <pc:sldLayoutMk cId="946378182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4A686-7381-421B-A815-00B8C330CB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14F5EE8-3DE4-4117-9883-3BB33BB21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4637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29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8536E-568C-44EC-9B58-BBFF59668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5400" dirty="0"/>
              <a:t>Использование системы компьютерной</a:t>
            </a:r>
            <a:br>
              <a:rPr lang="ru-RU" sz="5400" dirty="0"/>
            </a:br>
            <a:r>
              <a:rPr lang="ru-RU" sz="5400" dirty="0"/>
              <a:t>алгебры при решении задач математического анализа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7EE29B-524C-4716-8E70-117FA119A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6124"/>
            <a:ext cx="9144000" cy="1655762"/>
          </a:xfrm>
        </p:spPr>
        <p:txBody>
          <a:bodyPr/>
          <a:lstStyle/>
          <a:p>
            <a:r>
              <a:rPr lang="ru-RU" dirty="0"/>
              <a:t>Автор: Гневнов Артем Евгеньевич, ИВТ 2.1, 1 курс</a:t>
            </a:r>
          </a:p>
        </p:txBody>
      </p:sp>
    </p:spTree>
    <p:extLst>
      <p:ext uri="{BB962C8B-B14F-4D97-AF65-F5344CB8AC3E}">
        <p14:creationId xmlns:p14="http://schemas.microsoft.com/office/powerpoint/2010/main" val="390349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43B626-CEAA-459C-8D6E-C77ABFDFE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0617"/>
            <a:ext cx="8889507" cy="962072"/>
          </a:xfrm>
        </p:spPr>
        <p:txBody>
          <a:bodyPr/>
          <a:lstStyle/>
          <a:p>
            <a:r>
              <a:rPr lang="ru-RU" dirty="0"/>
              <a:t>Ввод и </a:t>
            </a:r>
            <a:r>
              <a:rPr lang="ru-RU"/>
              <a:t>вывод функций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79A6CB-9354-45AD-BEF8-0D2AF8415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3099"/>
            <a:ext cx="9144000" cy="2434701"/>
          </a:xfrm>
        </p:spPr>
        <p:txBody>
          <a:bodyPr/>
          <a:lstStyle/>
          <a:p>
            <a:pPr algn="just"/>
            <a:r>
              <a:rPr lang="ru-RU" sz="2800" dirty="0"/>
              <a:t>Ввод осуществляется при помощи клавиатуры. Функцию можно ввести сразу, либо присвоить её значение переменной, для дальнейших вычислений. Вывод осуществляется при помощи комбинации «</a:t>
            </a:r>
            <a:r>
              <a:rPr lang="en-US" sz="2800" dirty="0"/>
              <a:t>Shift+Enter</a:t>
            </a:r>
            <a:r>
              <a:rPr lang="ru-RU" sz="2800" dirty="0"/>
              <a:t>»</a:t>
            </a:r>
            <a:r>
              <a:rPr lang="en-US" sz="2800" dirty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3330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59B02F-D418-4FBE-A4A8-AF37B95C3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2676" y="426128"/>
            <a:ext cx="8552155" cy="962072"/>
          </a:xfrm>
        </p:spPr>
        <p:txBody>
          <a:bodyPr/>
          <a:lstStyle/>
          <a:p>
            <a:r>
              <a:rPr lang="ru-RU" dirty="0"/>
              <a:t>Решение пределов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6FC6F7-6948-495E-8F6D-D864E0684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474" y="1819922"/>
            <a:ext cx="3755253" cy="3311870"/>
          </a:xfrm>
        </p:spPr>
        <p:txBody>
          <a:bodyPr/>
          <a:lstStyle/>
          <a:p>
            <a:pPr algn="l"/>
            <a:r>
              <a:rPr lang="ru-RU" dirty="0"/>
              <a:t>Для вычисления пределов используется функция «</a:t>
            </a:r>
            <a:r>
              <a:rPr lang="ru-RU" dirty="0" err="1"/>
              <a:t>limit</a:t>
            </a:r>
            <a:r>
              <a:rPr lang="ru-RU" dirty="0"/>
              <a:t>(функция, переменная, значение)», или «</a:t>
            </a:r>
            <a:r>
              <a:rPr lang="ru-RU" dirty="0" err="1"/>
              <a:t>limit</a:t>
            </a:r>
            <a:r>
              <a:rPr lang="ru-RU" dirty="0"/>
              <a:t>(функция, переменная, значение, слева/справа)» (предел слева обозначает </a:t>
            </a:r>
            <a:r>
              <a:rPr lang="ru-RU" dirty="0" err="1"/>
              <a:t>minus</a:t>
            </a:r>
            <a:r>
              <a:rPr lang="ru-RU" dirty="0"/>
              <a:t>, а справа – </a:t>
            </a:r>
            <a:r>
              <a:rPr lang="ru-RU" dirty="0" err="1"/>
              <a:t>plus</a:t>
            </a:r>
            <a:r>
              <a:rPr lang="ru-RU" dirty="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9CDB12-296B-42C8-AF4A-B878E6E87ADB}"/>
              </a:ext>
            </a:extLst>
          </p:cNvPr>
          <p:cNvSpPr txBox="1"/>
          <p:nvPr/>
        </p:nvSpPr>
        <p:spPr>
          <a:xfrm>
            <a:off x="5142390" y="1819920"/>
            <a:ext cx="53243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Пример задания: вычислите предел неопределённой дроби: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E40CB5-3100-4FB2-9C2D-D0B2D0F9E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583" y="2778994"/>
            <a:ext cx="1824210" cy="6500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F86DBA-A8CC-4A8F-95A9-91EC9B5DFBF2}"/>
              </a:ext>
            </a:extLst>
          </p:cNvPr>
          <p:cNvSpPr txBox="1"/>
          <p:nvPr/>
        </p:nvSpPr>
        <p:spPr>
          <a:xfrm>
            <a:off x="5142390" y="3541541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Решение в </a:t>
            </a:r>
            <a:r>
              <a:rPr lang="en-US" sz="2400" dirty="0"/>
              <a:t>Maxima: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BC0C94-901D-43E1-8A5D-C840A47B4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115" y="4115747"/>
            <a:ext cx="4094657" cy="10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89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3B8A1-19A1-459B-AF01-6F980DEC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4209" y="461638"/>
            <a:ext cx="8303581" cy="979827"/>
          </a:xfrm>
        </p:spPr>
        <p:txBody>
          <a:bodyPr/>
          <a:lstStyle/>
          <a:p>
            <a:r>
              <a:rPr lang="ru-RU" dirty="0"/>
              <a:t>Решение производных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F39C56-B460-44C8-AE1B-D7EB0392C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7351" y="1928674"/>
            <a:ext cx="4057095" cy="3000652"/>
          </a:xfrm>
        </p:spPr>
        <p:txBody>
          <a:bodyPr/>
          <a:lstStyle/>
          <a:p>
            <a:pPr algn="l"/>
            <a:r>
              <a:rPr lang="ru-RU" sz="2400" dirty="0"/>
              <a:t>Для вычисления производной используйте функцию </a:t>
            </a:r>
            <a:r>
              <a:rPr lang="en-US" sz="2400" dirty="0"/>
              <a:t>diff(</a:t>
            </a:r>
            <a:r>
              <a:rPr lang="ru-RU" sz="2400" dirty="0"/>
              <a:t>функция, переменная, порядок производной). Если порядок производной равен 1, то его можно не указывать.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46A33-1C4C-4FB4-92E5-4078E4EC90D4}"/>
              </a:ext>
            </a:extLst>
          </p:cNvPr>
          <p:cNvSpPr txBox="1"/>
          <p:nvPr/>
        </p:nvSpPr>
        <p:spPr>
          <a:xfrm>
            <a:off x="5186778" y="1928674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Пример задания: вычислите производную функции: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B5694E-1747-4F34-B940-9D3D07A2F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111" y="2759671"/>
            <a:ext cx="2549853" cy="755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33321-8135-4F2C-9D56-C0E0880C9A22}"/>
              </a:ext>
            </a:extLst>
          </p:cNvPr>
          <p:cNvSpPr txBox="1"/>
          <p:nvPr/>
        </p:nvSpPr>
        <p:spPr>
          <a:xfrm>
            <a:off x="5186777" y="3590668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Решение в </a:t>
            </a:r>
            <a:r>
              <a:rPr lang="en-US" sz="2400" dirty="0"/>
              <a:t>Maxima: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F4BADB0-BE0F-4DEE-A221-E3D038478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353" y="4052333"/>
            <a:ext cx="2535286" cy="125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4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FD565-E443-40D6-BA53-10E1B4992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6404"/>
            <a:ext cx="9144000" cy="1909763"/>
          </a:xfrm>
        </p:spPr>
        <p:txBody>
          <a:bodyPr/>
          <a:lstStyle/>
          <a:p>
            <a:r>
              <a:rPr lang="ru-RU" dirty="0"/>
              <a:t>Решение неопределённого интеграла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99BC68-8F32-479A-A69E-2E47BF681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108" y="2423604"/>
            <a:ext cx="3773010" cy="3932808"/>
          </a:xfrm>
        </p:spPr>
        <p:txBody>
          <a:bodyPr/>
          <a:lstStyle/>
          <a:p>
            <a:pPr algn="l"/>
            <a:r>
              <a:rPr lang="ru-RU" sz="2400" dirty="0"/>
              <a:t>Для вычисления неопределённого интеграла используется функция «</a:t>
            </a:r>
            <a:r>
              <a:rPr lang="en-US" sz="2400" dirty="0"/>
              <a:t>integrate(</a:t>
            </a:r>
            <a:r>
              <a:rPr lang="ru-RU" sz="2400" dirty="0"/>
              <a:t>функция, переменная)».</a:t>
            </a:r>
          </a:p>
          <a:p>
            <a:pPr algn="l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9D42F-46C7-4C7E-99C8-6B8B43F168C9}"/>
              </a:ext>
            </a:extLst>
          </p:cNvPr>
          <p:cNvSpPr txBox="1"/>
          <p:nvPr/>
        </p:nvSpPr>
        <p:spPr>
          <a:xfrm>
            <a:off x="4645239" y="2423604"/>
            <a:ext cx="63630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/>
              <a:t>Пример задания: вычислите неопределённый интеграл: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20767C-014D-4DB9-A53B-2052109E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4026" y="3254600"/>
            <a:ext cx="1895210" cy="6604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4B1B38-118C-41DA-848E-3265264BE3A6}"/>
              </a:ext>
            </a:extLst>
          </p:cNvPr>
          <p:cNvSpPr txBox="1"/>
          <p:nvPr/>
        </p:nvSpPr>
        <p:spPr>
          <a:xfrm>
            <a:off x="4645239" y="4159175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Решение в </a:t>
            </a:r>
            <a:r>
              <a:rPr lang="en-US" sz="2400" dirty="0"/>
              <a:t>Maxima: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DF32FCA-9997-46BD-BF16-9254FA663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65" y="4682984"/>
            <a:ext cx="3285731" cy="90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0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3662D-AD9D-45D1-91F7-DB40FFCBD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8649"/>
            <a:ext cx="9144000" cy="1909763"/>
          </a:xfrm>
        </p:spPr>
        <p:txBody>
          <a:bodyPr/>
          <a:lstStyle/>
          <a:p>
            <a:r>
              <a:rPr lang="ru-RU" dirty="0"/>
              <a:t>Решение определённого интеграла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556551-CD56-4079-91F6-6263C8BC1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30" y="2370337"/>
            <a:ext cx="4136994" cy="3630967"/>
          </a:xfrm>
        </p:spPr>
        <p:txBody>
          <a:bodyPr/>
          <a:lstStyle/>
          <a:p>
            <a:pPr algn="l"/>
            <a:r>
              <a:rPr lang="ru-RU" sz="2400" dirty="0"/>
              <a:t>Для вычисления определённого интеграла используется функция «</a:t>
            </a:r>
            <a:r>
              <a:rPr lang="en-US" sz="2400" dirty="0"/>
              <a:t>integrate(</a:t>
            </a:r>
            <a:r>
              <a:rPr lang="ru-RU" sz="2400" dirty="0"/>
              <a:t>функция, переменная, нижний предел, верхний предел)».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04BB0-6E54-454E-97E7-130EB9B87574}"/>
              </a:ext>
            </a:extLst>
          </p:cNvPr>
          <p:cNvSpPr txBox="1"/>
          <p:nvPr/>
        </p:nvSpPr>
        <p:spPr>
          <a:xfrm>
            <a:off x="5497498" y="2370337"/>
            <a:ext cx="6094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Пример задания: вычислите определённый интеграл: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F271FA-A084-43E6-AE64-4F30E7F1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382" y="3201334"/>
            <a:ext cx="1720751" cy="830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ECEA16-4A69-4019-82FE-E45F8D7DF534}"/>
              </a:ext>
            </a:extLst>
          </p:cNvPr>
          <p:cNvSpPr txBox="1"/>
          <p:nvPr/>
        </p:nvSpPr>
        <p:spPr>
          <a:xfrm>
            <a:off x="5497497" y="4188039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Решение в </a:t>
            </a:r>
            <a:r>
              <a:rPr lang="en-US" sz="2400" dirty="0"/>
              <a:t>Maxima:</a:t>
            </a:r>
            <a:endParaRPr lang="ru-RU" sz="2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108B87D-399B-464D-9915-144FEE798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21" y="4698345"/>
            <a:ext cx="4339671" cy="75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63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B3844-02DA-4B5B-A6D0-3F4F3EAB2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224" y="381740"/>
            <a:ext cx="8969406" cy="784518"/>
          </a:xfrm>
        </p:spPr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34B9034-6B50-4CE7-95CB-3BA72A707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6140" y="2260476"/>
            <a:ext cx="9599720" cy="2337047"/>
          </a:xfrm>
        </p:spPr>
        <p:txBody>
          <a:bodyPr/>
          <a:lstStyle/>
          <a:p>
            <a:pPr algn="just"/>
            <a:r>
              <a:rPr lang="ru-RU" sz="3200" dirty="0"/>
              <a:t>Система компьютерной алгебры </a:t>
            </a:r>
            <a:r>
              <a:rPr lang="en-US" sz="3200" dirty="0"/>
              <a:t>Maxima</a:t>
            </a:r>
            <a:r>
              <a:rPr lang="ru-RU" sz="3200"/>
              <a:t>(20.04.0) </a:t>
            </a:r>
            <a:r>
              <a:rPr lang="ru-RU" sz="3200" dirty="0"/>
              <a:t>имеет весь функционал для работы с математическим анализов.</a:t>
            </a:r>
          </a:p>
        </p:txBody>
      </p:sp>
    </p:spTree>
    <p:extLst>
      <p:ext uri="{BB962C8B-B14F-4D97-AF65-F5344CB8AC3E}">
        <p14:creationId xmlns:p14="http://schemas.microsoft.com/office/powerpoint/2010/main" val="38610043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226</Words>
  <Application>Microsoft Office PowerPoint</Application>
  <PresentationFormat>Широкоэкранный</PresentationFormat>
  <Paragraphs>22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Использование системы компьютерной алгебры при решении задач математического анализа</vt:lpstr>
      <vt:lpstr>Ввод и вывод функций</vt:lpstr>
      <vt:lpstr>Решение пределов</vt:lpstr>
      <vt:lpstr>Решение производных</vt:lpstr>
      <vt:lpstr>Решение неопределённого интеграла</vt:lpstr>
      <vt:lpstr>Решение определённого интеграла</vt:lpstr>
      <vt:lpstr>Итог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Использование системы компьютерной алгебры при решении задач математического анализа</dc:title>
  <dc:creator>Artyom</dc:creator>
  <cp:lastModifiedBy>Artyom</cp:lastModifiedBy>
  <cp:revision>1</cp:revision>
  <dcterms:created xsi:type="dcterms:W3CDTF">2022-12-18T00:22:03Z</dcterms:created>
  <dcterms:modified xsi:type="dcterms:W3CDTF">2022-12-18T00:39:23Z</dcterms:modified>
</cp:coreProperties>
</file>