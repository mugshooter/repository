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mitry" initials="BD" lastIdx="1" clrIdx="0">
    <p:extLst>
      <p:ext uri="{19B8F6BF-5375-455C-9EA6-DF929625EA0E}">
        <p15:presenceInfo xmlns:p15="http://schemas.microsoft.com/office/powerpoint/2012/main" userId="Dmit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651" y="-2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CB55110B-57B4-43C5-ADDB-AEC1ED5F9326}"/>
    <pc:docChg chg="custSel modSld">
      <pc:chgData name="Artyom" userId="2f0d4a8a008de216" providerId="LiveId" clId="{CB55110B-57B4-43C5-ADDB-AEC1ED5F9326}" dt="2022-10-25T20:08:26.774" v="37" actId="20577"/>
      <pc:docMkLst>
        <pc:docMk/>
      </pc:docMkLst>
      <pc:sldChg chg="addSp delSp modSp mod delCm">
        <pc:chgData name="Artyom" userId="2f0d4a8a008de216" providerId="LiveId" clId="{CB55110B-57B4-43C5-ADDB-AEC1ED5F9326}" dt="2022-10-25T20:08:26.774" v="37" actId="20577"/>
        <pc:sldMkLst>
          <pc:docMk/>
          <pc:sldMk cId="276605239" sldId="256"/>
        </pc:sldMkLst>
        <pc:spChg chg="mod">
          <ac:chgData name="Artyom" userId="2f0d4a8a008de216" providerId="LiveId" clId="{CB55110B-57B4-43C5-ADDB-AEC1ED5F9326}" dt="2022-10-25T20:02:53.550" v="17" actId="14100"/>
          <ac:spMkLst>
            <pc:docMk/>
            <pc:sldMk cId="276605239" sldId="256"/>
            <ac:spMk id="2" creationId="{3CE69177-B40E-4343-8C6F-70BAAAFECCD4}"/>
          </ac:spMkLst>
        </pc:spChg>
        <pc:spChg chg="mod">
          <ac:chgData name="Artyom" userId="2f0d4a8a008de216" providerId="LiveId" clId="{CB55110B-57B4-43C5-ADDB-AEC1ED5F9326}" dt="2022-10-25T20:08:26.774" v="37" actId="20577"/>
          <ac:spMkLst>
            <pc:docMk/>
            <pc:sldMk cId="276605239" sldId="256"/>
            <ac:spMk id="3" creationId="{68B0571B-EB4E-4869-94C4-0D0EB3621BE7}"/>
          </ac:spMkLst>
        </pc:spChg>
        <pc:spChg chg="mod">
          <ac:chgData name="Artyom" userId="2f0d4a8a008de216" providerId="LiveId" clId="{CB55110B-57B4-43C5-ADDB-AEC1ED5F9326}" dt="2022-10-25T20:05:45.065" v="23" actId="120"/>
          <ac:spMkLst>
            <pc:docMk/>
            <pc:sldMk cId="276605239" sldId="256"/>
            <ac:spMk id="9" creationId="{5C21578B-7423-4050-BB8A-21CB3BDC74B7}"/>
          </ac:spMkLst>
        </pc:spChg>
        <pc:picChg chg="add mod">
          <ac:chgData name="Artyom" userId="2f0d4a8a008de216" providerId="LiveId" clId="{CB55110B-57B4-43C5-ADDB-AEC1ED5F9326}" dt="2022-10-25T19:58:05.633" v="9" actId="14100"/>
          <ac:picMkLst>
            <pc:docMk/>
            <pc:sldMk cId="276605239" sldId="256"/>
            <ac:picMk id="5" creationId="{CDF70D9E-B492-45B8-B4B2-E723AA3BD541}"/>
          </ac:picMkLst>
        </pc:picChg>
        <pc:picChg chg="add mod">
          <ac:chgData name="Artyom" userId="2f0d4a8a008de216" providerId="LiveId" clId="{CB55110B-57B4-43C5-ADDB-AEC1ED5F9326}" dt="2022-10-25T20:00:42.913" v="14" actId="14100"/>
          <ac:picMkLst>
            <pc:docMk/>
            <pc:sldMk cId="276605239" sldId="256"/>
            <ac:picMk id="7" creationId="{D66E1306-0109-4A40-9281-D1C7D749E074}"/>
          </ac:picMkLst>
        </pc:picChg>
        <pc:picChg chg="del">
          <ac:chgData name="Artyom" userId="2f0d4a8a008de216" providerId="LiveId" clId="{CB55110B-57B4-43C5-ADDB-AEC1ED5F9326}" dt="2022-10-25T19:57:27.637" v="1" actId="478"/>
          <ac:picMkLst>
            <pc:docMk/>
            <pc:sldMk cId="276605239" sldId="256"/>
            <ac:picMk id="1026" creationId="{4211FEA8-58FF-41F9-8328-4F3D4ED29C4D}"/>
          </ac:picMkLst>
        </pc:picChg>
        <pc:picChg chg="del">
          <ac:chgData name="Artyom" userId="2f0d4a8a008de216" providerId="LiveId" clId="{CB55110B-57B4-43C5-ADDB-AEC1ED5F9326}" dt="2022-10-25T20:00:26.274" v="10" actId="478"/>
          <ac:picMkLst>
            <pc:docMk/>
            <pc:sldMk cId="276605239" sldId="256"/>
            <ac:picMk id="1028" creationId="{AD01A65A-952B-4EC0-874C-1B696E6D2C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33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11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53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53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7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41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47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60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41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C630B-34B6-4319-9D67-92064D7ED472}" type="datetimeFigureOut">
              <a:rPr lang="ru-RU" smtClean="0"/>
              <a:t>25.10.2022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877A7-051D-4097-8E7E-753EA2964B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98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69177-B40E-4343-8C6F-70BAAAFEC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11150"/>
            <a:ext cx="6784848" cy="1819910"/>
          </a:xfrm>
        </p:spPr>
        <p:txBody>
          <a:bodyPr>
            <a:noAutofit/>
          </a:bodyPr>
          <a:lstStyle/>
          <a:p>
            <a:r>
              <a:rPr lang="ru-RU" sz="2000" b="1" dirty="0">
                <a:latin typeface="Arial" panose="020B0604020202020204" pitchFamily="34" charset="0"/>
              </a:rPr>
              <a:t>Исследовать движение тела, брошенного под углом к горизонту</a:t>
            </a:r>
            <a:br>
              <a:rPr lang="en-US" sz="2000" dirty="0">
                <a:latin typeface="Arial" panose="020B0604020202020204" pitchFamily="34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Гневнов А.Е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Адаменко С.С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Баранов Д.А.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Зотиковна В.Е.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РГПУ им. А. И. Герцена. Санкт-Петербург.</a:t>
            </a:r>
            <a:br>
              <a:rPr lang="en-US" sz="1600" dirty="0">
                <a:latin typeface="Arial" panose="020B0604020202020204" pitchFamily="34" charset="0"/>
              </a:rPr>
            </a:br>
            <a:endParaRPr lang="ru-RU" sz="1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B0571B-EB4E-4869-94C4-0D0EB3621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512"/>
            <a:ext cx="6720840" cy="3157537"/>
          </a:xfrm>
        </p:spPr>
        <p:txBody>
          <a:bodyPr>
            <a:normAutofit/>
          </a:bodyPr>
          <a:lstStyle/>
          <a:p>
            <a:pPr algn="just"/>
            <a:r>
              <a:rPr lang="ru-RU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Настоящее исследование посвящено 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проведению вычислительного эксперимента по исследованию движение тела, брошенного под углом к горизонту. </a:t>
            </a:r>
            <a:r>
              <a:rPr lang="ru-RU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задача 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подразумевает исследовать движение тела, брошенного под углом к горизонту. В процессе исследования использовалась вычислительная техника для проведения вычислительных экспериментов. В ходе эксперимента не учитывались такие параметры как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воздействие ветра, температура окружающей среды, сопротивление воздуха. Так как в горизонтальное направление снаряд летит равномерно, его координаты в любой момент времени рассчитывались по формулам представленным </a:t>
            </a:r>
            <a:r>
              <a:rPr lang="ru-RU" sz="12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рисунке 4. 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момент времени 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когда снаряд упадёт на землю его координаты представлены </a:t>
            </a:r>
            <a:r>
              <a:rPr lang="ru-RU" sz="12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рисунке 5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125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Результатом исследования </a:t>
            </a:r>
            <a:r>
              <a:rPr lang="ru-RU" sz="125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 зависимости дальности полёта от угла наклона ствола и высоты пушки. Максимальная дальность стрельбы достигается при угле наклона 45</a:t>
            </a:r>
            <a:r>
              <a:rPr lang="ru-RU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  <a:r>
              <a:rPr lang="en-US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продемонстрировано </a:t>
            </a:r>
            <a:r>
              <a:rPr lang="ru-RU" sz="12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рисунке 2 </a:t>
            </a:r>
            <a:r>
              <a:rPr lang="ru-RU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увеличивается при увеличении высоты расположения пушки продемонстрировано </a:t>
            </a:r>
            <a:r>
              <a:rPr lang="ru-RU" sz="125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рисунке 3</a:t>
            </a:r>
            <a:r>
              <a:rPr lang="ru-RU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2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5C0416A-DAA5-440B-8ED7-1E67EB2FE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9" y="6121287"/>
            <a:ext cx="3341337" cy="199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C243E6B-2859-4031-BA60-BBE7B7CE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818" y="6415942"/>
            <a:ext cx="1639593" cy="102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DFC886B8-A881-42DE-8005-9F3D9EB34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7624070"/>
            <a:ext cx="1727237" cy="607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0B0656-E197-4477-8D7F-84428C364657}"/>
              </a:ext>
            </a:extLst>
          </p:cNvPr>
          <p:cNvSpPr txBox="1"/>
          <p:nvPr/>
        </p:nvSpPr>
        <p:spPr>
          <a:xfrm>
            <a:off x="-58936" y="8198578"/>
            <a:ext cx="50881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Юрьев А.А автор книги «Пулевая спортивная стрельба» Ч517.235,0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ru-RU" sz="125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И. Д. Сытина автор книжного издания 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125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Военная энциклопедия» 2011-2015</a:t>
            </a:r>
            <a:endParaRPr lang="ru-RU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Дюкманс Гюнтер. Основы баллистики</a:t>
            </a:r>
          </a:p>
          <a:p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Клименко Л. Д. Расчёт скорости полёта снарядов различной формы и размеров по расстоянию выстрела //Экспертная техника.—М.:ВНИИСЭ.–1981.–№. 72.–С. 19-53.</a:t>
            </a:r>
          </a:p>
          <a:p>
            <a:endParaRPr lang="ru-RU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21578B-7423-4050-BB8A-21CB3BDC74B7}"/>
              </a:ext>
            </a:extLst>
          </p:cNvPr>
          <p:cNvSpPr txBox="1"/>
          <p:nvPr/>
        </p:nvSpPr>
        <p:spPr>
          <a:xfrm>
            <a:off x="5126237" y="6300694"/>
            <a:ext cx="1837271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исследования использовался язык программирования </a:t>
            </a:r>
            <a:r>
              <a:rPr lang="en-US" sz="1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 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Подключались модули</a:t>
            </a:r>
            <a:r>
              <a:rPr lang="en-US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 </a:t>
            </a:r>
            <a:r>
              <a:rPr lang="ru-RU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создания окна вывода графиков, </a:t>
            </a:r>
            <a:r>
              <a:rPr lang="en-US" sz="125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подсчёта</a:t>
            </a:r>
            <a:r>
              <a:rPr lang="en-US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5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тригонометрических функций, </a:t>
            </a:r>
            <a:r>
              <a:rPr lang="en-US" sz="125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pylab</a:t>
            </a:r>
            <a:r>
              <a:rPr lang="en-US" sz="12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вывода графиков представлены </a:t>
            </a:r>
            <a:r>
              <a:rPr lang="ru-RU" sz="125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рисунках 1,2,3</a:t>
            </a:r>
            <a:r>
              <a:rPr lang="ru-RU" sz="12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5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ru-RU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F70D9E-B492-45B8-B4B2-E723AA3BD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9" y="4092291"/>
            <a:ext cx="3261821" cy="18847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6E1306-0109-4A40-9281-D1C7D749E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859" y="4092290"/>
            <a:ext cx="3271563" cy="188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52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302</Words>
  <Application>Microsoft Office PowerPoint</Application>
  <PresentationFormat>Лист A4 (210x297 мм)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Исследовать движение тела, брошенного под углом к горизонту Гневнов А.Е., Адаменко С.С., Баранов Д.А. Зотиковна В.Е. РГПУ им. А. И. Герцена. Санкт-Петербург.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Исследовать движение тела, брошенного под углом к горизонту Гневнов А.Е., Адаменко С.С., Баранов Д.А. РГПУ им. А. И. Герцена Зотиковна В.Е.</dc:title>
  <dc:creator>Dmitry</dc:creator>
  <cp:lastModifiedBy>Artyom</cp:lastModifiedBy>
  <cp:revision>19</cp:revision>
  <dcterms:created xsi:type="dcterms:W3CDTF">2022-10-24T18:23:47Z</dcterms:created>
  <dcterms:modified xsi:type="dcterms:W3CDTF">2022-10-25T20:09:56Z</dcterms:modified>
</cp:coreProperties>
</file>