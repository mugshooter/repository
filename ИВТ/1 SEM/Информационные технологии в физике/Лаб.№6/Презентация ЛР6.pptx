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bdc9bba9a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bdc9bba9a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bdc9bba9a2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bdc9bba9a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dc9bba9a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dc9bba9a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bdc9bba9a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bdc9bba9a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bdc9bba9a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bdc9bba9a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bdc9bba9a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bdc9bba9a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78983" y="19078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ru" sz="3000">
                <a:latin typeface="Times New Roman"/>
                <a:ea typeface="Times New Roman"/>
                <a:cs typeface="Times New Roman"/>
                <a:sym typeface="Times New Roman"/>
              </a:rPr>
              <a:t>Лабораторной работе №6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 sz="3000">
                <a:latin typeface="Times New Roman"/>
                <a:ea typeface="Times New Roman"/>
                <a:cs typeface="Times New Roman"/>
                <a:sym typeface="Times New Roman"/>
              </a:rPr>
              <a:t>«Источник постоянного тока»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4680"/>
          </a:p>
        </p:txBody>
      </p:sp>
      <p:sp>
        <p:nvSpPr>
          <p:cNvPr id="55" name="Google Shape;55;p13"/>
          <p:cNvSpPr txBox="1"/>
          <p:nvPr/>
        </p:nvSpPr>
        <p:spPr>
          <a:xfrm>
            <a:off x="7415700" y="3833225"/>
            <a:ext cx="17283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Выполнили: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Адаменко С. С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Гневнов А. Е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Баранов Д. А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50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Тема</a:t>
            </a: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Исследование источника постоянного тока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Цель</a:t>
            </a: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Исследовать условия работы источника тока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Используемое оборудование</a:t>
            </a:r>
            <a:r>
              <a:rPr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ПК, среда разработки Pycharm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48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Постановка задачи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 тока имеет э. д. с. Ɛ и внутреннее сопротивление r. Исследовать условия работы такого источника: найти зависимость напряжения на нагрузке U, полной мощности P, полезной мощности Pп и коэффициента полезного действия η от создаваемого </a:t>
            </a:r>
            <a:r>
              <a:rPr lang="ru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источником тока I.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00" y="2148150"/>
            <a:ext cx="2432200" cy="235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220"/>
              <a:t>Код программы:</a:t>
            </a:r>
            <a:endParaRPr b="1" sz="2220"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3150" y="1082175"/>
            <a:ext cx="3173051" cy="317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249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ru" sz="2220"/>
              <a:t>Результат работы:</a:t>
            </a:r>
            <a:endParaRPr b="1" sz="2220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550" y="901563"/>
            <a:ext cx="7677150" cy="404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95325" y="260375"/>
            <a:ext cx="8520600" cy="40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24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Анализ результатов работы: </a:t>
            </a:r>
            <a:endParaRPr b="1" sz="324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проделанной работы были получены графики зависимости U(I), P(I), Pп(I), η(I). Полученный график позволяет сделать вывод, что при увеличении силы тока:</a:t>
            </a:r>
            <a:endParaRPr sz="2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 Напряжение тока уменьшается;</a:t>
            </a:r>
            <a:endParaRPr sz="2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 Полная мощность тока увеличивается;</a:t>
            </a:r>
            <a:endParaRPr sz="2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 Полезная мощность сначала увеличивается, достигая максимума, а затем уменьшается;</a:t>
            </a:r>
            <a:endParaRPr sz="2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8596"/>
              <a:buFont typeface="Arial"/>
              <a:buNone/>
            </a:pPr>
            <a:r>
              <a:rPr lang="ru" sz="28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 Коэффициент полезного действия уменьшается.</a:t>
            </a:r>
            <a:endParaRPr sz="28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Вывод по лабораторной работе: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ходе работы были исследованы условия работы силы тока, вычислена зависимость напряжения на нагрузке U, полной мощности P, полезной мощности Pп и коэффициента полезного действия η от создаваемого источником тока I.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