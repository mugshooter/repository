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3385598F-9E88-44D1-8EA4-A88AC36C0571}"/>
    <pc:docChg chg="undo custSel addSld modSld">
      <pc:chgData name="Artyom" userId="2f0d4a8a008de216" providerId="LiveId" clId="{3385598F-9E88-44D1-8EA4-A88AC36C0571}" dt="2022-12-25T19:02:57.629" v="324" actId="20577"/>
      <pc:docMkLst>
        <pc:docMk/>
      </pc:docMkLst>
      <pc:sldChg chg="addSp delSp modSp new mod">
        <pc:chgData name="Artyom" userId="2f0d4a8a008de216" providerId="LiveId" clId="{3385598F-9E88-44D1-8EA4-A88AC36C0571}" dt="2022-12-25T18:43:48.235" v="108" actId="20577"/>
        <pc:sldMkLst>
          <pc:docMk/>
          <pc:sldMk cId="610837368" sldId="256"/>
        </pc:sldMkLst>
        <pc:spChg chg="mod">
          <ac:chgData name="Artyom" userId="2f0d4a8a008de216" providerId="LiveId" clId="{3385598F-9E88-44D1-8EA4-A88AC36C0571}" dt="2022-12-25T18:42:32.781" v="89" actId="1076"/>
          <ac:spMkLst>
            <pc:docMk/>
            <pc:sldMk cId="610837368" sldId="256"/>
            <ac:spMk id="2" creationId="{293182CD-60F7-4ECA-AECB-DE7C59F3FA4F}"/>
          </ac:spMkLst>
        </pc:spChg>
        <pc:spChg chg="mod">
          <ac:chgData name="Artyom" userId="2f0d4a8a008de216" providerId="LiveId" clId="{3385598F-9E88-44D1-8EA4-A88AC36C0571}" dt="2022-12-25T18:42:36.278" v="90" actId="1076"/>
          <ac:spMkLst>
            <pc:docMk/>
            <pc:sldMk cId="610837368" sldId="256"/>
            <ac:spMk id="3" creationId="{800D9345-7709-44B8-A11A-14D7091E8843}"/>
          </ac:spMkLst>
        </pc:spChg>
        <pc:spChg chg="add del">
          <ac:chgData name="Artyom" userId="2f0d4a8a008de216" providerId="LiveId" clId="{3385598F-9E88-44D1-8EA4-A88AC36C0571}" dt="2022-12-25T18:41:48.740" v="70" actId="478"/>
          <ac:spMkLst>
            <pc:docMk/>
            <pc:sldMk cId="610837368" sldId="256"/>
            <ac:spMk id="4" creationId="{8EFC1467-DF3A-4F11-A7EA-3991D1A76310}"/>
          </ac:spMkLst>
        </pc:spChg>
        <pc:spChg chg="add mod">
          <ac:chgData name="Artyom" userId="2f0d4a8a008de216" providerId="LiveId" clId="{3385598F-9E88-44D1-8EA4-A88AC36C0571}" dt="2022-12-25T18:43:48.235" v="108" actId="20577"/>
          <ac:spMkLst>
            <pc:docMk/>
            <pc:sldMk cId="610837368" sldId="256"/>
            <ac:spMk id="5" creationId="{350DD326-BBAD-410C-AA59-662BDDB09C55}"/>
          </ac:spMkLst>
        </pc:spChg>
        <pc:spChg chg="add del">
          <ac:chgData name="Artyom" userId="2f0d4a8a008de216" providerId="LiveId" clId="{3385598F-9E88-44D1-8EA4-A88AC36C0571}" dt="2022-12-25T18:43:15.010" v="93" actId="22"/>
          <ac:spMkLst>
            <pc:docMk/>
            <pc:sldMk cId="610837368" sldId="256"/>
            <ac:spMk id="9" creationId="{D5BC2A0D-4978-4A7D-99E0-405926953D28}"/>
          </ac:spMkLst>
        </pc:spChg>
        <pc:picChg chg="add del">
          <ac:chgData name="Artyom" userId="2f0d4a8a008de216" providerId="LiveId" clId="{3385598F-9E88-44D1-8EA4-A88AC36C0571}" dt="2022-12-25T18:41:48.740" v="70" actId="478"/>
          <ac:picMkLst>
            <pc:docMk/>
            <pc:sldMk cId="610837368" sldId="256"/>
            <ac:picMk id="1026" creationId="{65FA8EBA-7B4F-4BA9-89D0-93DA9B54ED32}"/>
          </ac:picMkLst>
        </pc:picChg>
        <pc:picChg chg="add del mod">
          <ac:chgData name="Artyom" userId="2f0d4a8a008de216" providerId="LiveId" clId="{3385598F-9E88-44D1-8EA4-A88AC36C0571}" dt="2022-12-25T18:42:00.603" v="79" actId="478"/>
          <ac:picMkLst>
            <pc:docMk/>
            <pc:sldMk cId="610837368" sldId="256"/>
            <ac:picMk id="1028" creationId="{71351CEA-D5F7-471B-88D2-2075B9B3101C}"/>
          </ac:picMkLst>
        </pc:picChg>
      </pc:sldChg>
      <pc:sldChg chg="addSp delSp modSp new mod">
        <pc:chgData name="Artyom" userId="2f0d4a8a008de216" providerId="LiveId" clId="{3385598F-9E88-44D1-8EA4-A88AC36C0571}" dt="2022-12-25T19:02:57.629" v="324" actId="20577"/>
        <pc:sldMkLst>
          <pc:docMk/>
          <pc:sldMk cId="480720919" sldId="257"/>
        </pc:sldMkLst>
        <pc:spChg chg="del">
          <ac:chgData name="Artyom" userId="2f0d4a8a008de216" providerId="LiveId" clId="{3385598F-9E88-44D1-8EA4-A88AC36C0571}" dt="2022-12-25T18:48:51.453" v="109" actId="478"/>
          <ac:spMkLst>
            <pc:docMk/>
            <pc:sldMk cId="480720919" sldId="257"/>
            <ac:spMk id="2" creationId="{C90FAD36-B88D-4563-9C3E-A7C3FD1990F3}"/>
          </ac:spMkLst>
        </pc:spChg>
        <pc:spChg chg="add del mod">
          <ac:chgData name="Artyom" userId="2f0d4a8a008de216" providerId="LiveId" clId="{3385598F-9E88-44D1-8EA4-A88AC36C0571}" dt="2022-12-25T18:56:48.466" v="169" actId="14100"/>
          <ac:spMkLst>
            <pc:docMk/>
            <pc:sldMk cId="480720919" sldId="257"/>
            <ac:spMk id="3" creationId="{062B60E0-423B-4DFC-A61D-F35628A77C4B}"/>
          </ac:spMkLst>
        </pc:spChg>
        <pc:spChg chg="add mod">
          <ac:chgData name="Artyom" userId="2f0d4a8a008de216" providerId="LiveId" clId="{3385598F-9E88-44D1-8EA4-A88AC36C0571}" dt="2022-12-25T19:02:57.629" v="324" actId="20577"/>
          <ac:spMkLst>
            <pc:docMk/>
            <pc:sldMk cId="480720919" sldId="257"/>
            <ac:spMk id="9" creationId="{B679D346-1A4D-4164-9153-95AFF6866CF5}"/>
          </ac:spMkLst>
        </pc:spChg>
        <pc:spChg chg="add mod">
          <ac:chgData name="Artyom" userId="2f0d4a8a008de216" providerId="LiveId" clId="{3385598F-9E88-44D1-8EA4-A88AC36C0571}" dt="2022-12-25T18:59:44.511" v="308" actId="1076"/>
          <ac:spMkLst>
            <pc:docMk/>
            <pc:sldMk cId="480720919" sldId="257"/>
            <ac:spMk id="11" creationId="{14634ABC-89DE-4CA7-8A51-B3B0ED1ADF46}"/>
          </ac:spMkLst>
        </pc:spChg>
        <pc:spChg chg="add del">
          <ac:chgData name="Artyom" userId="2f0d4a8a008de216" providerId="LiveId" clId="{3385598F-9E88-44D1-8EA4-A88AC36C0571}" dt="2022-12-25T19:01:26.462" v="310" actId="22"/>
          <ac:spMkLst>
            <pc:docMk/>
            <pc:sldMk cId="480720919" sldId="257"/>
            <ac:spMk id="13" creationId="{3E0EE874-1DDC-48F1-90FB-3E438372C8E6}"/>
          </ac:spMkLst>
        </pc:spChg>
        <pc:spChg chg="add mod">
          <ac:chgData name="Artyom" userId="2f0d4a8a008de216" providerId="LiveId" clId="{3385598F-9E88-44D1-8EA4-A88AC36C0571}" dt="2022-12-25T19:01:37.097" v="314" actId="1076"/>
          <ac:spMkLst>
            <pc:docMk/>
            <pc:sldMk cId="480720919" sldId="257"/>
            <ac:spMk id="15" creationId="{B4BCF2FF-DA28-4B47-8D32-2EDCB445DD67}"/>
          </ac:spMkLst>
        </pc:spChg>
        <pc:picChg chg="add mod">
          <ac:chgData name="Artyom" userId="2f0d4a8a008de216" providerId="LiveId" clId="{3385598F-9E88-44D1-8EA4-A88AC36C0571}" dt="2022-12-25T18:58:52.521" v="174" actId="1076"/>
          <ac:picMkLst>
            <pc:docMk/>
            <pc:sldMk cId="480720919" sldId="257"/>
            <ac:picMk id="5" creationId="{1488CFD1-4D0F-4FA2-B847-9194EE9B98AC}"/>
          </ac:picMkLst>
        </pc:picChg>
        <pc:picChg chg="add mod">
          <ac:chgData name="Artyom" userId="2f0d4a8a008de216" providerId="LiveId" clId="{3385598F-9E88-44D1-8EA4-A88AC36C0571}" dt="2022-12-25T18:56:52.918" v="171" actId="1076"/>
          <ac:picMkLst>
            <pc:docMk/>
            <pc:sldMk cId="480720919" sldId="257"/>
            <ac:picMk id="7" creationId="{207B6A6F-FF33-4C39-A253-4F9731952106}"/>
          </ac:picMkLst>
        </pc:picChg>
      </pc:sldChg>
      <pc:sldMasterChg chg="addSldLayout">
        <pc:chgData name="Artyom" userId="2f0d4a8a008de216" providerId="LiveId" clId="{3385598F-9E88-44D1-8EA4-A88AC36C0571}" dt="2022-12-25T18:40:41.138" v="0" actId="680"/>
        <pc:sldMasterMkLst>
          <pc:docMk/>
          <pc:sldMasterMk cId="508203122" sldId="2147483648"/>
        </pc:sldMasterMkLst>
        <pc:sldLayoutChg chg="add">
          <pc:chgData name="Artyom" userId="2f0d4a8a008de216" providerId="LiveId" clId="{3385598F-9E88-44D1-8EA4-A88AC36C0571}" dt="2022-12-25T18:40:41.138" v="0" actId="680"/>
          <pc:sldLayoutMkLst>
            <pc:docMk/>
            <pc:sldMasterMk cId="508203122" sldId="2147483648"/>
            <pc:sldLayoutMk cId="247132199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BC6BD-9F83-4701-9FE5-BC944561B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A9B008-F3F8-4669-8BB6-8596DB0B4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7132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20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182CD-60F7-4ECA-AECB-DE7C59F3F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1720" y="451346"/>
            <a:ext cx="4924148" cy="1423711"/>
          </a:xfrm>
        </p:spPr>
        <p:txBody>
          <a:bodyPr/>
          <a:lstStyle/>
          <a:p>
            <a:r>
              <a:rPr lang="ru-RU" dirty="0"/>
              <a:t>Ранг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0D9345-7709-44B8-A11A-14D7091E8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4166" y="2661126"/>
            <a:ext cx="5456808" cy="1688977"/>
          </a:xfrm>
        </p:spPr>
        <p:txBody>
          <a:bodyPr/>
          <a:lstStyle/>
          <a:p>
            <a:r>
              <a:rPr lang="ru-RU" dirty="0"/>
              <a:t>Автор: Гневнов Артем Евгеньевич, 1 курс, ИВТ 2.1.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0DD326-BBAD-410C-AA59-662BDDB09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50" y="678966"/>
            <a:ext cx="5598849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Ранг нулевой матрицы любых размеров равен нулю.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Ранг любого ненулевого вектора-строки (вектора-столбца) равен единице.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dirty="0"/>
              <a:t>Е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сли в матрице произвольных размеров есть хотя бы один ненулевой элемент, то её ранг не меньше единицы.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083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2B60E0-423B-4DFC-A61D-F35628A77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063" y="248575"/>
            <a:ext cx="5379869" cy="1198485"/>
          </a:xfrm>
        </p:spPr>
        <p:txBody>
          <a:bodyPr/>
          <a:lstStyle/>
          <a:p>
            <a:r>
              <a:rPr lang="ru-RU" dirty="0"/>
              <a:t>НАХОЖДЕНИЯ МАТРИЦЫ МЕТОДОМ ЭЛЕМЕНТАРНЫХ ПРЕОБРАЗОВАНИЙ,БАЗИСНЫЙ МИНОР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88CFD1-4D0F-4FA2-B847-9194EE9B9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3" y="1447060"/>
            <a:ext cx="5488051" cy="40790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7B6A6F-FF33-4C39-A253-4F973195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475" y="1447060"/>
            <a:ext cx="5748291" cy="3644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79D346-1A4D-4164-9153-95AFF6866CF5}"/>
              </a:ext>
            </a:extLst>
          </p:cNvPr>
          <p:cNvSpPr txBox="1"/>
          <p:nvPr/>
        </p:nvSpPr>
        <p:spPr>
          <a:xfrm>
            <a:off x="6221596" y="248575"/>
            <a:ext cx="5488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НАХОЖДЕНИЕ  </a:t>
            </a:r>
            <a:r>
              <a:rPr lang="ru-RU" sz="2400" dirty="0" err="1"/>
              <a:t>РАНГа</a:t>
            </a:r>
            <a:r>
              <a:rPr lang="ru-RU" sz="2400" dirty="0"/>
              <a:t> МАТРИЦЫ МЕТОДОМ ОКАЙМЛЯЮЩИХ МИНОРОВ,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34ABC-89DE-4CA7-8A51-B3B0ED1ADF46}"/>
              </a:ext>
            </a:extLst>
          </p:cNvPr>
          <p:cNvSpPr txBox="1"/>
          <p:nvPr/>
        </p:nvSpPr>
        <p:spPr>
          <a:xfrm>
            <a:off x="213063" y="5551542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начало нужно привести матрицу А к ступенчатому ввиду, после посчитать количество ненулевых строк, это и есть ранг матрицы 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CF2FF-DA28-4B47-8D32-2EDCB445DD67}"/>
              </a:ext>
            </a:extLst>
          </p:cNvPr>
          <p:cNvSpPr txBox="1"/>
          <p:nvPr/>
        </p:nvSpPr>
        <p:spPr>
          <a:xfrm>
            <a:off x="6236560" y="5526097"/>
            <a:ext cx="5819314" cy="119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Метод окаймляющих миноров основан на том, что ранг данной матрицы равен порядку такого минора этой матрицы, который отличен от нуля, а все окаймляющие его миноры равны нулю.</a:t>
            </a:r>
          </a:p>
        </p:txBody>
      </p:sp>
    </p:spTree>
    <p:extLst>
      <p:ext uri="{BB962C8B-B14F-4D97-AF65-F5344CB8AC3E}">
        <p14:creationId xmlns:p14="http://schemas.microsoft.com/office/powerpoint/2010/main" val="4807209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</Words>
  <Application>Microsoft Office PowerPoint</Application>
  <PresentationFormat>Широкоэкранный</PresentationFormat>
  <Paragraphs>13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Ранг матрицы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Ранг матрицы</dc:title>
  <dc:creator>Artyom</dc:creator>
  <cp:lastModifiedBy>Artyom</cp:lastModifiedBy>
  <cp:revision>2</cp:revision>
  <dcterms:created xsi:type="dcterms:W3CDTF">2022-12-25T18:40:39Z</dcterms:created>
  <dcterms:modified xsi:type="dcterms:W3CDTF">2022-12-25T19:03:02Z</dcterms:modified>
</cp:coreProperties>
</file>