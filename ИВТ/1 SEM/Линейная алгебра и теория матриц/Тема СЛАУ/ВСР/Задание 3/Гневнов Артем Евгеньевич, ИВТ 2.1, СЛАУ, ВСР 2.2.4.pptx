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83538027-6E6E-4CEB-84DD-E65AFB5DB1B8}"/>
    <pc:docChg chg="undo redo custSel addSld modSld">
      <pc:chgData name="Artyom Gnevnov" userId="2f0d4a8a008de216" providerId="LiveId" clId="{83538027-6E6E-4CEB-84DD-E65AFB5DB1B8}" dt="2023-06-19T17:05:35.687" v="365" actId="14100"/>
      <pc:docMkLst>
        <pc:docMk/>
      </pc:docMkLst>
      <pc:sldChg chg="modSp new mod">
        <pc:chgData name="Artyom Gnevnov" userId="2f0d4a8a008de216" providerId="LiveId" clId="{83538027-6E6E-4CEB-84DD-E65AFB5DB1B8}" dt="2023-06-19T16:46:03.204" v="51" actId="20577"/>
        <pc:sldMkLst>
          <pc:docMk/>
          <pc:sldMk cId="2235574495" sldId="256"/>
        </pc:sldMkLst>
        <pc:spChg chg="mod">
          <ac:chgData name="Artyom Gnevnov" userId="2f0d4a8a008de216" providerId="LiveId" clId="{83538027-6E6E-4CEB-84DD-E65AFB5DB1B8}" dt="2023-06-19T16:45:55.108" v="19" actId="20577"/>
          <ac:spMkLst>
            <pc:docMk/>
            <pc:sldMk cId="2235574495" sldId="256"/>
            <ac:spMk id="2" creationId="{44425586-EE37-4DBB-A19D-1B2D1B94EE49}"/>
          </ac:spMkLst>
        </pc:spChg>
        <pc:spChg chg="mod">
          <ac:chgData name="Artyom Gnevnov" userId="2f0d4a8a008de216" providerId="LiveId" clId="{83538027-6E6E-4CEB-84DD-E65AFB5DB1B8}" dt="2023-06-19T16:46:03.204" v="51" actId="20577"/>
          <ac:spMkLst>
            <pc:docMk/>
            <pc:sldMk cId="2235574495" sldId="256"/>
            <ac:spMk id="3" creationId="{1F54441A-BBEA-48F2-9B2A-5313960450E2}"/>
          </ac:spMkLst>
        </pc:spChg>
      </pc:sldChg>
      <pc:sldChg chg="addSp modSp new mod">
        <pc:chgData name="Artyom Gnevnov" userId="2f0d4a8a008de216" providerId="LiveId" clId="{83538027-6E6E-4CEB-84DD-E65AFB5DB1B8}" dt="2023-06-19T16:51:19.255" v="158" actId="20577"/>
        <pc:sldMkLst>
          <pc:docMk/>
          <pc:sldMk cId="358814214" sldId="257"/>
        </pc:sldMkLst>
        <pc:spChg chg="mod">
          <ac:chgData name="Artyom Gnevnov" userId="2f0d4a8a008de216" providerId="LiveId" clId="{83538027-6E6E-4CEB-84DD-E65AFB5DB1B8}" dt="2023-06-19T16:46:49.199" v="59" actId="1076"/>
          <ac:spMkLst>
            <pc:docMk/>
            <pc:sldMk cId="358814214" sldId="257"/>
            <ac:spMk id="2" creationId="{8534C8DC-508A-44E8-87A3-8A70326C403C}"/>
          </ac:spMkLst>
        </pc:spChg>
        <pc:spChg chg="mod">
          <ac:chgData name="Artyom Gnevnov" userId="2f0d4a8a008de216" providerId="LiveId" clId="{83538027-6E6E-4CEB-84DD-E65AFB5DB1B8}" dt="2023-06-19T16:51:19.255" v="158" actId="20577"/>
          <ac:spMkLst>
            <pc:docMk/>
            <pc:sldMk cId="358814214" sldId="257"/>
            <ac:spMk id="3" creationId="{541C7BF1-B97A-4467-8C0F-167FDAC6F224}"/>
          </ac:spMkLst>
        </pc:spChg>
        <pc:picChg chg="add mod">
          <ac:chgData name="Artyom Gnevnov" userId="2f0d4a8a008de216" providerId="LiveId" clId="{83538027-6E6E-4CEB-84DD-E65AFB5DB1B8}" dt="2023-06-19T16:47:44.095" v="78" actId="1076"/>
          <ac:picMkLst>
            <pc:docMk/>
            <pc:sldMk cId="358814214" sldId="257"/>
            <ac:picMk id="1026" creationId="{7D7DE6B1-F8A6-4BDB-B91A-94107A60CE80}"/>
          </ac:picMkLst>
        </pc:picChg>
      </pc:sldChg>
      <pc:sldChg chg="addSp delSp modSp new mod">
        <pc:chgData name="Artyom Gnevnov" userId="2f0d4a8a008de216" providerId="LiveId" clId="{83538027-6E6E-4CEB-84DD-E65AFB5DB1B8}" dt="2023-06-19T16:50:58.383" v="154" actId="1076"/>
        <pc:sldMkLst>
          <pc:docMk/>
          <pc:sldMk cId="3813146239" sldId="258"/>
        </pc:sldMkLst>
        <pc:spChg chg="mod">
          <ac:chgData name="Artyom Gnevnov" userId="2f0d4a8a008de216" providerId="LiveId" clId="{83538027-6E6E-4CEB-84DD-E65AFB5DB1B8}" dt="2023-06-19T16:49:50.020" v="121" actId="14100"/>
          <ac:spMkLst>
            <pc:docMk/>
            <pc:sldMk cId="3813146239" sldId="258"/>
            <ac:spMk id="2" creationId="{2DC63992-05A3-41C3-B140-E785D989154B}"/>
          </ac:spMkLst>
        </pc:spChg>
        <pc:spChg chg="add del mod">
          <ac:chgData name="Artyom Gnevnov" userId="2f0d4a8a008de216" providerId="LiveId" clId="{83538027-6E6E-4CEB-84DD-E65AFB5DB1B8}" dt="2023-06-19T16:49:52.138" v="122" actId="478"/>
          <ac:spMkLst>
            <pc:docMk/>
            <pc:sldMk cId="3813146239" sldId="258"/>
            <ac:spMk id="3" creationId="{4EC47162-B065-47A7-853D-77F248AA5B49}"/>
          </ac:spMkLst>
        </pc:spChg>
        <pc:spChg chg="add del">
          <ac:chgData name="Artyom Gnevnov" userId="2f0d4a8a008de216" providerId="LiveId" clId="{83538027-6E6E-4CEB-84DD-E65AFB5DB1B8}" dt="2023-06-19T16:49:27.650" v="98" actId="22"/>
          <ac:spMkLst>
            <pc:docMk/>
            <pc:sldMk cId="3813146239" sldId="258"/>
            <ac:spMk id="5" creationId="{2769F587-EA1E-4183-9347-6243E3A762A6}"/>
          </ac:spMkLst>
        </pc:spChg>
        <pc:spChg chg="add del mod">
          <ac:chgData name="Artyom Gnevnov" userId="2f0d4a8a008de216" providerId="LiveId" clId="{83538027-6E6E-4CEB-84DD-E65AFB5DB1B8}" dt="2023-06-19T16:49:33.257" v="102" actId="22"/>
          <ac:spMkLst>
            <pc:docMk/>
            <pc:sldMk cId="3813146239" sldId="258"/>
            <ac:spMk id="7" creationId="{7E7C2F50-9BC5-4991-9AC8-517C8D9F499C}"/>
          </ac:spMkLst>
        </pc:spChg>
        <pc:spChg chg="add mod">
          <ac:chgData name="Artyom Gnevnov" userId="2f0d4a8a008de216" providerId="LiveId" clId="{83538027-6E6E-4CEB-84DD-E65AFB5DB1B8}" dt="2023-06-19T16:50:34.782" v="151" actId="1076"/>
          <ac:spMkLst>
            <pc:docMk/>
            <pc:sldMk cId="3813146239" sldId="258"/>
            <ac:spMk id="9" creationId="{A39C95AB-1644-4FC0-B235-40018AF205E6}"/>
          </ac:spMkLst>
        </pc:spChg>
        <pc:picChg chg="add mod">
          <ac:chgData name="Artyom Gnevnov" userId="2f0d4a8a008de216" providerId="LiveId" clId="{83538027-6E6E-4CEB-84DD-E65AFB5DB1B8}" dt="2023-06-19T16:50:58.383" v="154" actId="1076"/>
          <ac:picMkLst>
            <pc:docMk/>
            <pc:sldMk cId="3813146239" sldId="258"/>
            <ac:picMk id="2050" creationId="{59C3FD1D-D8E2-4EED-BFD0-3D67E6D3C5AD}"/>
          </ac:picMkLst>
        </pc:picChg>
      </pc:sldChg>
      <pc:sldChg chg="modSp new mod">
        <pc:chgData name="Artyom Gnevnov" userId="2f0d4a8a008de216" providerId="LiveId" clId="{83538027-6E6E-4CEB-84DD-E65AFB5DB1B8}" dt="2023-06-19T16:54:44.653" v="224" actId="14100"/>
        <pc:sldMkLst>
          <pc:docMk/>
          <pc:sldMk cId="230927700" sldId="259"/>
        </pc:sldMkLst>
        <pc:spChg chg="mod">
          <ac:chgData name="Artyom Gnevnov" userId="2f0d4a8a008de216" providerId="LiveId" clId="{83538027-6E6E-4CEB-84DD-E65AFB5DB1B8}" dt="2023-06-19T16:53:08.612" v="183" actId="1076"/>
          <ac:spMkLst>
            <pc:docMk/>
            <pc:sldMk cId="230927700" sldId="259"/>
            <ac:spMk id="2" creationId="{4A0E1E13-DE39-4431-83DE-2323ADDCBFD0}"/>
          </ac:spMkLst>
        </pc:spChg>
        <pc:spChg chg="mod">
          <ac:chgData name="Artyom Gnevnov" userId="2f0d4a8a008de216" providerId="LiveId" clId="{83538027-6E6E-4CEB-84DD-E65AFB5DB1B8}" dt="2023-06-19T16:54:44.653" v="224" actId="14100"/>
          <ac:spMkLst>
            <pc:docMk/>
            <pc:sldMk cId="230927700" sldId="259"/>
            <ac:spMk id="3" creationId="{09755E5F-0BE4-4FAC-A35E-FC6D84332CF2}"/>
          </ac:spMkLst>
        </pc:spChg>
      </pc:sldChg>
      <pc:sldChg chg="addSp modSp new mod">
        <pc:chgData name="Artyom Gnevnov" userId="2f0d4a8a008de216" providerId="LiveId" clId="{83538027-6E6E-4CEB-84DD-E65AFB5DB1B8}" dt="2023-06-19T17:02:31.618" v="290"/>
        <pc:sldMkLst>
          <pc:docMk/>
          <pc:sldMk cId="3130284010" sldId="260"/>
        </pc:sldMkLst>
        <pc:spChg chg="mod">
          <ac:chgData name="Artyom Gnevnov" userId="2f0d4a8a008de216" providerId="LiveId" clId="{83538027-6E6E-4CEB-84DD-E65AFB5DB1B8}" dt="2023-06-19T16:55:49.332" v="240" actId="1076"/>
          <ac:spMkLst>
            <pc:docMk/>
            <pc:sldMk cId="3130284010" sldId="260"/>
            <ac:spMk id="2" creationId="{29F6BF87-AC06-4BBC-B414-BEB664D131AB}"/>
          </ac:spMkLst>
        </pc:spChg>
        <pc:spChg chg="mod">
          <ac:chgData name="Artyom Gnevnov" userId="2f0d4a8a008de216" providerId="LiveId" clId="{83538027-6E6E-4CEB-84DD-E65AFB5DB1B8}" dt="2023-06-19T17:02:31.618" v="290"/>
          <ac:spMkLst>
            <pc:docMk/>
            <pc:sldMk cId="3130284010" sldId="260"/>
            <ac:spMk id="3" creationId="{83C8061C-836F-4300-B208-1D7F77AFA431}"/>
          </ac:spMkLst>
        </pc:spChg>
        <pc:picChg chg="add mod">
          <ac:chgData name="Artyom Gnevnov" userId="2f0d4a8a008de216" providerId="LiveId" clId="{83538027-6E6E-4CEB-84DD-E65AFB5DB1B8}" dt="2023-06-19T16:59:51.227" v="272" actId="1076"/>
          <ac:picMkLst>
            <pc:docMk/>
            <pc:sldMk cId="3130284010" sldId="260"/>
            <ac:picMk id="3074" creationId="{4D17ECA3-0571-4F41-BB74-9021F43E5464}"/>
          </ac:picMkLst>
        </pc:picChg>
      </pc:sldChg>
      <pc:sldChg chg="addSp delSp modSp new mod">
        <pc:chgData name="Artyom Gnevnov" userId="2f0d4a8a008de216" providerId="LiveId" clId="{83538027-6E6E-4CEB-84DD-E65AFB5DB1B8}" dt="2023-06-19T17:05:35.687" v="365" actId="14100"/>
        <pc:sldMkLst>
          <pc:docMk/>
          <pc:sldMk cId="940804310" sldId="261"/>
        </pc:sldMkLst>
        <pc:spChg chg="mod">
          <ac:chgData name="Artyom Gnevnov" userId="2f0d4a8a008de216" providerId="LiveId" clId="{83538027-6E6E-4CEB-84DD-E65AFB5DB1B8}" dt="2023-06-19T17:00:10.724" v="287" actId="1076"/>
          <ac:spMkLst>
            <pc:docMk/>
            <pc:sldMk cId="940804310" sldId="261"/>
            <ac:spMk id="2" creationId="{E5A48811-409D-4D07-9EAD-963888EDD457}"/>
          </ac:spMkLst>
        </pc:spChg>
        <pc:spChg chg="mod">
          <ac:chgData name="Artyom Gnevnov" userId="2f0d4a8a008de216" providerId="LiveId" clId="{83538027-6E6E-4CEB-84DD-E65AFB5DB1B8}" dt="2023-06-19T17:05:35.687" v="365" actId="14100"/>
          <ac:spMkLst>
            <pc:docMk/>
            <pc:sldMk cId="940804310" sldId="261"/>
            <ac:spMk id="3" creationId="{34E47262-507F-48BB-A8AD-A116F6732E64}"/>
          </ac:spMkLst>
        </pc:spChg>
        <pc:picChg chg="add del mod">
          <ac:chgData name="Artyom Gnevnov" userId="2f0d4a8a008de216" providerId="LiveId" clId="{83538027-6E6E-4CEB-84DD-E65AFB5DB1B8}" dt="2023-06-19T17:05:07.371" v="328" actId="478"/>
          <ac:picMkLst>
            <pc:docMk/>
            <pc:sldMk cId="940804310" sldId="261"/>
            <ac:picMk id="5" creationId="{A776D017-AB20-4351-9B7D-DD5377137872}"/>
          </ac:picMkLst>
        </pc:picChg>
        <pc:picChg chg="add del mod">
          <ac:chgData name="Artyom Gnevnov" userId="2f0d4a8a008de216" providerId="LiveId" clId="{83538027-6E6E-4CEB-84DD-E65AFB5DB1B8}" dt="2023-06-19T17:05:06.988" v="327" actId="478"/>
          <ac:picMkLst>
            <pc:docMk/>
            <pc:sldMk cId="940804310" sldId="261"/>
            <ac:picMk id="7" creationId="{D1CBD898-817F-44D1-AD4F-D721AC561D01}"/>
          </ac:picMkLst>
        </pc:picChg>
      </pc:sldChg>
      <pc:sldMasterChg chg="addSldLayout">
        <pc:chgData name="Artyom Gnevnov" userId="2f0d4a8a008de216" providerId="LiveId" clId="{83538027-6E6E-4CEB-84DD-E65AFB5DB1B8}" dt="2023-06-19T16:45:21.432" v="0" actId="680"/>
        <pc:sldMasterMkLst>
          <pc:docMk/>
          <pc:sldMasterMk cId="3022873942" sldId="2147483648"/>
        </pc:sldMasterMkLst>
        <pc:sldLayoutChg chg="add">
          <pc:chgData name="Artyom Gnevnov" userId="2f0d4a8a008de216" providerId="LiveId" clId="{83538027-6E6E-4CEB-84DD-E65AFB5DB1B8}" dt="2023-06-19T16:45:21.432" v="0" actId="680"/>
          <pc:sldLayoutMkLst>
            <pc:docMk/>
            <pc:sldMasterMk cId="3022873942" sldId="2147483648"/>
            <pc:sldLayoutMk cId="252082399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FCEC9-20A2-4A86-9FF3-33BB27EB9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2144FE-7F2E-4B19-B06C-2EAE89002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2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87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25586-EE37-4DBB-A19D-1B2D1B94E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/>
              <a:t>Решение систем линейных алгебраических уравнений в работах Гаусса</a:t>
            </a:r>
            <a:endParaRPr lang="en-US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54441A-BBEA-48F2-9B2A-531396045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Гневнов Артем Евгеньевич, ИВТ2.1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57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4C8DC-508A-44E8-87A3-8A70326C4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474"/>
            <a:ext cx="9144000" cy="946134"/>
          </a:xfrm>
        </p:spPr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  <a:t>Гаусс, Карл Фридрих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1C7BF1-B97A-4467-8C0F-167FDAC6F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24" y="1624614"/>
            <a:ext cx="5959876" cy="3455633"/>
          </a:xfrm>
        </p:spPr>
        <p:txBody>
          <a:bodyPr/>
          <a:lstStyle/>
          <a:p>
            <a:pPr algn="just"/>
            <a:r>
              <a:rPr lang="ru-RU" sz="3200" dirty="0"/>
              <a:t>Иоганн Карл Фридрих Гаусс( 30 апреля 1777 — 23 февраля 1855) — немецкий математик, механик, физик, астроном и геодезист. Считается одним из величайших математиков всех времён, «королём математиков»</a:t>
            </a:r>
            <a:endParaRPr lang="en-US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7DE6B1-F8A6-4BDB-B91A-94107A60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528" y="1535837"/>
            <a:ext cx="3369815" cy="404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1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63992-05A3-41C3-B140-E785D9891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087"/>
            <a:ext cx="9144000" cy="1212464"/>
          </a:xfrm>
        </p:spPr>
        <p:txBody>
          <a:bodyPr/>
          <a:lstStyle/>
          <a:p>
            <a:r>
              <a:rPr lang="ru-RU" dirty="0" err="1"/>
              <a:t>Гёттингенский</a:t>
            </a:r>
            <a:r>
              <a:rPr lang="ru-RU" dirty="0"/>
              <a:t> университет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C95AB-1644-4FC0-B235-40018AF205E6}"/>
              </a:ext>
            </a:extLst>
          </p:cNvPr>
          <p:cNvSpPr txBox="1"/>
          <p:nvPr/>
        </p:nvSpPr>
        <p:spPr>
          <a:xfrm>
            <a:off x="801210" y="1531333"/>
            <a:ext cx="56617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 1795 </a:t>
            </a:r>
            <a:r>
              <a:rPr lang="en-US" sz="3200" dirty="0" err="1"/>
              <a:t>гoду</a:t>
            </a:r>
            <a:r>
              <a:rPr lang="ru-RU" sz="3200" dirty="0"/>
              <a:t> </a:t>
            </a:r>
            <a:r>
              <a:rPr lang="en-US" sz="3200" dirty="0" err="1"/>
              <a:t>Гaуcc</a:t>
            </a:r>
            <a:r>
              <a:rPr lang="en-US" sz="3200" dirty="0"/>
              <a:t> </a:t>
            </a:r>
            <a:r>
              <a:rPr lang="en-US" sz="3200" dirty="0" err="1"/>
              <a:t>уcпeшнo</a:t>
            </a:r>
            <a:r>
              <a:rPr lang="en-US" sz="3200" dirty="0"/>
              <a:t> </a:t>
            </a:r>
            <a:r>
              <a:rPr lang="en-US" sz="3200" dirty="0" err="1"/>
              <a:t>oкoнчил</a:t>
            </a:r>
            <a:r>
              <a:rPr lang="ru-RU" sz="3200" dirty="0"/>
              <a:t> </a:t>
            </a:r>
            <a:r>
              <a:rPr lang="en-US" sz="3200" dirty="0" err="1"/>
              <a:t>кoллeдж</a:t>
            </a:r>
            <a:r>
              <a:rPr lang="en-US" sz="3200" dirty="0"/>
              <a:t> и </a:t>
            </a:r>
            <a:r>
              <a:rPr lang="en-US" sz="3200" dirty="0" err="1"/>
              <a:t>пocтупил</a:t>
            </a:r>
            <a:r>
              <a:rPr lang="en-US" sz="3200" dirty="0"/>
              <a:t> в Г</a:t>
            </a:r>
            <a:r>
              <a:rPr lang="ru-RU" sz="3200" dirty="0"/>
              <a:t>ё</a:t>
            </a:r>
            <a:r>
              <a:rPr lang="en-US" sz="3200" dirty="0" err="1"/>
              <a:t>ттингeнcкий</a:t>
            </a:r>
            <a:r>
              <a:rPr lang="ru-RU" sz="3200" dirty="0"/>
              <a:t> </a:t>
            </a:r>
            <a:r>
              <a:rPr lang="en-US" sz="3200" dirty="0" err="1"/>
              <a:t>унивepcитeт</a:t>
            </a:r>
            <a:r>
              <a:rPr lang="en-US" sz="3200" dirty="0"/>
              <a:t>. Bo </a:t>
            </a:r>
            <a:r>
              <a:rPr lang="en-US" sz="3200" dirty="0" err="1"/>
              <a:t>вpeмя</a:t>
            </a:r>
            <a:r>
              <a:rPr lang="en-US" sz="3200" dirty="0"/>
              <a:t> </a:t>
            </a:r>
            <a:r>
              <a:rPr lang="en-US" sz="3200" dirty="0" err="1"/>
              <a:t>дaльнeйшeгo</a:t>
            </a:r>
            <a:r>
              <a:rPr lang="ru-RU" sz="3200" dirty="0"/>
              <a:t> </a:t>
            </a:r>
            <a:r>
              <a:rPr lang="en-US" sz="3200" dirty="0" err="1"/>
              <a:t>oбучeния</a:t>
            </a:r>
            <a:r>
              <a:rPr lang="en-US" sz="3200" dirty="0"/>
              <a:t> в </a:t>
            </a:r>
            <a:r>
              <a:rPr lang="en-US" sz="3200" dirty="0" err="1"/>
              <a:t>унивepcитeтe</a:t>
            </a:r>
            <a:r>
              <a:rPr lang="en-US" sz="3200" dirty="0"/>
              <a:t> </a:t>
            </a:r>
            <a:r>
              <a:rPr lang="en-US" sz="3200" dirty="0" err="1"/>
              <a:t>мoлoдoй</a:t>
            </a:r>
            <a:r>
              <a:rPr lang="ru-RU" sz="3200" dirty="0"/>
              <a:t> </a:t>
            </a:r>
            <a:r>
              <a:rPr lang="en-US" sz="3200" dirty="0" err="1"/>
              <a:t>чeлoвeк</a:t>
            </a:r>
            <a:r>
              <a:rPr lang="en-US" sz="3200" dirty="0"/>
              <a:t> </a:t>
            </a:r>
            <a:r>
              <a:rPr lang="en-US" sz="3200" dirty="0" err="1"/>
              <a:t>пpoявлял</a:t>
            </a:r>
            <a:r>
              <a:rPr lang="en-US" sz="3200" dirty="0"/>
              <a:t> </a:t>
            </a:r>
            <a:r>
              <a:rPr lang="en-US" sz="3200" dirty="0" err="1"/>
              <a:t>нeoбыкнoвeнныe</a:t>
            </a:r>
            <a:r>
              <a:rPr lang="ru-RU" sz="3200" dirty="0"/>
              <a:t> </a:t>
            </a:r>
            <a:r>
              <a:rPr lang="en-US" sz="3200" dirty="0" err="1"/>
              <a:t>cпocoбнocти</a:t>
            </a:r>
            <a:r>
              <a:rPr lang="en-US" sz="3200" dirty="0"/>
              <a:t> в </a:t>
            </a:r>
            <a:r>
              <a:rPr lang="en-US" sz="3200" dirty="0" err="1"/>
              <a:t>изучeнии</a:t>
            </a:r>
            <a:r>
              <a:rPr lang="en-US" sz="3200" dirty="0"/>
              <a:t>, </a:t>
            </a:r>
            <a:r>
              <a:rPr lang="en-US" sz="3200" dirty="0" err="1"/>
              <a:t>кaк</a:t>
            </a:r>
            <a:r>
              <a:rPr lang="en-US" sz="3200" dirty="0"/>
              <a:t> </a:t>
            </a:r>
            <a:r>
              <a:rPr lang="en-US" sz="3200" dirty="0" err="1"/>
              <a:t>тoчныx</a:t>
            </a:r>
            <a:r>
              <a:rPr lang="ru-RU" sz="3200" dirty="0"/>
              <a:t> </a:t>
            </a:r>
            <a:r>
              <a:rPr lang="en-US" sz="3200" dirty="0" err="1"/>
              <a:t>нaук</a:t>
            </a:r>
            <a:r>
              <a:rPr lang="en-US" sz="3200" dirty="0"/>
              <a:t>, </a:t>
            </a:r>
            <a:r>
              <a:rPr lang="en-US" sz="3200" dirty="0" err="1"/>
              <a:t>тaк</a:t>
            </a:r>
            <a:r>
              <a:rPr lang="en-US" sz="3200" dirty="0"/>
              <a:t> и </a:t>
            </a:r>
            <a:r>
              <a:rPr lang="en-US" sz="3200" dirty="0" err="1"/>
              <a:t>инocтpaнныx</a:t>
            </a:r>
            <a:r>
              <a:rPr lang="en-US" sz="3200" dirty="0"/>
              <a:t> </a:t>
            </a:r>
            <a:r>
              <a:rPr lang="en-US" sz="3200" dirty="0" err="1"/>
              <a:t>языкoв</a:t>
            </a:r>
            <a:r>
              <a:rPr lang="en-US" sz="3200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C3FD1D-D8E2-4EED-BFD0-3D67E6D3C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944" y="2179533"/>
            <a:ext cx="5149789" cy="314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14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E1E13-DE39-4431-83DE-2323ADDCB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151877"/>
          </a:xfrm>
        </p:spPr>
        <p:txBody>
          <a:bodyPr/>
          <a:lstStyle/>
          <a:p>
            <a:r>
              <a:rPr lang="ru-RU" dirty="0"/>
              <a:t>Научная деятельность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755E5F-0BE4-4FAC-A35E-FC6D84332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94" y="1873188"/>
            <a:ext cx="10449018" cy="3666478"/>
          </a:xfrm>
        </p:spPr>
        <p:txBody>
          <a:bodyPr anchor="b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 1798 году Карл возвращается на родину. Герцог оплачивает публикацию докторской диссертации ученого и жалует ему стипендию. В Брауншвейге Гаусс остается до 1807 года. В этот период он занимает должность приват-доцента местного университета.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 1806 году на войне гибнет покровитель молодого ученого. Но Карл Гаусс уже сделал себе имя. Его наперебой приглашают в разные страны Европы. Математик переходит на работу в немецкий университетский город Гёттинген. На новом месте он получает должность профессора и директора обсерватории. Здесь он остается вплоть до самой смерти.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6BF87-AC06-4BBC-B414-BEB664D13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840"/>
            <a:ext cx="9144000" cy="979827"/>
          </a:xfrm>
        </p:spPr>
        <p:txBody>
          <a:bodyPr/>
          <a:lstStyle/>
          <a:p>
            <a:r>
              <a:rPr lang="ru-RU" dirty="0"/>
              <a:t>Метод Гаусса 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C8061C-836F-4300-B208-1D7F77AFA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501" y="1526959"/>
            <a:ext cx="6152225" cy="4527612"/>
          </a:xfrm>
        </p:spPr>
        <p:txBody>
          <a:bodyPr/>
          <a:lstStyle/>
          <a:p>
            <a:pPr algn="just"/>
            <a:r>
              <a:rPr lang="ru-RU" dirty="0"/>
              <a:t>Метод Гаусса - это алгоритм решения систем линейных уравнений. Он используется для нахождения решения системы, если оно имеет одно или несколько неизвестных. Алгоритм заключается в последовательном вычислении элементов решения, используя предыдущие результаты для вычисления следующих. Метод Гаусса является эффективным и быстрым способом решения систем линейных уравнений.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17ECA3-0571-4F41-BB74-9021F43E5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960" y="1526959"/>
            <a:ext cx="3749521" cy="499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28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48811-409D-4D07-9EAD-963888ED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683" y="204186"/>
            <a:ext cx="8395317" cy="1068604"/>
          </a:xfrm>
        </p:spPr>
        <p:txBody>
          <a:bodyPr/>
          <a:lstStyle/>
          <a:p>
            <a:r>
              <a:rPr lang="ru-RU" dirty="0"/>
              <a:t>Шаги решения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E47262-507F-48BB-A8AD-A116F6732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35" y="1622317"/>
            <a:ext cx="6945297" cy="2115181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ru-RU" dirty="0"/>
              <a:t>Переписываем систему в виде матрицы</a:t>
            </a:r>
          </a:p>
          <a:p>
            <a:pPr marL="457200" indent="-457200" algn="l">
              <a:buAutoNum type="arabicPeriod"/>
            </a:pPr>
            <a:r>
              <a:rPr lang="ru-RU" dirty="0"/>
              <a:t>Приводим матрицу к ступенчатому виду</a:t>
            </a:r>
          </a:p>
          <a:p>
            <a:pPr marL="457200" indent="-457200" algn="l">
              <a:buAutoNum type="arabicPeriod"/>
            </a:pPr>
            <a:r>
              <a:rPr lang="ru-RU" dirty="0"/>
              <a:t>Записываем эквивалентную систему</a:t>
            </a:r>
          </a:p>
          <a:p>
            <a:pPr marL="457200" indent="-457200" algn="l">
              <a:buAutoNum type="arabicPeriod"/>
            </a:pPr>
            <a:r>
              <a:rPr lang="ru-RU" dirty="0"/>
              <a:t>Решаем систему обратным путём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804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261</Words>
  <Application>Microsoft Office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Linux Libertine</vt:lpstr>
      <vt:lpstr>Тема Office</vt:lpstr>
      <vt:lpstr>Решение систем линейных алгебраических уравнений в работах Гаусса</vt:lpstr>
      <vt:lpstr>Гаусс, Карл Фридрих</vt:lpstr>
      <vt:lpstr>Гёттингенский университет</vt:lpstr>
      <vt:lpstr>Научная деятельность</vt:lpstr>
      <vt:lpstr>Метод Гаусса </vt:lpstr>
      <vt:lpstr>Шаги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систем линейных алгебраических уравнений в работах Гаусса</dc:title>
  <dc:creator>Artyom Gnevnov</dc:creator>
  <cp:lastModifiedBy>Artyom Gnevnov</cp:lastModifiedBy>
  <cp:revision>2</cp:revision>
  <dcterms:created xsi:type="dcterms:W3CDTF">2023-06-19T16:45:17Z</dcterms:created>
  <dcterms:modified xsi:type="dcterms:W3CDTF">2023-06-19T17:07:24Z</dcterms:modified>
</cp:coreProperties>
</file>