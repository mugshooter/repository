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53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40C581-7DEF-402C-BDFD-E82A6DC73D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53C7545-BBB9-42FB-88FA-A6A7A19BC6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B1B660E-92B2-43DE-8C89-E55ED4D64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E3720-7624-4BAF-A168-E9575163CE61}" type="datetimeFigureOut">
              <a:rPr lang="ru-RU" smtClean="0"/>
              <a:t>06.11.2022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865D9F-B67F-4843-9C60-E33F631F3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E6D881-42C5-48F1-880C-C70A3D59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9A35B-E09C-4E76-9D12-4C27D9F9F3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8673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513EB4-1C55-438F-BB8A-1937BD219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5333FB-B675-4B3A-B6B9-93D835C91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057295B-6508-4FC5-8FE9-A7A01B5CF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E3720-7624-4BAF-A168-E9575163CE61}" type="datetimeFigureOut">
              <a:rPr lang="ru-RU" smtClean="0"/>
              <a:t>06.11.2022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A2898C1-E0D4-4C8B-BB37-A5EE4CC0C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57E49D5-8D7D-4F6B-A4F8-123B41DE1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9A35B-E09C-4E76-9D12-4C27D9F9F3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2436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6DAFE4-0477-42C6-B842-DAF9B41FE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F0B17BF-72E1-47B1-B96E-1320A3A21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E97E3C7-3510-4BFF-ADD7-CE0CA058D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E3720-7624-4BAF-A168-E9575163CE61}" type="datetimeFigureOut">
              <a:rPr lang="ru-RU" smtClean="0"/>
              <a:t>06.11.2022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0E2F5AE-8D45-4994-92B3-533831A92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A6DABE7-C4CD-42F5-81E7-EEF1D6AFA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9A35B-E09C-4E76-9D12-4C27D9F9F3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8953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BDBFBD-2C57-46EC-88D7-A09C351A7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89F25D-A422-4E5E-A327-FBEBC1D9FA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6868AE2-8E0A-49E0-B3C3-BF69157F1D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DF3839C-90AD-4B0D-93D5-63B706963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E3720-7624-4BAF-A168-E9575163CE61}" type="datetimeFigureOut">
              <a:rPr lang="ru-RU" smtClean="0"/>
              <a:t>06.11.2022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34BA10D-0463-4F7C-95E5-4721E199A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C69DE48-7CFE-4EE6-8564-96687AC40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9A35B-E09C-4E76-9D12-4C27D9F9F3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5066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D13EE7-39D2-4F3B-A64E-5DD573CC1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483E436-43E6-4F12-B89A-504097BF5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5DA452A-3B83-4924-B1D1-3E4D1F23C1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660ECB5-FDD6-475A-B39D-C38B4B1E29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2ED3421-7631-4966-8117-D3CDBF6D5E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B3586D6-9FF5-421B-91D0-3AD734D61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E3720-7624-4BAF-A168-E9575163CE61}" type="datetimeFigureOut">
              <a:rPr lang="ru-RU" smtClean="0"/>
              <a:t>06.11.2022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429BC05-3FFB-4FB5-B51D-331F8FBA3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099173C-3B82-4E0C-8B2B-FB2D336F1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9A35B-E09C-4E76-9D12-4C27D9F9F3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4041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CAF94D-8A35-428E-8972-B9A6042CB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84FC25C-9D0E-44E3-9A14-B77A8191F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E3720-7624-4BAF-A168-E9575163CE61}" type="datetimeFigureOut">
              <a:rPr lang="ru-RU" smtClean="0"/>
              <a:t>06.11.2022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1D12139-1B84-4FFB-8776-3E7C501A3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D9E24F8-512E-4B41-8373-B083662CC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9A35B-E09C-4E76-9D12-4C27D9F9F3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6014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0F4A4F1-4018-4DC3-B56A-415B3A8E9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E3720-7624-4BAF-A168-E9575163CE61}" type="datetimeFigureOut">
              <a:rPr lang="ru-RU" smtClean="0"/>
              <a:t>06.11.2022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06CA340-E9F4-4FA8-8A29-0C9AB785E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E980394-7A75-4CA6-A5BC-29FD6F211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9A35B-E09C-4E76-9D12-4C27D9F9F3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9152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D5A9EF-A26E-4890-A1AD-93D368ED5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2F49D1-2003-46D0-8EA3-DF6C250B8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C47EBAC-8FFB-4FEF-ACB1-C1A972B340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BBD3090-E49C-4210-B454-74408F5E9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E3720-7624-4BAF-A168-E9575163CE61}" type="datetimeFigureOut">
              <a:rPr lang="ru-RU" smtClean="0"/>
              <a:t>06.11.2022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101C672-987C-47C5-9BCC-E3D8FDA1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0F4618B-4FCB-46B3-8B4D-7F161E740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9A35B-E09C-4E76-9D12-4C27D9F9F3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6193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B42172-356B-4303-881A-B2B0C107B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208C117-890F-47AC-A81E-B3088827DE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655374C-EFF0-4DFC-AFA8-4168EFE183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EA2CE84-BDBC-4C4A-B3F4-D6C88906D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E3720-7624-4BAF-A168-E9575163CE61}" type="datetimeFigureOut">
              <a:rPr lang="ru-RU" smtClean="0"/>
              <a:t>06.11.2022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24AB64B-7D6C-4F99-8F37-FFD05B3E1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5CC9B5C-42F7-438F-AA2A-28F6DE147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9A35B-E09C-4E76-9D12-4C27D9F9F3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192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95C2F0-F629-4896-A3E1-48EF86C0C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D31A6E9-9DAC-4860-8D30-3C9E41EFD4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83F0EF-AAAE-4C29-BED9-DAF7E4650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E3720-7624-4BAF-A168-E9575163CE61}" type="datetimeFigureOut">
              <a:rPr lang="ru-RU" smtClean="0"/>
              <a:t>06.11.2022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CE474F8-939A-424C-A975-0D2ADCFDD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182ADB-3975-4897-8382-775DF61D4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9A35B-E09C-4E76-9D12-4C27D9F9F3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0928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94D42BE-F1B0-4AD5-9CC6-9B65ED4DE0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CBA7F43-C8EC-4729-949A-EED9A31E27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4156F8D-5E65-47C0-9C57-8C8083D32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E3720-7624-4BAF-A168-E9575163CE61}" type="datetimeFigureOut">
              <a:rPr lang="ru-RU" smtClean="0"/>
              <a:t>06.11.2022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AD7F839-BDCC-4139-831F-A44E62BDD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9EA0CD-6076-4F12-854C-C91E336CA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9A35B-E09C-4E76-9D12-4C27D9F9F3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4728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99821B-1F14-4C3A-901E-37A458ADB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36DF76-429F-4A57-9DF8-B0946375C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04C96D0-2A1A-4F68-87C4-A8AF5CA252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2E3720-7624-4BAF-A168-E9575163CE61}" type="datetimeFigureOut">
              <a:rPr lang="ru-RU" smtClean="0"/>
              <a:t>06.11.2022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C86C328-69AE-48B3-8A95-72AF2095DE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785A2D-C273-4E02-9B32-35E899A986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79A35B-E09C-4E76-9D12-4C27D9F9F36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8598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527955-3FD0-436C-9343-4435F995A8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5018" y="168675"/>
            <a:ext cx="9425126" cy="2530135"/>
          </a:xfrm>
        </p:spPr>
        <p:txBody>
          <a:bodyPr>
            <a:normAutofit/>
          </a:bodyPr>
          <a:lstStyle/>
          <a:p>
            <a:r>
              <a:rPr lang="ru-RU" sz="4000" dirty="0"/>
              <a:t>Теория матриц в работах ирландского математика и физика Уильяма</a:t>
            </a:r>
            <a:br>
              <a:rPr lang="ru-RU" sz="4000" dirty="0"/>
            </a:br>
            <a:r>
              <a:rPr lang="ru-RU" sz="4000" dirty="0"/>
              <a:t>Гамильтона (1805 - 1865) и английского математика Артура Кэли (1821 - 1895).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3635C7B-DA97-49EC-AC2F-82A1720EC0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3044" y="5033637"/>
            <a:ext cx="6726315" cy="818965"/>
          </a:xfrm>
        </p:spPr>
        <p:txBody>
          <a:bodyPr/>
          <a:lstStyle/>
          <a:p>
            <a:r>
              <a:rPr lang="ru-RU" dirty="0" err="1"/>
              <a:t>Гневнов</a:t>
            </a:r>
            <a:r>
              <a:rPr lang="ru-RU" dirty="0"/>
              <a:t> Артем Евгеньевич ИВТ2.1</a:t>
            </a:r>
          </a:p>
        </p:txBody>
      </p:sp>
    </p:spTree>
    <p:extLst>
      <p:ext uri="{BB962C8B-B14F-4D97-AF65-F5344CB8AC3E}">
        <p14:creationId xmlns:p14="http://schemas.microsoft.com/office/powerpoint/2010/main" val="2266834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7FE5BE-3401-4E2D-B4FE-FB9D4C818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Уильям Гамильтон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BDCAE3-3037-4753-9777-8AC5E70A1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4311"/>
            <a:ext cx="6414856" cy="4312652"/>
          </a:xfrm>
        </p:spPr>
        <p:txBody>
          <a:bodyPr/>
          <a:lstStyle/>
          <a:p>
            <a:r>
              <a:rPr lang="ru-RU" dirty="0"/>
              <a:t> Ирландский математик, механик-теоретик, физик-теоретик, «один из лучших математиков XIX века». Известен фундаментальными открытиями в математике, аналитической механике и оптике. Автор предельно общего вариационного принципа наименьшего действия, применяемого во многих разделах физики.</a:t>
            </a:r>
          </a:p>
        </p:txBody>
      </p:sp>
      <p:pic>
        <p:nvPicPr>
          <p:cNvPr id="1026" name="Picture 2" descr="Уильям Роуэн Гамильтон">
            <a:extLst>
              <a:ext uri="{FF2B5EF4-FFF2-40B4-BE49-F238E27FC236}">
                <a16:creationId xmlns:a16="http://schemas.microsoft.com/office/drawing/2014/main" id="{9A464AEE-FCB9-4024-95A2-8805F991D2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4455" y="570390"/>
            <a:ext cx="3327277" cy="3992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8786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609D6D-763F-48E2-B7A4-2774D516D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Годы и место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F0BBB9F-CCF0-416E-A634-A332C7AB6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 1827 года работал профессором астрономии в Дублинском университете, также в этот же год был избран королевским астрономом Ирландии и занимал этот пост 38 лет.</a:t>
            </a:r>
          </a:p>
          <a:p>
            <a:r>
              <a:rPr lang="ru-RU" dirty="0"/>
              <a:t>В 1837 году был избран президентом ирландской королевской академии. В этом же году стал членом-корреспондентом Петербургской академии наук за работу «Об общем методе в динамике».</a:t>
            </a:r>
          </a:p>
        </p:txBody>
      </p:sp>
    </p:spTree>
    <p:extLst>
      <p:ext uri="{BB962C8B-B14F-4D97-AF65-F5344CB8AC3E}">
        <p14:creationId xmlns:p14="http://schemas.microsoft.com/office/powerpoint/2010/main" val="2847921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303156-FDCB-4D36-8EB6-5BCC8F548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194" y="107673"/>
            <a:ext cx="10515600" cy="1325563"/>
          </a:xfrm>
        </p:spPr>
        <p:txBody>
          <a:bodyPr/>
          <a:lstStyle/>
          <a:p>
            <a:r>
              <a:rPr lang="ru-RU" dirty="0"/>
              <a:t>Труды по теме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30E55C-3FAE-46D5-A22E-48A2ADAC0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194" y="1225118"/>
            <a:ext cx="9468775" cy="4561227"/>
          </a:xfrm>
        </p:spPr>
        <p:txBody>
          <a:bodyPr>
            <a:normAutofit fontScale="85000" lnSpcReduction="20000"/>
          </a:bodyPr>
          <a:lstStyle/>
          <a:p>
            <a:r>
              <a:rPr lang="ru-RU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Теория комплексных чисел. </a:t>
            </a:r>
            <a:r>
              <a:rPr lang="ru-RU" dirty="0"/>
              <a:t>В 1835 году Гамильтон опубликовал работу «Теория алгебраических пар» , в которой дал строгое построение теории комплексных чисел. Гамильтон рассматривал комплексное число как пару (</a:t>
            </a:r>
            <a:r>
              <a:rPr lang="en-US" dirty="0" err="1"/>
              <a:t>a,b</a:t>
            </a:r>
            <a:r>
              <a:rPr lang="ru-RU" dirty="0"/>
              <a:t>) действительных чисел. Также над теорией работали Эйлер, Вессель и Гаусс.</a:t>
            </a:r>
          </a:p>
          <a:p>
            <a:r>
              <a:rPr lang="ru-RU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Теория кватернионов. </a:t>
            </a:r>
            <a:r>
              <a:rPr lang="ru-RU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</a:rPr>
              <a:t>Для открытых им «четырёхчленных чисел» Гамильтон ввёл название кватернионы. Наряду с представлением кватернионов четвёрками действительных чисел он – по аналогии с комплексные числами – записывал кватернионы и как формальные суммы вида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q=a+bi+cj+dk, 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</a:rPr>
              <a:t>где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I,j,k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</a:rPr>
              <a:t> – три кватернионные единицы. Предполагая умножение кватернионов дистрибутивным относительно сложения, Гамильтон свёл определение операции умножения кватернионов к заданию таблицы умножения для базовых единиц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1,I,j,k</a:t>
            </a:r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endParaRPr lang="ru-RU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ru-RU" dirty="0"/>
          </a:p>
          <a:p>
            <a:endParaRPr lang="ru-RU" dirty="0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13EE4FEE-A1B4-453E-A4F4-B603D8EE6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8063" y="4483281"/>
            <a:ext cx="2673269" cy="1864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021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5E1D3B-4D6B-4A76-86DE-BAFF7C154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Артур Кэли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943CD0-35CB-4597-8B8E-B6A620BD2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77374"/>
            <a:ext cx="8418990" cy="4332303"/>
          </a:xfrm>
        </p:spPr>
        <p:txBody>
          <a:bodyPr/>
          <a:lstStyle/>
          <a:p>
            <a:r>
              <a:rPr lang="ru-RU" dirty="0"/>
              <a:t>Английский математик, был плодотворным Британский математик которые работали в основном по алгебре. Он помог основать современную британскую школу чистая математика.</a:t>
            </a:r>
          </a:p>
        </p:txBody>
      </p:sp>
      <p:pic>
        <p:nvPicPr>
          <p:cNvPr id="4100" name="Picture 4" descr="Артур Кэли">
            <a:extLst>
              <a:ext uri="{FF2B5EF4-FFF2-40B4-BE49-F238E27FC236}">
                <a16:creationId xmlns:a16="http://schemas.microsoft.com/office/drawing/2014/main" id="{981BFC2A-6B25-457A-93DE-2E9D1C922C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2466" y="885988"/>
            <a:ext cx="2461334" cy="3728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5630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E89A40-88E4-4EE4-98AC-F69B91977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Годы и место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B8FA85-E4B8-4858-9C21-A903B84A8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возрасте 25 лет (1846) стал членом лондонского судебного </a:t>
            </a:r>
            <a:r>
              <a:rPr lang="ru-RU" dirty="0" err="1"/>
              <a:t>инна</a:t>
            </a:r>
            <a:r>
              <a:rPr lang="ru-RU" dirty="0"/>
              <a:t> Линкольна. Он выбрал специальность, связанную с транспортировкой. Когда он был учеником и сдавал адвокатский экзамен, он ездил в Дублин слушать лекцию Гамильтона про кватернионы.</a:t>
            </a:r>
          </a:p>
          <a:p>
            <a:r>
              <a:rPr lang="ru-RU" dirty="0"/>
              <a:t>В 42 года (1864) был избран на должность </a:t>
            </a:r>
            <a:r>
              <a:rPr lang="ru-RU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Сэдлеровского профессора.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95321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63D8C3-E63E-4E1C-9B47-C5526A7E8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313" y="131356"/>
            <a:ext cx="10515600" cy="1325563"/>
          </a:xfrm>
        </p:spPr>
        <p:txBody>
          <a:bodyPr/>
          <a:lstStyle/>
          <a:p>
            <a:r>
              <a:rPr lang="ru-RU" dirty="0"/>
              <a:t>Труды по теме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4C76FB5-0483-4D0C-994E-B00490012A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916" y="1112875"/>
            <a:ext cx="10076156" cy="5154759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Кэли — один из </a:t>
            </a:r>
            <a:r>
              <a:rPr lang="ru-RU" dirty="0" err="1"/>
              <a:t>плодовитейших</a:t>
            </a:r>
            <a:r>
              <a:rPr lang="ru-RU" dirty="0"/>
              <a:t> учёных XIX века, написавший более 700 работ. Большая часть его работ относится к линейной алгебре, дифференциальным уравнениям и эллиптическим функциям. В частности, он доказал теорему Гамильтона — Кэли о том, что каждая квадратная матрица является корнем своего характеристического многочлена.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Он был первым, кто сформулировал определение группы в том виде, как она определяется сегодня — множество с бинарной операцией, удовлетворяющей определённым законам. Прежде же, когда математики говорили о группе, они подразумевали группу перестановок.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67E8C55-61DE-4B4D-B381-A84D5CA42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76" y="3019346"/>
            <a:ext cx="6988146" cy="609653"/>
          </a:xfrm>
          <a:prstGeom prst="rect">
            <a:avLst/>
          </a:prstGeom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02AE0DAB-8270-429D-A4D6-01F0A56BF5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6950" y="4810811"/>
            <a:ext cx="1925253" cy="1868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5F5C657-BB92-46A4-B981-15BB722A74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742" y="3556534"/>
            <a:ext cx="6927180" cy="92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95970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447</Words>
  <Application>Microsoft Office PowerPoint</Application>
  <PresentationFormat>Широкоэкранный</PresentationFormat>
  <Paragraphs>21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Тема Office</vt:lpstr>
      <vt:lpstr>Теория матриц в работах ирландского математика и физика Уильяма Гамильтона (1805 - 1865) и английского математика Артура Кэли (1821 - 1895).</vt:lpstr>
      <vt:lpstr>Уильям Гамильтон</vt:lpstr>
      <vt:lpstr>Годы и место работы</vt:lpstr>
      <vt:lpstr>Труды по теме</vt:lpstr>
      <vt:lpstr>Артур Кэли</vt:lpstr>
      <vt:lpstr>Годы и место работы</vt:lpstr>
      <vt:lpstr>Труды по теме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Теория матриц в работах ирландского математика и физика Уильяма Гамильтона (1805 - 1865) и английского математика Артура Кэли (1821 - 1895).</dc:title>
  <dc:creator>Artyom</dc:creator>
  <cp:lastModifiedBy>Artyom</cp:lastModifiedBy>
  <cp:revision>7</cp:revision>
  <dcterms:created xsi:type="dcterms:W3CDTF">2022-11-06T15:34:19Z</dcterms:created>
  <dcterms:modified xsi:type="dcterms:W3CDTF">2022-11-06T16:28:12Z</dcterms:modified>
</cp:coreProperties>
</file>