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E9F692B2-F566-4176-BBA7-DCAE636935AF}"/>
    <pc:docChg chg="undo redo custSel addSld modSld">
      <pc:chgData name="Artyom" userId="2f0d4a8a008de216" providerId="LiveId" clId="{E9F692B2-F566-4176-BBA7-DCAE636935AF}" dt="2022-11-29T20:52:11.909" v="833" actId="1076"/>
      <pc:docMkLst>
        <pc:docMk/>
      </pc:docMkLst>
      <pc:sldChg chg="modSp new mod">
        <pc:chgData name="Artyom" userId="2f0d4a8a008de216" providerId="LiveId" clId="{E9F692B2-F566-4176-BBA7-DCAE636935AF}" dt="2022-11-29T20:01:42.908" v="213"/>
        <pc:sldMkLst>
          <pc:docMk/>
          <pc:sldMk cId="1090304793" sldId="256"/>
        </pc:sldMkLst>
        <pc:spChg chg="mod">
          <ac:chgData name="Artyom" userId="2f0d4a8a008de216" providerId="LiveId" clId="{E9F692B2-F566-4176-BBA7-DCAE636935AF}" dt="2022-11-29T20:01:42.908" v="213"/>
          <ac:spMkLst>
            <pc:docMk/>
            <pc:sldMk cId="1090304793" sldId="256"/>
            <ac:spMk id="2" creationId="{A0AE0D11-B2A5-4AAD-9507-7BAD7E49FFBC}"/>
          </ac:spMkLst>
        </pc:spChg>
        <pc:spChg chg="mod">
          <ac:chgData name="Artyom" userId="2f0d4a8a008de216" providerId="LiveId" clId="{E9F692B2-F566-4176-BBA7-DCAE636935AF}" dt="2022-11-29T20:01:42.908" v="213"/>
          <ac:spMkLst>
            <pc:docMk/>
            <pc:sldMk cId="1090304793" sldId="256"/>
            <ac:spMk id="3" creationId="{1D386C97-1B9F-44A2-815B-C0A951D9A3CE}"/>
          </ac:spMkLst>
        </pc:spChg>
      </pc:sldChg>
      <pc:sldChg chg="delSp modSp new mod">
        <pc:chgData name="Artyom" userId="2f0d4a8a008de216" providerId="LiveId" clId="{E9F692B2-F566-4176-BBA7-DCAE636935AF}" dt="2022-11-29T20:02:00.704" v="217" actId="255"/>
        <pc:sldMkLst>
          <pc:docMk/>
          <pc:sldMk cId="353737728" sldId="257"/>
        </pc:sldMkLst>
        <pc:spChg chg="del mod">
          <ac:chgData name="Artyom" userId="2f0d4a8a008de216" providerId="LiveId" clId="{E9F692B2-F566-4176-BBA7-DCAE636935AF}" dt="2022-11-29T20:00:05.082" v="200" actId="478"/>
          <ac:spMkLst>
            <pc:docMk/>
            <pc:sldMk cId="353737728" sldId="257"/>
            <ac:spMk id="2" creationId="{CD3A9EC4-2F02-458F-B71E-1DC65906684A}"/>
          </ac:spMkLst>
        </pc:spChg>
        <pc:spChg chg="mod">
          <ac:chgData name="Artyom" userId="2f0d4a8a008de216" providerId="LiveId" clId="{E9F692B2-F566-4176-BBA7-DCAE636935AF}" dt="2022-11-29T20:02:00.704" v="217" actId="255"/>
          <ac:spMkLst>
            <pc:docMk/>
            <pc:sldMk cId="353737728" sldId="257"/>
            <ac:spMk id="3" creationId="{D88E0875-82DA-4F2F-A1F3-13B2D27F3D8A}"/>
          </ac:spMkLst>
        </pc:spChg>
      </pc:sldChg>
      <pc:sldChg chg="modSp new mod">
        <pc:chgData name="Artyom" userId="2f0d4a8a008de216" providerId="LiveId" clId="{E9F692B2-F566-4176-BBA7-DCAE636935AF}" dt="2022-11-29T20:28:25.381" v="706" actId="20577"/>
        <pc:sldMkLst>
          <pc:docMk/>
          <pc:sldMk cId="1383594904" sldId="258"/>
        </pc:sldMkLst>
        <pc:spChg chg="mod">
          <ac:chgData name="Artyom" userId="2f0d4a8a008de216" providerId="LiveId" clId="{E9F692B2-F566-4176-BBA7-DCAE636935AF}" dt="2022-11-29T20:02:31.879" v="241" actId="20577"/>
          <ac:spMkLst>
            <pc:docMk/>
            <pc:sldMk cId="1383594904" sldId="258"/>
            <ac:spMk id="2" creationId="{B3863E4F-6E26-4AE3-9C37-115CF72F7D1E}"/>
          </ac:spMkLst>
        </pc:spChg>
        <pc:spChg chg="mod">
          <ac:chgData name="Artyom" userId="2f0d4a8a008de216" providerId="LiveId" clId="{E9F692B2-F566-4176-BBA7-DCAE636935AF}" dt="2022-11-29T20:28:25.381" v="706" actId="20577"/>
          <ac:spMkLst>
            <pc:docMk/>
            <pc:sldMk cId="1383594904" sldId="258"/>
            <ac:spMk id="3" creationId="{4882816C-151F-407F-926D-CC5F947A4717}"/>
          </ac:spMkLst>
        </pc:spChg>
      </pc:sldChg>
      <pc:sldChg chg="addSp delSp modSp new mod">
        <pc:chgData name="Artyom" userId="2f0d4a8a008de216" providerId="LiveId" clId="{E9F692B2-F566-4176-BBA7-DCAE636935AF}" dt="2022-11-29T20:46:26.073" v="812"/>
        <pc:sldMkLst>
          <pc:docMk/>
          <pc:sldMk cId="1461776967" sldId="259"/>
        </pc:sldMkLst>
        <pc:spChg chg="mod">
          <ac:chgData name="Artyom" userId="2f0d4a8a008de216" providerId="LiveId" clId="{E9F692B2-F566-4176-BBA7-DCAE636935AF}" dt="2022-11-29T20:08:33.254" v="457" actId="20577"/>
          <ac:spMkLst>
            <pc:docMk/>
            <pc:sldMk cId="1461776967" sldId="259"/>
            <ac:spMk id="2" creationId="{235838F0-8C7A-469C-8292-E48C4D0854DD}"/>
          </ac:spMkLst>
        </pc:spChg>
        <pc:spChg chg="mod">
          <ac:chgData name="Artyom" userId="2f0d4a8a008de216" providerId="LiveId" clId="{E9F692B2-F566-4176-BBA7-DCAE636935AF}" dt="2022-11-29T20:46:26.073" v="812"/>
          <ac:spMkLst>
            <pc:docMk/>
            <pc:sldMk cId="1461776967" sldId="259"/>
            <ac:spMk id="3" creationId="{6A7C7A33-14B1-413A-AC1D-861F1EC89A3C}"/>
          </ac:spMkLst>
        </pc:spChg>
        <pc:picChg chg="add del mod">
          <ac:chgData name="Artyom" userId="2f0d4a8a008de216" providerId="LiveId" clId="{E9F692B2-F566-4176-BBA7-DCAE636935AF}" dt="2022-11-29T20:17:30.940" v="634" actId="22"/>
          <ac:picMkLst>
            <pc:docMk/>
            <pc:sldMk cId="1461776967" sldId="259"/>
            <ac:picMk id="5" creationId="{AE502CD3-45F1-444E-A2B1-D8A16885CB0C}"/>
          </ac:picMkLst>
        </pc:picChg>
      </pc:sldChg>
      <pc:sldChg chg="addSp modSp new mod">
        <pc:chgData name="Artyom" userId="2f0d4a8a008de216" providerId="LiveId" clId="{E9F692B2-F566-4176-BBA7-DCAE636935AF}" dt="2022-11-29T20:46:21.180" v="811" actId="1076"/>
        <pc:sldMkLst>
          <pc:docMk/>
          <pc:sldMk cId="1515524107" sldId="260"/>
        </pc:sldMkLst>
        <pc:spChg chg="mod">
          <ac:chgData name="Artyom" userId="2f0d4a8a008de216" providerId="LiveId" clId="{E9F692B2-F566-4176-BBA7-DCAE636935AF}" dt="2022-11-29T20:32:03.580" v="725" actId="20577"/>
          <ac:spMkLst>
            <pc:docMk/>
            <pc:sldMk cId="1515524107" sldId="260"/>
            <ac:spMk id="2" creationId="{DBD0EA96-E773-47AE-A298-A476B7CE1B1B}"/>
          </ac:spMkLst>
        </pc:spChg>
        <pc:spChg chg="mod">
          <ac:chgData name="Artyom" userId="2f0d4a8a008de216" providerId="LiveId" clId="{E9F692B2-F566-4176-BBA7-DCAE636935AF}" dt="2022-11-29T20:46:19.060" v="810"/>
          <ac:spMkLst>
            <pc:docMk/>
            <pc:sldMk cId="1515524107" sldId="260"/>
            <ac:spMk id="3" creationId="{D335C1A4-1D29-48DF-9589-382A06C21E40}"/>
          </ac:spMkLst>
        </pc:spChg>
        <pc:picChg chg="add mod">
          <ac:chgData name="Artyom" userId="2f0d4a8a008de216" providerId="LiveId" clId="{E9F692B2-F566-4176-BBA7-DCAE636935AF}" dt="2022-11-29T20:34:24.608" v="739" actId="1076"/>
          <ac:picMkLst>
            <pc:docMk/>
            <pc:sldMk cId="1515524107" sldId="260"/>
            <ac:picMk id="5" creationId="{95094255-B9A5-403E-8A51-4FC2504D40BE}"/>
          </ac:picMkLst>
        </pc:picChg>
        <pc:picChg chg="add mod">
          <ac:chgData name="Artyom" userId="2f0d4a8a008de216" providerId="LiveId" clId="{E9F692B2-F566-4176-BBA7-DCAE636935AF}" dt="2022-11-29T20:46:21.180" v="811" actId="1076"/>
          <ac:picMkLst>
            <pc:docMk/>
            <pc:sldMk cId="1515524107" sldId="260"/>
            <ac:picMk id="7" creationId="{BDAE7597-E924-425C-98D8-EAE048E87E2A}"/>
          </ac:picMkLst>
        </pc:picChg>
        <pc:picChg chg="add mod">
          <ac:chgData name="Artyom" userId="2f0d4a8a008de216" providerId="LiveId" clId="{E9F692B2-F566-4176-BBA7-DCAE636935AF}" dt="2022-11-29T20:35:34.026" v="741" actId="1076"/>
          <ac:picMkLst>
            <pc:docMk/>
            <pc:sldMk cId="1515524107" sldId="260"/>
            <ac:picMk id="9" creationId="{01627BDB-1D50-4172-B77B-A20755EDFADB}"/>
          </ac:picMkLst>
        </pc:picChg>
        <pc:picChg chg="add mod">
          <ac:chgData name="Artyom" userId="2f0d4a8a008de216" providerId="LiveId" clId="{E9F692B2-F566-4176-BBA7-DCAE636935AF}" dt="2022-11-29T20:36:27.323" v="747" actId="14100"/>
          <ac:picMkLst>
            <pc:docMk/>
            <pc:sldMk cId="1515524107" sldId="260"/>
            <ac:picMk id="11" creationId="{1DF661C0-9601-4BFD-8695-30E72A1969AE}"/>
          </ac:picMkLst>
        </pc:picChg>
        <pc:picChg chg="add mod">
          <ac:chgData name="Artyom" userId="2f0d4a8a008de216" providerId="LiveId" clId="{E9F692B2-F566-4176-BBA7-DCAE636935AF}" dt="2022-11-29T20:37:02.885" v="749" actId="1076"/>
          <ac:picMkLst>
            <pc:docMk/>
            <pc:sldMk cId="1515524107" sldId="260"/>
            <ac:picMk id="13" creationId="{7C2584BE-0E92-486B-B303-2B55A097C09E}"/>
          </ac:picMkLst>
        </pc:picChg>
        <pc:picChg chg="add mod">
          <ac:chgData name="Artyom" userId="2f0d4a8a008de216" providerId="LiveId" clId="{E9F692B2-F566-4176-BBA7-DCAE636935AF}" dt="2022-11-29T20:39:32.945" v="751" actId="1076"/>
          <ac:picMkLst>
            <pc:docMk/>
            <pc:sldMk cId="1515524107" sldId="260"/>
            <ac:picMk id="15" creationId="{67B2D9F7-3794-4BB3-A410-3DCC9CDB43DC}"/>
          </ac:picMkLst>
        </pc:picChg>
        <pc:picChg chg="add mod">
          <ac:chgData name="Artyom" userId="2f0d4a8a008de216" providerId="LiveId" clId="{E9F692B2-F566-4176-BBA7-DCAE636935AF}" dt="2022-11-29T20:43:25.719" v="754" actId="14100"/>
          <ac:picMkLst>
            <pc:docMk/>
            <pc:sldMk cId="1515524107" sldId="260"/>
            <ac:picMk id="17" creationId="{79226E5A-154C-4824-9AE0-F644C1EB9D06}"/>
          </ac:picMkLst>
        </pc:picChg>
      </pc:sldChg>
      <pc:sldChg chg="addSp delSp modSp new mod">
        <pc:chgData name="Artyom" userId="2f0d4a8a008de216" providerId="LiveId" clId="{E9F692B2-F566-4176-BBA7-DCAE636935AF}" dt="2022-11-29T20:46:05.537" v="801" actId="1076"/>
        <pc:sldMkLst>
          <pc:docMk/>
          <pc:sldMk cId="209050473" sldId="261"/>
        </pc:sldMkLst>
        <pc:spChg chg="mod">
          <ac:chgData name="Artyom" userId="2f0d4a8a008de216" providerId="LiveId" clId="{E9F692B2-F566-4176-BBA7-DCAE636935AF}" dt="2022-11-29T20:09:37.650" v="516" actId="20577"/>
          <ac:spMkLst>
            <pc:docMk/>
            <pc:sldMk cId="209050473" sldId="261"/>
            <ac:spMk id="2" creationId="{043FB529-B22D-4870-A939-A56182563F1B}"/>
          </ac:spMkLst>
        </pc:spChg>
        <pc:spChg chg="mod">
          <ac:chgData name="Artyom" userId="2f0d4a8a008de216" providerId="LiveId" clId="{E9F692B2-F566-4176-BBA7-DCAE636935AF}" dt="2022-11-29T20:46:03.265" v="800" actId="20577"/>
          <ac:spMkLst>
            <pc:docMk/>
            <pc:sldMk cId="209050473" sldId="261"/>
            <ac:spMk id="3" creationId="{E78E8084-5260-4A17-B484-8D10F5F51F20}"/>
          </ac:spMkLst>
        </pc:spChg>
        <pc:picChg chg="add del mod">
          <ac:chgData name="Artyom" userId="2f0d4a8a008de216" providerId="LiveId" clId="{E9F692B2-F566-4176-BBA7-DCAE636935AF}" dt="2022-11-29T20:17:40.350" v="638" actId="22"/>
          <ac:picMkLst>
            <pc:docMk/>
            <pc:sldMk cId="209050473" sldId="261"/>
            <ac:picMk id="5" creationId="{A361C98B-D592-407D-B58C-786FCE83FC5C}"/>
          </ac:picMkLst>
        </pc:picChg>
        <pc:picChg chg="add mod">
          <ac:chgData name="Artyom" userId="2f0d4a8a008de216" providerId="LiveId" clId="{E9F692B2-F566-4176-BBA7-DCAE636935AF}" dt="2022-11-29T20:21:03.086" v="671" actId="14100"/>
          <ac:picMkLst>
            <pc:docMk/>
            <pc:sldMk cId="209050473" sldId="261"/>
            <ac:picMk id="7" creationId="{64C361BD-42C2-44C8-AA67-2BEAE2DD2F08}"/>
          </ac:picMkLst>
        </pc:picChg>
        <pc:picChg chg="add mod">
          <ac:chgData name="Artyom" userId="2f0d4a8a008de216" providerId="LiveId" clId="{E9F692B2-F566-4176-BBA7-DCAE636935AF}" dt="2022-11-29T20:46:05.537" v="801" actId="1076"/>
          <ac:picMkLst>
            <pc:docMk/>
            <pc:sldMk cId="209050473" sldId="261"/>
            <ac:picMk id="9" creationId="{5DDA8439-988F-423F-A4A9-F7AC90EDFC17}"/>
          </ac:picMkLst>
        </pc:picChg>
        <pc:picChg chg="add mod">
          <ac:chgData name="Artyom" userId="2f0d4a8a008de216" providerId="LiveId" clId="{E9F692B2-F566-4176-BBA7-DCAE636935AF}" dt="2022-11-29T20:25:15.769" v="674" actId="1076"/>
          <ac:picMkLst>
            <pc:docMk/>
            <pc:sldMk cId="209050473" sldId="261"/>
            <ac:picMk id="11" creationId="{F7B88BA1-AE64-436C-A7DE-D1A7D63FCE6C}"/>
          </ac:picMkLst>
        </pc:picChg>
        <pc:picChg chg="add mod">
          <ac:chgData name="Artyom" userId="2f0d4a8a008de216" providerId="LiveId" clId="{E9F692B2-F566-4176-BBA7-DCAE636935AF}" dt="2022-11-29T20:27:10.810" v="678" actId="14100"/>
          <ac:picMkLst>
            <pc:docMk/>
            <pc:sldMk cId="209050473" sldId="261"/>
            <ac:picMk id="13" creationId="{4C253B6B-594D-4637-8889-CF1769C3389C}"/>
          </ac:picMkLst>
        </pc:picChg>
        <pc:picChg chg="add mod">
          <ac:chgData name="Artyom" userId="2f0d4a8a008de216" providerId="LiveId" clId="{E9F692B2-F566-4176-BBA7-DCAE636935AF}" dt="2022-11-29T20:29:01.692" v="709" actId="14100"/>
          <ac:picMkLst>
            <pc:docMk/>
            <pc:sldMk cId="209050473" sldId="261"/>
            <ac:picMk id="15" creationId="{047B0D3B-D2EE-43C4-BA40-98D86FDDE12F}"/>
          </ac:picMkLst>
        </pc:picChg>
        <pc:picChg chg="add mod">
          <ac:chgData name="Artyom" userId="2f0d4a8a008de216" providerId="LiveId" clId="{E9F692B2-F566-4176-BBA7-DCAE636935AF}" dt="2022-11-29T20:31:25.318" v="712" actId="14100"/>
          <ac:picMkLst>
            <pc:docMk/>
            <pc:sldMk cId="209050473" sldId="261"/>
            <ac:picMk id="17" creationId="{3ECD0A76-78EC-4A33-8B23-F9080E17E9DB}"/>
          </ac:picMkLst>
        </pc:picChg>
        <pc:picChg chg="add mod">
          <ac:chgData name="Artyom" userId="2f0d4a8a008de216" providerId="LiveId" clId="{E9F692B2-F566-4176-BBA7-DCAE636935AF}" dt="2022-11-29T20:31:51.126" v="718" actId="1076"/>
          <ac:picMkLst>
            <pc:docMk/>
            <pc:sldMk cId="209050473" sldId="261"/>
            <ac:picMk id="19" creationId="{4C9D561B-D00A-4B0E-BF49-F762B7D7ADEF}"/>
          </ac:picMkLst>
        </pc:picChg>
      </pc:sldChg>
      <pc:sldChg chg="addSp delSp modSp new mod">
        <pc:chgData name="Artyom" userId="2f0d4a8a008de216" providerId="LiveId" clId="{E9F692B2-F566-4176-BBA7-DCAE636935AF}" dt="2022-11-29T20:52:11.909" v="833" actId="1076"/>
        <pc:sldMkLst>
          <pc:docMk/>
          <pc:sldMk cId="1206811966" sldId="262"/>
        </pc:sldMkLst>
        <pc:spChg chg="mod">
          <ac:chgData name="Artyom" userId="2f0d4a8a008de216" providerId="LiveId" clId="{E9F692B2-F566-4176-BBA7-DCAE636935AF}" dt="2022-11-29T20:10:42.027" v="540" actId="20577"/>
          <ac:spMkLst>
            <pc:docMk/>
            <pc:sldMk cId="1206811966" sldId="262"/>
            <ac:spMk id="2" creationId="{141B68F0-4301-41B2-BB0D-E6AFC4B50EFF}"/>
          </ac:spMkLst>
        </pc:spChg>
        <pc:spChg chg="mod">
          <ac:chgData name="Artyom" userId="2f0d4a8a008de216" providerId="LiveId" clId="{E9F692B2-F566-4176-BBA7-DCAE636935AF}" dt="2022-11-29T20:46:16.646" v="809" actId="20577"/>
          <ac:spMkLst>
            <pc:docMk/>
            <pc:sldMk cId="1206811966" sldId="262"/>
            <ac:spMk id="3" creationId="{F84BFEBC-273D-4DDA-8BA0-461C97BC5108}"/>
          </ac:spMkLst>
        </pc:spChg>
        <pc:picChg chg="add mod">
          <ac:chgData name="Artyom" userId="2f0d4a8a008de216" providerId="LiveId" clId="{E9F692B2-F566-4176-BBA7-DCAE636935AF}" dt="2022-11-29T20:45:34.066" v="779" actId="14100"/>
          <ac:picMkLst>
            <pc:docMk/>
            <pc:sldMk cId="1206811966" sldId="262"/>
            <ac:picMk id="5" creationId="{AC66311D-F77B-4A75-8C93-75411C9361B3}"/>
          </ac:picMkLst>
        </pc:picChg>
        <pc:picChg chg="add mod">
          <ac:chgData name="Artyom" userId="2f0d4a8a008de216" providerId="LiveId" clId="{E9F692B2-F566-4176-BBA7-DCAE636935AF}" dt="2022-11-29T20:46:31.214" v="813" actId="1076"/>
          <ac:picMkLst>
            <pc:docMk/>
            <pc:sldMk cId="1206811966" sldId="262"/>
            <ac:picMk id="7" creationId="{F66A50DE-4DD6-4AB5-B466-AD250D3FB847}"/>
          </ac:picMkLst>
        </pc:picChg>
        <pc:picChg chg="add del mod">
          <ac:chgData name="Artyom" userId="2f0d4a8a008de216" providerId="LiveId" clId="{E9F692B2-F566-4176-BBA7-DCAE636935AF}" dt="2022-11-29T20:49:07.478" v="820" actId="478"/>
          <ac:picMkLst>
            <pc:docMk/>
            <pc:sldMk cId="1206811966" sldId="262"/>
            <ac:picMk id="9" creationId="{21E8F2D9-825E-4B11-B8C5-C73F91B91CA3}"/>
          </ac:picMkLst>
        </pc:picChg>
        <pc:picChg chg="add mod">
          <ac:chgData name="Artyom" userId="2f0d4a8a008de216" providerId="LiveId" clId="{E9F692B2-F566-4176-BBA7-DCAE636935AF}" dt="2022-11-29T20:48:51.118" v="819" actId="1076"/>
          <ac:picMkLst>
            <pc:docMk/>
            <pc:sldMk cId="1206811966" sldId="262"/>
            <ac:picMk id="11" creationId="{D9AD33AA-2922-4D59-8BCE-94E92AAFF0FF}"/>
          </ac:picMkLst>
        </pc:picChg>
        <pc:picChg chg="add mod">
          <ac:chgData name="Artyom" userId="2f0d4a8a008de216" providerId="LiveId" clId="{E9F692B2-F566-4176-BBA7-DCAE636935AF}" dt="2022-11-29T20:49:11.711" v="823" actId="1076"/>
          <ac:picMkLst>
            <pc:docMk/>
            <pc:sldMk cId="1206811966" sldId="262"/>
            <ac:picMk id="13" creationId="{555C3371-F41D-473A-9E9A-9801579C3B9C}"/>
          </ac:picMkLst>
        </pc:picChg>
        <pc:picChg chg="add mod">
          <ac:chgData name="Artyom" userId="2f0d4a8a008de216" providerId="LiveId" clId="{E9F692B2-F566-4176-BBA7-DCAE636935AF}" dt="2022-11-29T20:49:48.940" v="826" actId="1076"/>
          <ac:picMkLst>
            <pc:docMk/>
            <pc:sldMk cId="1206811966" sldId="262"/>
            <ac:picMk id="15" creationId="{91DE9891-96D0-4A48-9D01-A287D453B086}"/>
          </ac:picMkLst>
        </pc:picChg>
        <pc:picChg chg="add mod">
          <ac:chgData name="Artyom" userId="2f0d4a8a008de216" providerId="LiveId" clId="{E9F692B2-F566-4176-BBA7-DCAE636935AF}" dt="2022-11-29T20:50:41.235" v="829" actId="1076"/>
          <ac:picMkLst>
            <pc:docMk/>
            <pc:sldMk cId="1206811966" sldId="262"/>
            <ac:picMk id="17" creationId="{D06445F0-1C33-4AAE-8B1D-1D57F2C96E4D}"/>
          </ac:picMkLst>
        </pc:picChg>
        <pc:picChg chg="add mod">
          <ac:chgData name="Artyom" userId="2f0d4a8a008de216" providerId="LiveId" clId="{E9F692B2-F566-4176-BBA7-DCAE636935AF}" dt="2022-11-29T20:52:11.909" v="833" actId="1076"/>
          <ac:picMkLst>
            <pc:docMk/>
            <pc:sldMk cId="1206811966" sldId="262"/>
            <ac:picMk id="19" creationId="{B27C2326-837F-4116-9AAE-58FEBA135A6A}"/>
          </ac:picMkLst>
        </pc:picChg>
      </pc:sldChg>
      <pc:sldChg chg="modSp new mod">
        <pc:chgData name="Artyom" userId="2f0d4a8a008de216" providerId="LiveId" clId="{E9F692B2-F566-4176-BBA7-DCAE636935AF}" dt="2022-11-29T20:44:53.036" v="776" actId="20577"/>
        <pc:sldMkLst>
          <pc:docMk/>
          <pc:sldMk cId="4008284020" sldId="263"/>
        </pc:sldMkLst>
        <pc:spChg chg="mod">
          <ac:chgData name="Artyom" userId="2f0d4a8a008de216" providerId="LiveId" clId="{E9F692B2-F566-4176-BBA7-DCAE636935AF}" dt="2022-11-29T20:43:43.304" v="767" actId="20577"/>
          <ac:spMkLst>
            <pc:docMk/>
            <pc:sldMk cId="4008284020" sldId="263"/>
            <ac:spMk id="2" creationId="{0090449D-5A84-47E9-BD01-B1E79B9EDF0D}"/>
          </ac:spMkLst>
        </pc:spChg>
        <pc:spChg chg="mod">
          <ac:chgData name="Artyom" userId="2f0d4a8a008de216" providerId="LiveId" clId="{E9F692B2-F566-4176-BBA7-DCAE636935AF}" dt="2022-11-29T20:44:53.036" v="776" actId="20577"/>
          <ac:spMkLst>
            <pc:docMk/>
            <pc:sldMk cId="4008284020" sldId="263"/>
            <ac:spMk id="3" creationId="{B48E7690-984E-43EF-A545-3E6AC0797010}"/>
          </ac:spMkLst>
        </pc:spChg>
      </pc:sldChg>
      <pc:sldMasterChg chg="addSldLayout">
        <pc:chgData name="Artyom" userId="2f0d4a8a008de216" providerId="LiveId" clId="{E9F692B2-F566-4176-BBA7-DCAE636935AF}" dt="2022-11-29T19:55:27.485" v="0" actId="680"/>
        <pc:sldMasterMkLst>
          <pc:docMk/>
          <pc:sldMasterMk cId="3440616510" sldId="2147483648"/>
        </pc:sldMasterMkLst>
        <pc:sldLayoutChg chg="add">
          <pc:chgData name="Artyom" userId="2f0d4a8a008de216" providerId="LiveId" clId="{E9F692B2-F566-4176-BBA7-DCAE636935AF}" dt="2022-11-29T19:55:27.485" v="0" actId="680"/>
          <pc:sldLayoutMkLst>
            <pc:docMk/>
            <pc:sldMasterMk cId="3440616510" sldId="2147483648"/>
            <pc:sldLayoutMk cId="136618703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08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149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18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7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8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6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258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93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29-11-22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25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29-11-22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188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29-11-22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1289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29-11-22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99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29-11-22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26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29-11-22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561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075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24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29-11-22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64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file.net/preview/2975741/page:24/" TargetMode="External"/><Relationship Id="rId2" Type="http://schemas.openxmlformats.org/officeDocument/2006/relationships/hyperlink" Target="https://ru.wikipedia.org/wiki/&#1052;&#1072;&#1090;&#1077;&#1084;&#1072;&#1090;&#1080;&#1095;&#1077;&#1089;&#1082;&#1080;&#1081;_&#1086;&#1073;&#1098;&#1077;&#1082;&#1090;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E0D11-B2A5-4AAD-9507-7BAD7E49F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Математические объекты и их представления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386C97-1B9F-44A2-815B-C0A951D9A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</a:t>
            </a:r>
            <a:r>
              <a:rPr lang="ru-RU" dirty="0" err="1"/>
              <a:t>Гневнов</a:t>
            </a:r>
            <a:r>
              <a:rPr lang="ru-RU" dirty="0"/>
              <a:t> Артем Евгеньевич, ИВТ 2.1, 1 курс</a:t>
            </a:r>
          </a:p>
        </p:txBody>
      </p:sp>
    </p:spTree>
    <p:extLst>
      <p:ext uri="{BB962C8B-B14F-4D97-AF65-F5344CB8AC3E}">
        <p14:creationId xmlns:p14="http://schemas.microsoft.com/office/powerpoint/2010/main" val="1090304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8E0875-82DA-4F2F-A1F3-13B2D27F3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493" y="601386"/>
            <a:ext cx="11863526" cy="6256614"/>
          </a:xfrm>
        </p:spPr>
        <p:txBody>
          <a:bodyPr>
            <a:normAutofit/>
          </a:bodyPr>
          <a:lstStyle/>
          <a:p>
            <a:r>
              <a:rPr lang="ru-RU" sz="2800" dirty="0"/>
              <a:t>Математический объект – это  абстрактный объект, определяемый и изучаемый в математике</a:t>
            </a:r>
          </a:p>
          <a:p>
            <a:r>
              <a:rPr lang="ru-RU" sz="2800" dirty="0"/>
              <a:t>Примеры: число, множество, функция, треугольник, группа, отношение порядка.</a:t>
            </a:r>
          </a:p>
          <a:p>
            <a:endParaRPr lang="ru-RU" sz="2800" dirty="0"/>
          </a:p>
          <a:p>
            <a:r>
              <a:rPr lang="ru-RU" sz="2800" dirty="0"/>
              <a:t>В современной математике приняты следующие соглашения:</a:t>
            </a:r>
          </a:p>
          <a:p>
            <a:endParaRPr lang="ru-RU" sz="2800" dirty="0"/>
          </a:p>
          <a:p>
            <a:r>
              <a:rPr lang="ru-RU" sz="2800" dirty="0"/>
              <a:t>1.При определении объекта задаются его название и перечень свойств (обычно в виде списка аксиом).</a:t>
            </a:r>
          </a:p>
          <a:p>
            <a:r>
              <a:rPr lang="ru-RU" sz="2800" dirty="0"/>
              <a:t>2.Любой математический объект, свойства которого непротиворечивы, считается допустимым и существующим.</a:t>
            </a:r>
          </a:p>
        </p:txBody>
      </p:sp>
    </p:spTree>
    <p:extLst>
      <p:ext uri="{BB962C8B-B14F-4D97-AF65-F5344CB8AC3E}">
        <p14:creationId xmlns:p14="http://schemas.microsoft.com/office/powerpoint/2010/main" val="35373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63E4F-6E26-4AE3-9C37-115CF72F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объекты: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82816C-151F-407F-926D-CC5F947A4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Целые числа</a:t>
            </a:r>
          </a:p>
          <a:p>
            <a:r>
              <a:rPr lang="ru-RU" dirty="0"/>
              <a:t>2. Дробные числа</a:t>
            </a:r>
          </a:p>
          <a:p>
            <a:r>
              <a:rPr lang="ru-RU" dirty="0"/>
              <a:t>3.Матрицы</a:t>
            </a:r>
          </a:p>
          <a:p>
            <a:r>
              <a:rPr lang="ru-RU" dirty="0"/>
              <a:t>4.Степень числа</a:t>
            </a:r>
          </a:p>
          <a:p>
            <a:pPr>
              <a:lnSpc>
                <a:spcPct val="150000"/>
              </a:lnSpc>
            </a:pPr>
            <a:r>
              <a:rPr lang="ru-RU" dirty="0"/>
              <a:t>5.Квадратный корень числа:</a:t>
            </a:r>
          </a:p>
          <a:p>
            <a:r>
              <a:rPr lang="ru-RU" dirty="0"/>
              <a:t>6.Логарифм</a:t>
            </a:r>
          </a:p>
          <a:p>
            <a:r>
              <a:rPr lang="ru-RU" dirty="0"/>
              <a:t>7. Тригонометрическая функция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59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838F0-8C7A-469C-8292-E48C4D08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Математические объекты с точки зрения математики: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7C7A33-14B1-413A-AC1D-861F1EC89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dirty="0"/>
                  <a:t>1. Целые числа: 15</a:t>
                </a:r>
                <a:r>
                  <a:rPr lang="en-US" dirty="0"/>
                  <a:t> </a:t>
                </a:r>
                <a:endParaRPr lang="ru-RU" dirty="0"/>
              </a:p>
              <a:p>
                <a:pPr>
                  <a:lnSpc>
                    <a:spcPct val="150000"/>
                  </a:lnSpc>
                </a:pPr>
                <a:r>
                  <a:rPr lang="ru-RU" dirty="0"/>
                  <a:t>2. Рациональные числа: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ru-RU" sz="2400" dirty="0"/>
              </a:p>
              <a:p>
                <a:pPr>
                  <a:lnSpc>
                    <a:spcPct val="150000"/>
                  </a:lnSpc>
                </a:pPr>
                <a:r>
                  <a:rPr lang="ru-RU" dirty="0"/>
                  <a:t>3.Матрицы: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>
                  <a:lnSpc>
                    <a:spcPct val="150000"/>
                  </a:lnSpc>
                </a:pPr>
                <a:r>
                  <a:rPr lang="ru-RU" dirty="0"/>
                  <a:t>4.Степень числа: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ru-RU" dirty="0"/>
              </a:p>
              <a:p>
                <a:pPr>
                  <a:lnSpc>
                    <a:spcPct val="150000"/>
                  </a:lnSpc>
                </a:pPr>
                <a:r>
                  <a:rPr lang="ru-RU" dirty="0"/>
                  <a:t>5.Квадратный корень числа: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endParaRPr lang="ru-RU" dirty="0"/>
              </a:p>
              <a:p>
                <a:pPr>
                  <a:lnSpc>
                    <a:spcPct val="150000"/>
                  </a:lnSpc>
                </a:pPr>
                <a:r>
                  <a:rPr lang="ru-RU" dirty="0"/>
                  <a:t>6.Логарифм: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81</m:t>
                        </m:r>
                      </m:e>
                    </m:func>
                  </m:oMath>
                </a14:m>
                <a:endParaRPr lang="ru-RU" dirty="0"/>
              </a:p>
              <a:p>
                <a:pPr>
                  <a:lnSpc>
                    <a:spcPct val="150000"/>
                  </a:lnSpc>
                </a:pPr>
                <a:r>
                  <a:rPr lang="ru-RU" dirty="0"/>
                  <a:t>7. Тригонометрическая функция: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</m:func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7C7A33-14B1-413A-AC1D-861F1EC89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77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0EA96-E773-47AE-A298-A476B7CE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Математические объекты с точки зрения СКА</a:t>
            </a:r>
            <a:r>
              <a:rPr lang="en-US" dirty="0"/>
              <a:t> Maxima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35C1A4-1D29-48DF-9589-382A06C21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1. Целые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2. Рациональные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3.Матрицы:</a:t>
            </a:r>
          </a:p>
          <a:p>
            <a:pPr>
              <a:lnSpc>
                <a:spcPct val="150000"/>
              </a:lnSpc>
            </a:pPr>
            <a:r>
              <a:rPr lang="ru-RU" dirty="0"/>
              <a:t>4.Степень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5.Квадратный корень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6.Логарифм:</a:t>
            </a:r>
          </a:p>
          <a:p>
            <a:pPr>
              <a:lnSpc>
                <a:spcPct val="150000"/>
              </a:lnSpc>
            </a:pPr>
            <a:r>
              <a:rPr lang="ru-RU" dirty="0"/>
              <a:t>7. Тригонометрическая функция: 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094255-B9A5-403E-8A51-4FC2504D4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002" y="1732449"/>
            <a:ext cx="911625" cy="5148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AE7597-E924-425C-98D8-EAE048E87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627" y="2263692"/>
            <a:ext cx="631270" cy="591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627BDB-1D50-4172-B77B-A20755EDF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611" y="2841882"/>
            <a:ext cx="1920406" cy="78492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F661C0-9601-4BFD-8695-30E72A196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614" y="3643154"/>
            <a:ext cx="980833" cy="49902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C2584BE-0E92-486B-B303-2B55A097C0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020" y="4066581"/>
            <a:ext cx="975445" cy="46486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B2D9F7-3794-4BB3-A410-3DCC9CDB43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476" y="4683840"/>
            <a:ext cx="1897544" cy="4572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226E5A-154C-4824-9AE0-F644C1EB9D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3742" y="5192971"/>
            <a:ext cx="1518054" cy="53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24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FB529-B22D-4870-A939-A5618256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Математические объекты с точки зрения языка программирования </a:t>
            </a:r>
            <a:r>
              <a:rPr lang="en-US" dirty="0"/>
              <a:t>PascalABC.NET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E8084-5260-4A17-B484-8D10F5F5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1. Целые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2. Рациональные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3.Матрицы:</a:t>
            </a:r>
          </a:p>
          <a:p>
            <a:pPr>
              <a:lnSpc>
                <a:spcPct val="150000"/>
              </a:lnSpc>
            </a:pPr>
            <a:r>
              <a:rPr lang="ru-RU" dirty="0"/>
              <a:t>4.Степень числа:</a:t>
            </a:r>
            <a:r>
              <a:rPr lang="en-US" dirty="0"/>
              <a:t> 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5.Квадратный корень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6.Логарифм:</a:t>
            </a:r>
          </a:p>
          <a:p>
            <a:pPr>
              <a:lnSpc>
                <a:spcPct val="150000"/>
              </a:lnSpc>
            </a:pPr>
            <a:r>
              <a:rPr lang="ru-RU" dirty="0"/>
              <a:t>7. Тригонометрическая функция :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C361BD-42C2-44C8-AA67-2BEAE2DD2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618" y="1854942"/>
            <a:ext cx="957153" cy="3490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DDA8439-988F-423F-A4A9-F7AC90EDF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677" y="2392998"/>
            <a:ext cx="1116953" cy="3384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B88BA1-AE64-436C-A7DE-D1A7D63FC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251" y="3033315"/>
            <a:ext cx="5125405" cy="3384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C253B6B-594D-4637-8889-CF1769C33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318" y="3561125"/>
            <a:ext cx="1859385" cy="38141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47B0D3B-D2EE-43C4-BA40-98D86FDDE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403" y="4094935"/>
            <a:ext cx="1428455" cy="43805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ECD0A76-78EC-4A33-8B23-F9080E17E9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7507" y="4692626"/>
            <a:ext cx="1859385" cy="32702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C9D561B-D00A-4B0E-BF49-F762B7D7AD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21" y="5220371"/>
            <a:ext cx="1974857" cy="4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B68F0-4301-41B2-BB0D-E6AFC4B5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Математические объекты с точки зрения </a:t>
            </a:r>
            <a:r>
              <a:rPr lang="en-US" dirty="0"/>
              <a:t>MS Office Exile</a:t>
            </a:r>
            <a:r>
              <a:rPr lang="ru-RU" dirty="0"/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BFEBC-273D-4DDA-8BA0-461C97BC5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1. Целые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2. Рациональные числа:</a:t>
            </a:r>
            <a:r>
              <a:rPr lang="en-US" dirty="0"/>
              <a:t> 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3.Матрицы:</a:t>
            </a:r>
          </a:p>
          <a:p>
            <a:pPr>
              <a:lnSpc>
                <a:spcPct val="150000"/>
              </a:lnSpc>
            </a:pPr>
            <a:r>
              <a:rPr lang="ru-RU" dirty="0"/>
              <a:t>4.Степень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5.Квадратный корень числа:</a:t>
            </a:r>
          </a:p>
          <a:p>
            <a:pPr>
              <a:lnSpc>
                <a:spcPct val="150000"/>
              </a:lnSpc>
            </a:pPr>
            <a:r>
              <a:rPr lang="ru-RU" dirty="0"/>
              <a:t>6.Логарифм:</a:t>
            </a:r>
          </a:p>
          <a:p>
            <a:pPr>
              <a:lnSpc>
                <a:spcPct val="150000"/>
              </a:lnSpc>
            </a:pPr>
            <a:r>
              <a:rPr lang="ru-RU" dirty="0"/>
              <a:t>7. Тригонометрическая функция: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66311D-F77B-4A75-8C93-75411C936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851" y="1804112"/>
            <a:ext cx="709834" cy="4190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6A50DE-4DD6-4AB5-B466-AD250D3FB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432" y="2336516"/>
            <a:ext cx="934199" cy="4603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9AD33AA-2922-4D59-8BCE-94E92AAFF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568" y="4116852"/>
            <a:ext cx="1314490" cy="35434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55C3371-F41D-473A-9E9A-9801579C3B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426" y="3543177"/>
            <a:ext cx="859006" cy="35434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1DE9891-96D0-4A48-9D01-A287D453B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5433" y="4671469"/>
            <a:ext cx="1442669" cy="35433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06445F0-1C33-4AAE-8B1D-1D57F2C96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5791" y="5204376"/>
            <a:ext cx="2189313" cy="35433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27C2326-837F-4116-9AAE-58FEBA135A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6601" y="2741148"/>
            <a:ext cx="2106062" cy="83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11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0449D-5A84-47E9-BD01-B1E79B9E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8E7690-984E-43EF-A545-3E6AC0797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</a:t>
            </a:r>
            <a:r>
              <a:rPr lang="en-US" dirty="0">
                <a:hlinkClick r:id="rId2"/>
              </a:rPr>
              <a:t>https://ru.wikipedia.org/wiki/</a:t>
            </a:r>
            <a:r>
              <a:rPr lang="ru-RU" dirty="0" err="1">
                <a:hlinkClick r:id="rId2"/>
              </a:rPr>
              <a:t>Математический_объект</a:t>
            </a:r>
            <a:endParaRPr lang="ru-RU" dirty="0"/>
          </a:p>
          <a:p>
            <a:r>
              <a:rPr lang="ru-RU" dirty="0"/>
              <a:t>2.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https://studfile.net/preview/2975741/page:24/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284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58</TotalTime>
  <Words>325</Words>
  <Application>Microsoft Office PowerPoint</Application>
  <PresentationFormat>Широкоэкранный</PresentationFormat>
  <Paragraphs>52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Calisto MT</vt:lpstr>
      <vt:lpstr>Cambria Math</vt:lpstr>
      <vt:lpstr>Wingdings 2</vt:lpstr>
      <vt:lpstr>Сланец</vt:lpstr>
      <vt:lpstr>Математические объекты и их представления</vt:lpstr>
      <vt:lpstr>Презентация PowerPoint</vt:lpstr>
      <vt:lpstr>Математические объекты:</vt:lpstr>
      <vt:lpstr>Математические объекты с точки зрения математики:</vt:lpstr>
      <vt:lpstr>Математические объекты с точки зрения СКА Maxima:</vt:lpstr>
      <vt:lpstr>Математические объекты с точки зрения языка программирования PascalABC.NET:</vt:lpstr>
      <vt:lpstr>Математические объекты с точки зрения MS Office Exile:</vt:lpstr>
      <vt:lpstr>Источники: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Математические объекты и их представления</dc:title>
  <dc:creator>Artyom</dc:creator>
  <cp:lastModifiedBy>Artyom</cp:lastModifiedBy>
  <cp:revision>6</cp:revision>
  <dcterms:created xsi:type="dcterms:W3CDTF">2022-11-29T19:55:06Z</dcterms:created>
  <dcterms:modified xsi:type="dcterms:W3CDTF">2022-11-29T20:53:12Z</dcterms:modified>
</cp:coreProperties>
</file>