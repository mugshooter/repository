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tyom" userId="2f0d4a8a008de216" providerId="LiveId" clId="{F2C1CA99-0633-48D1-A42C-D15C4EC792D3}"/>
    <pc:docChg chg="undo custSel addSld modSld">
      <pc:chgData name="Artyom" userId="2f0d4a8a008de216" providerId="LiveId" clId="{F2C1CA99-0633-48D1-A42C-D15C4EC792D3}" dt="2022-12-08T15:01:07.687" v="257" actId="14100"/>
      <pc:docMkLst>
        <pc:docMk/>
      </pc:docMkLst>
      <pc:sldChg chg="addSp modSp new mod">
        <pc:chgData name="Artyom" userId="2f0d4a8a008de216" providerId="LiveId" clId="{F2C1CA99-0633-48D1-A42C-D15C4EC792D3}" dt="2022-12-08T15:01:07.687" v="257" actId="14100"/>
        <pc:sldMkLst>
          <pc:docMk/>
          <pc:sldMk cId="1439481083" sldId="256"/>
        </pc:sldMkLst>
        <pc:spChg chg="mod">
          <ac:chgData name="Artyom" userId="2f0d4a8a008de216" providerId="LiveId" clId="{F2C1CA99-0633-48D1-A42C-D15C4EC792D3}" dt="2022-12-08T15:01:07.687" v="257" actId="14100"/>
          <ac:spMkLst>
            <pc:docMk/>
            <pc:sldMk cId="1439481083" sldId="256"/>
            <ac:spMk id="2" creationId="{163600B1-FCA2-4CCA-A45B-EC0A193F30DC}"/>
          </ac:spMkLst>
        </pc:spChg>
        <pc:spChg chg="mod">
          <ac:chgData name="Artyom" userId="2f0d4a8a008de216" providerId="LiveId" clId="{F2C1CA99-0633-48D1-A42C-D15C4EC792D3}" dt="2022-12-08T14:53:30.642" v="163" actId="1076"/>
          <ac:spMkLst>
            <pc:docMk/>
            <pc:sldMk cId="1439481083" sldId="256"/>
            <ac:spMk id="3" creationId="{A09DFEB6-1BDA-4B16-AF65-AFD3BD21D59A}"/>
          </ac:spMkLst>
        </pc:spChg>
        <pc:spChg chg="add mod">
          <ac:chgData name="Artyom" userId="2f0d4a8a008de216" providerId="LiveId" clId="{F2C1CA99-0633-48D1-A42C-D15C4EC792D3}" dt="2022-12-08T14:45:35.615" v="81" actId="123"/>
          <ac:spMkLst>
            <pc:docMk/>
            <pc:sldMk cId="1439481083" sldId="256"/>
            <ac:spMk id="4" creationId="{0C7C89AA-F784-4221-A3AA-CE25C182DA9B}"/>
          </ac:spMkLst>
        </pc:spChg>
        <pc:spChg chg="add mod">
          <ac:chgData name="Artyom" userId="2f0d4a8a008de216" providerId="LiveId" clId="{F2C1CA99-0633-48D1-A42C-D15C4EC792D3}" dt="2022-12-08T14:47:06.197" v="113" actId="1076"/>
          <ac:spMkLst>
            <pc:docMk/>
            <pc:sldMk cId="1439481083" sldId="256"/>
            <ac:spMk id="7" creationId="{8B0BA35D-E1C8-4D6A-9D2F-E7054BFF9679}"/>
          </ac:spMkLst>
        </pc:spChg>
        <pc:spChg chg="add mod">
          <ac:chgData name="Artyom" userId="2f0d4a8a008de216" providerId="LiveId" clId="{F2C1CA99-0633-48D1-A42C-D15C4EC792D3}" dt="2022-12-08T14:53:26.817" v="162" actId="1076"/>
          <ac:spMkLst>
            <pc:docMk/>
            <pc:sldMk cId="1439481083" sldId="256"/>
            <ac:spMk id="12" creationId="{F155A1CB-C296-4142-BF83-B14904772635}"/>
          </ac:spMkLst>
        </pc:spChg>
        <pc:spChg chg="add mod">
          <ac:chgData name="Artyom" userId="2f0d4a8a008de216" providerId="LiveId" clId="{F2C1CA99-0633-48D1-A42C-D15C4EC792D3}" dt="2022-12-08T14:53:59.350" v="174" actId="20577"/>
          <ac:spMkLst>
            <pc:docMk/>
            <pc:sldMk cId="1439481083" sldId="256"/>
            <ac:spMk id="15" creationId="{3CCBA28F-C990-485E-9294-4133BAA7802A}"/>
          </ac:spMkLst>
        </pc:spChg>
        <pc:picChg chg="add mod">
          <ac:chgData name="Artyom" userId="2f0d4a8a008de216" providerId="LiveId" clId="{F2C1CA99-0633-48D1-A42C-D15C4EC792D3}" dt="2022-12-08T14:45:41.074" v="82" actId="1076"/>
          <ac:picMkLst>
            <pc:docMk/>
            <pc:sldMk cId="1439481083" sldId="256"/>
            <ac:picMk id="6" creationId="{9356B5F3-732B-4EA9-8678-2F0CD759503A}"/>
          </ac:picMkLst>
        </pc:picChg>
        <pc:picChg chg="add mod">
          <ac:chgData name="Artyom" userId="2f0d4a8a008de216" providerId="LiveId" clId="{F2C1CA99-0633-48D1-A42C-D15C4EC792D3}" dt="2022-12-08T14:47:58.614" v="122" actId="1076"/>
          <ac:picMkLst>
            <pc:docMk/>
            <pc:sldMk cId="1439481083" sldId="256"/>
            <ac:picMk id="9" creationId="{50E07A18-140B-4636-8AB2-9869A134E177}"/>
          </ac:picMkLst>
        </pc:picChg>
        <pc:picChg chg="add mod">
          <ac:chgData name="Artyom" userId="2f0d4a8a008de216" providerId="LiveId" clId="{F2C1CA99-0633-48D1-A42C-D15C4EC792D3}" dt="2022-12-08T14:48:10.149" v="125" actId="14100"/>
          <ac:picMkLst>
            <pc:docMk/>
            <pc:sldMk cId="1439481083" sldId="256"/>
            <ac:picMk id="11" creationId="{15D22F92-728B-4EED-8C85-77BD91A5FD9B}"/>
          </ac:picMkLst>
        </pc:picChg>
        <pc:picChg chg="add mod">
          <ac:chgData name="Artyom" userId="2f0d4a8a008de216" providerId="LiveId" clId="{F2C1CA99-0633-48D1-A42C-D15C4EC792D3}" dt="2022-12-08T14:54:46.371" v="180" actId="1076"/>
          <ac:picMkLst>
            <pc:docMk/>
            <pc:sldMk cId="1439481083" sldId="256"/>
            <ac:picMk id="14" creationId="{61C68EFB-8FB5-446B-BE03-7ADAF87B4D04}"/>
          </ac:picMkLst>
        </pc:picChg>
        <pc:picChg chg="add mod">
          <ac:chgData name="Artyom" userId="2f0d4a8a008de216" providerId="LiveId" clId="{F2C1CA99-0633-48D1-A42C-D15C4EC792D3}" dt="2022-12-08T14:54:50.613" v="181" actId="1076"/>
          <ac:picMkLst>
            <pc:docMk/>
            <pc:sldMk cId="1439481083" sldId="256"/>
            <ac:picMk id="17" creationId="{2C1BE708-3CEA-442E-A802-871E26C6CBDE}"/>
          </ac:picMkLst>
        </pc:picChg>
      </pc:sldChg>
      <pc:sldChg chg="addSp delSp modSp new mod">
        <pc:chgData name="Artyom" userId="2f0d4a8a008de216" providerId="LiveId" clId="{F2C1CA99-0633-48D1-A42C-D15C4EC792D3}" dt="2022-12-08T15:00:50.788" v="256" actId="1076"/>
        <pc:sldMkLst>
          <pc:docMk/>
          <pc:sldMk cId="2038010218" sldId="257"/>
        </pc:sldMkLst>
        <pc:spChg chg="del mod">
          <ac:chgData name="Artyom" userId="2f0d4a8a008de216" providerId="LiveId" clId="{F2C1CA99-0633-48D1-A42C-D15C4EC792D3}" dt="2022-12-08T14:55:31.515" v="184" actId="21"/>
          <ac:spMkLst>
            <pc:docMk/>
            <pc:sldMk cId="2038010218" sldId="257"/>
            <ac:spMk id="2" creationId="{AF93D4FE-48C3-4CA1-B7A5-9D4E6AC6DD1D}"/>
          </ac:spMkLst>
        </pc:spChg>
        <pc:spChg chg="mod">
          <ac:chgData name="Artyom" userId="2f0d4a8a008de216" providerId="LiveId" clId="{F2C1CA99-0633-48D1-A42C-D15C4EC792D3}" dt="2022-12-08T14:55:52.452" v="217" actId="1076"/>
          <ac:spMkLst>
            <pc:docMk/>
            <pc:sldMk cId="2038010218" sldId="257"/>
            <ac:spMk id="3" creationId="{044D280D-4E37-4397-926A-26A5BB670384}"/>
          </ac:spMkLst>
        </pc:spChg>
        <pc:picChg chg="add mod">
          <ac:chgData name="Artyom" userId="2f0d4a8a008de216" providerId="LiveId" clId="{F2C1CA99-0633-48D1-A42C-D15C4EC792D3}" dt="2022-12-08T14:58:06.228" v="236" actId="14100"/>
          <ac:picMkLst>
            <pc:docMk/>
            <pc:sldMk cId="2038010218" sldId="257"/>
            <ac:picMk id="5" creationId="{4C8C15D1-9B90-4B8F-9296-5FF6AB565427}"/>
          </ac:picMkLst>
        </pc:picChg>
        <pc:picChg chg="add mod">
          <ac:chgData name="Artyom" userId="2f0d4a8a008de216" providerId="LiveId" clId="{F2C1CA99-0633-48D1-A42C-D15C4EC792D3}" dt="2022-12-08T15:00:50.788" v="256" actId="1076"/>
          <ac:picMkLst>
            <pc:docMk/>
            <pc:sldMk cId="2038010218" sldId="257"/>
            <ac:picMk id="7" creationId="{71A61E94-1DA5-4B3E-A838-485BA23BDBF2}"/>
          </ac:picMkLst>
        </pc:picChg>
        <pc:picChg chg="add mod">
          <ac:chgData name="Artyom" userId="2f0d4a8a008de216" providerId="LiveId" clId="{F2C1CA99-0633-48D1-A42C-D15C4EC792D3}" dt="2022-12-08T15:00:35.478" v="251" actId="14100"/>
          <ac:picMkLst>
            <pc:docMk/>
            <pc:sldMk cId="2038010218" sldId="257"/>
            <ac:picMk id="9" creationId="{41CBBC69-05BD-42BE-9DC5-A3264948E261}"/>
          </ac:picMkLst>
        </pc:picChg>
        <pc:picChg chg="add del mod">
          <ac:chgData name="Artyom" userId="2f0d4a8a008de216" providerId="LiveId" clId="{F2C1CA99-0633-48D1-A42C-D15C4EC792D3}" dt="2022-12-08T14:58:50.067" v="241" actId="21"/>
          <ac:picMkLst>
            <pc:docMk/>
            <pc:sldMk cId="2038010218" sldId="257"/>
            <ac:picMk id="11" creationId="{1E22C5E0-1921-49ED-9BDD-AE83AE358DFE}"/>
          </ac:picMkLst>
        </pc:picChg>
        <pc:picChg chg="add mod">
          <ac:chgData name="Artyom" userId="2f0d4a8a008de216" providerId="LiveId" clId="{F2C1CA99-0633-48D1-A42C-D15C4EC792D3}" dt="2022-12-08T15:00:47.755" v="255" actId="1076"/>
          <ac:picMkLst>
            <pc:docMk/>
            <pc:sldMk cId="2038010218" sldId="257"/>
            <ac:picMk id="13" creationId="{C19E0A66-1D58-4714-8BD9-3587B746566E}"/>
          </ac:picMkLst>
        </pc:picChg>
        <pc:picChg chg="add mod">
          <ac:chgData name="Artyom" userId="2f0d4a8a008de216" providerId="LiveId" clId="{F2C1CA99-0633-48D1-A42C-D15C4EC792D3}" dt="2022-12-08T15:00:37.882" v="252" actId="1076"/>
          <ac:picMkLst>
            <pc:docMk/>
            <pc:sldMk cId="2038010218" sldId="257"/>
            <ac:picMk id="15" creationId="{087CBD18-BC67-4132-A79D-B5D008245A5E}"/>
          </ac:picMkLst>
        </pc:picChg>
      </pc:sldChg>
      <pc:sldMasterChg chg="addSldLayout">
        <pc:chgData name="Artyom" userId="2f0d4a8a008de216" providerId="LiveId" clId="{F2C1CA99-0633-48D1-A42C-D15C4EC792D3}" dt="2022-12-08T14:41:20.217" v="0" actId="680"/>
        <pc:sldMasterMkLst>
          <pc:docMk/>
          <pc:sldMasterMk cId="1774404488" sldId="2147483648"/>
        </pc:sldMasterMkLst>
        <pc:sldLayoutChg chg="add">
          <pc:chgData name="Artyom" userId="2f0d4a8a008de216" providerId="LiveId" clId="{F2C1CA99-0633-48D1-A42C-D15C4EC792D3}" dt="2022-12-08T14:41:20.217" v="0" actId="680"/>
          <pc:sldLayoutMkLst>
            <pc:docMk/>
            <pc:sldMasterMk cId="1774404488" sldId="2147483648"/>
            <pc:sldLayoutMk cId="598139218" sldId="214748364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30EDC5E-60A4-4A90-9C91-74427C6878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45378EA-68FB-4D3B-87CE-4521FF8E2F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598139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404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3600B1-FCA2-4CCA-A45B-EC0A193F30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849" y="464435"/>
            <a:ext cx="4067454" cy="2444643"/>
          </a:xfrm>
        </p:spPr>
        <p:txBody>
          <a:bodyPr/>
          <a:lstStyle/>
          <a:p>
            <a:r>
              <a:rPr lang="ru-RU" sz="2800" dirty="0"/>
              <a:t>Основные</a:t>
            </a:r>
            <a:br>
              <a:rPr lang="ru-RU" sz="2800" dirty="0"/>
            </a:br>
            <a:r>
              <a:rPr lang="ru-RU" sz="2800" dirty="0"/>
              <a:t>возможности</a:t>
            </a:r>
            <a:br>
              <a:rPr lang="ru-RU" sz="2800" dirty="0"/>
            </a:br>
            <a:r>
              <a:rPr lang="ru-RU" sz="2800" dirty="0"/>
              <a:t>Scilab,</a:t>
            </a:r>
            <a:br>
              <a:rPr lang="ru-RU" sz="2800" dirty="0"/>
            </a:br>
            <a:r>
              <a:rPr lang="ru-RU" sz="2800" dirty="0"/>
              <a:t>используемые при</a:t>
            </a:r>
            <a:br>
              <a:rPr lang="ru-RU" sz="2800" dirty="0"/>
            </a:br>
            <a:r>
              <a:rPr lang="ru-RU" sz="2800" dirty="0"/>
              <a:t>работе с</a:t>
            </a:r>
            <a:br>
              <a:rPr lang="ru-RU" sz="2800" dirty="0"/>
            </a:br>
            <a:r>
              <a:rPr lang="ru-RU" sz="2800" dirty="0"/>
              <a:t>матрицами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09DFEB6-1BDA-4B16-AF65-AFD3BD21D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481" y="3062353"/>
            <a:ext cx="3934289" cy="661463"/>
          </a:xfrm>
        </p:spPr>
        <p:txBody>
          <a:bodyPr/>
          <a:lstStyle/>
          <a:p>
            <a:r>
              <a:rPr lang="ru-RU" sz="1600" dirty="0"/>
              <a:t>Автор: Гневнов Артем Евгеньевич, ИВТ2.1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7C89AA-F784-4221-A3AA-CE25C182DA9B}"/>
              </a:ext>
            </a:extLst>
          </p:cNvPr>
          <p:cNvSpPr txBox="1"/>
          <p:nvPr/>
        </p:nvSpPr>
        <p:spPr>
          <a:xfrm>
            <a:off x="4669654" y="115409"/>
            <a:ext cx="23437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/>
              <a:t>Ввод матрица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56B5F3-732B-4EA9-8678-2F0CD7595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557" y="522485"/>
            <a:ext cx="2834886" cy="257578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0BA35D-E1C8-4D6A-9D2F-E7054BFF9679}"/>
              </a:ext>
            </a:extLst>
          </p:cNvPr>
          <p:cNvSpPr txBox="1"/>
          <p:nvPr/>
        </p:nvSpPr>
        <p:spPr>
          <a:xfrm>
            <a:off x="8389398" y="122375"/>
            <a:ext cx="3050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Операции над матрицами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0E07A18-140B-4636-8AB2-9869A134E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985" y="654688"/>
            <a:ext cx="2056892" cy="300288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5D22F92-728B-4EED-8C85-77BD91A5F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721" y="3657575"/>
            <a:ext cx="2178155" cy="293504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155A1CB-C296-4142-BF83-B14904772635}"/>
              </a:ext>
            </a:extLst>
          </p:cNvPr>
          <p:cNvSpPr txBox="1"/>
          <p:nvPr/>
        </p:nvSpPr>
        <p:spPr>
          <a:xfrm>
            <a:off x="264848" y="3610699"/>
            <a:ext cx="3210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Операция по удалению строки</a:t>
            </a: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61C68EFB-8FB5-446B-BE03-7ADAF87B4D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471" y="4093040"/>
            <a:ext cx="2255715" cy="24995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CCBA28F-C990-485E-9294-4133BAA7802A}"/>
              </a:ext>
            </a:extLst>
          </p:cNvPr>
          <p:cNvSpPr txBox="1"/>
          <p:nvPr/>
        </p:nvSpPr>
        <p:spPr>
          <a:xfrm>
            <a:off x="4199137" y="3600031"/>
            <a:ext cx="33508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Операция по удалению Столбца</a:t>
            </a:r>
          </a:p>
          <a:p>
            <a:endParaRPr lang="ru-RU" dirty="0"/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2C1BE708-3CEA-442E-A802-871E26C6CBD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2428" y="4221462"/>
            <a:ext cx="2178155" cy="237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81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44D280D-4E37-4397-926A-26A5BB670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8624"/>
            <a:ext cx="9144000" cy="1655762"/>
          </a:xfrm>
        </p:spPr>
        <p:txBody>
          <a:bodyPr/>
          <a:lstStyle/>
          <a:p>
            <a:r>
              <a:rPr lang="ru-RU" dirty="0"/>
              <a:t>Функции для работы с матрицами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8C15D1-9B90-4B8F-9296-5FF6AB565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38" y="651584"/>
            <a:ext cx="2673292" cy="355643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1A61E94-1DA5-4B3E-A838-485BA23BDB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456" y="4470141"/>
            <a:ext cx="2612977" cy="147889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1CBBC69-05BD-42BE-9DC5-A3264948E2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9490" y="729793"/>
            <a:ext cx="3999997" cy="366959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C19E0A66-1D58-4714-8BD9-3587B74656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7204" y="651584"/>
            <a:ext cx="2673292" cy="586180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87CBD18-BC67-4132-A79D-B5D008245A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9490" y="4470141"/>
            <a:ext cx="4465601" cy="223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801021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39</Words>
  <Application>Microsoft Office PowerPoint</Application>
  <PresentationFormat>Широкоэкранный</PresentationFormat>
  <Paragraphs>7</Paragraphs>
  <Slides>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Основные возможности Scilab, используемые при работе с матрицами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Основные возможности Scilab, используемые при работе с матрицами</dc:title>
  <dc:creator>Artyom</dc:creator>
  <cp:lastModifiedBy>Artyom</cp:lastModifiedBy>
  <cp:revision>1</cp:revision>
  <dcterms:created xsi:type="dcterms:W3CDTF">2022-12-08T14:41:16Z</dcterms:created>
  <dcterms:modified xsi:type="dcterms:W3CDTF">2022-12-08T15:01:20Z</dcterms:modified>
</cp:coreProperties>
</file>