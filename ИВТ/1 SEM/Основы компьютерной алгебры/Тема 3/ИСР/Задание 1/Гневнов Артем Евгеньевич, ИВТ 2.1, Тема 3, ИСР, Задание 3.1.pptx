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666" y="-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6914DAAE-7B16-47B2-955D-E06F6FD3F1A5}"/>
    <pc:docChg chg="undo custSel addSld modSld">
      <pc:chgData name="Artyom" userId="2f0d4a8a008de216" providerId="LiveId" clId="{6914DAAE-7B16-47B2-955D-E06F6FD3F1A5}" dt="2022-12-07T22:29:13.327" v="449" actId="1076"/>
      <pc:docMkLst>
        <pc:docMk/>
      </pc:docMkLst>
      <pc:sldChg chg="addSp delSp modSp new mod">
        <pc:chgData name="Artyom" userId="2f0d4a8a008de216" providerId="LiveId" clId="{6914DAAE-7B16-47B2-955D-E06F6FD3F1A5}" dt="2022-12-07T22:29:13.327" v="449" actId="1076"/>
        <pc:sldMkLst>
          <pc:docMk/>
          <pc:sldMk cId="2179280183" sldId="256"/>
        </pc:sldMkLst>
        <pc:spChg chg="mod">
          <ac:chgData name="Artyom" userId="2f0d4a8a008de216" providerId="LiveId" clId="{6914DAAE-7B16-47B2-955D-E06F6FD3F1A5}" dt="2022-12-07T22:13:53.816" v="5" actId="1076"/>
          <ac:spMkLst>
            <pc:docMk/>
            <pc:sldMk cId="2179280183" sldId="256"/>
            <ac:spMk id="2" creationId="{99DCFBB0-8A1C-45E2-AE47-2393BF4768B2}"/>
          </ac:spMkLst>
        </pc:spChg>
        <pc:spChg chg="mod">
          <ac:chgData name="Artyom" userId="2f0d4a8a008de216" providerId="LiveId" clId="{6914DAAE-7B16-47B2-955D-E06F6FD3F1A5}" dt="2022-12-07T22:28:34.486" v="442" actId="1076"/>
          <ac:spMkLst>
            <pc:docMk/>
            <pc:sldMk cId="2179280183" sldId="256"/>
            <ac:spMk id="3" creationId="{B6D9B3B7-7C1C-46AF-84CC-181E3F363FEC}"/>
          </ac:spMkLst>
        </pc:spChg>
        <pc:picChg chg="add del mod">
          <ac:chgData name="Artyom" userId="2f0d4a8a008de216" providerId="LiveId" clId="{6914DAAE-7B16-47B2-955D-E06F6FD3F1A5}" dt="2022-12-07T22:22:53.936" v="282" actId="478"/>
          <ac:picMkLst>
            <pc:docMk/>
            <pc:sldMk cId="2179280183" sldId="256"/>
            <ac:picMk id="5" creationId="{CAFD6112-950E-41B0-ACD8-1D77A5778D3B}"/>
          </ac:picMkLst>
        </pc:picChg>
        <pc:picChg chg="add mod modCrop">
          <ac:chgData name="Artyom" userId="2f0d4a8a008de216" providerId="LiveId" clId="{6914DAAE-7B16-47B2-955D-E06F6FD3F1A5}" dt="2022-12-07T22:29:07.707" v="448" actId="1076"/>
          <ac:picMkLst>
            <pc:docMk/>
            <pc:sldMk cId="2179280183" sldId="256"/>
            <ac:picMk id="7" creationId="{ADFF8A52-F01B-4C31-B5A3-83AB222E7F01}"/>
          </ac:picMkLst>
        </pc:picChg>
        <pc:picChg chg="add mod">
          <ac:chgData name="Artyom" userId="2f0d4a8a008de216" providerId="LiveId" clId="{6914DAAE-7B16-47B2-955D-E06F6FD3F1A5}" dt="2022-12-07T22:29:13.327" v="449" actId="1076"/>
          <ac:picMkLst>
            <pc:docMk/>
            <pc:sldMk cId="2179280183" sldId="256"/>
            <ac:picMk id="9" creationId="{A91B609E-7095-4DCA-B506-B8C47652574F}"/>
          </ac:picMkLst>
        </pc:picChg>
        <pc:picChg chg="add mod">
          <ac:chgData name="Artyom" userId="2f0d4a8a008de216" providerId="LiveId" clId="{6914DAAE-7B16-47B2-955D-E06F6FD3F1A5}" dt="2022-12-07T22:28:53.141" v="446" actId="1076"/>
          <ac:picMkLst>
            <pc:docMk/>
            <pc:sldMk cId="2179280183" sldId="256"/>
            <ac:picMk id="11" creationId="{FD8CA7CD-2570-41E0-9F2E-CC41878A7CA7}"/>
          </ac:picMkLst>
        </pc:picChg>
      </pc:sldChg>
      <pc:sldMasterChg chg="addSldLayout">
        <pc:chgData name="Artyom" userId="2f0d4a8a008de216" providerId="LiveId" clId="{6914DAAE-7B16-47B2-955D-E06F6FD3F1A5}" dt="2022-12-07T22:12:45.132" v="0" actId="680"/>
        <pc:sldMasterMkLst>
          <pc:docMk/>
          <pc:sldMasterMk cId="4179220724" sldId="2147483648"/>
        </pc:sldMasterMkLst>
        <pc:sldLayoutChg chg="add">
          <pc:chgData name="Artyom" userId="2f0d4a8a008de216" providerId="LiveId" clId="{6914DAAE-7B16-47B2-955D-E06F6FD3F1A5}" dt="2022-12-07T22:12:45.132" v="0" actId="680"/>
          <pc:sldLayoutMkLst>
            <pc:docMk/>
            <pc:sldMasterMk cId="4179220724" sldId="2147483648"/>
            <pc:sldLayoutMk cId="1679583423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08-12-22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172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08-12-22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672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08-12-22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429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08-12-22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9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08-12-22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261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08-12-22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54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08-12-22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345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08-12-22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885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08-12-22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253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08-12-22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731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08-12-22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05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08-12-22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91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CFBB0-8A1C-45E2-AE47-2393BF476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670" y="349392"/>
            <a:ext cx="5571490" cy="1997568"/>
          </a:xfrm>
        </p:spPr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«Основы работы с системой компьютерной алгебры Scilab».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6D9B3B7-7C1C-46AF-84CC-181E3F363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" y="8581248"/>
            <a:ext cx="6537960" cy="3398520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/>
              <a:t>В рабочей области Scilab можно определять переменные, а затем использовать их в выражениях. Любая переменная до использования в формулах и выражениях должна быть определена. Для определения переменной необходимо набрать имя переменной, символ «=» и значение переменной. Здесь знак равенства — это оператор присваивания, действие которого не отличается от аналогичных операторов языков программирования. Так же есть возможность сразу провести вычисление, если не использовать оператор присваивания «=».</a:t>
            </a:r>
          </a:p>
          <a:p>
            <a:pPr algn="just"/>
            <a:r>
              <a:rPr lang="ru-RU" dirty="0"/>
              <a:t> Комментирование производится при помощи двойного слеша «</a:t>
            </a:r>
            <a:r>
              <a:rPr lang="en-US" dirty="0"/>
              <a:t>//</a:t>
            </a:r>
            <a:r>
              <a:rPr lang="ru-RU" dirty="0"/>
              <a:t>».</a:t>
            </a:r>
            <a:endParaRPr lang="en-US" dirty="0"/>
          </a:p>
          <a:p>
            <a:pPr algn="just"/>
            <a:r>
              <a:rPr lang="ru-RU" dirty="0"/>
              <a:t>В отличии от «</a:t>
            </a:r>
            <a:r>
              <a:rPr lang="en-US" dirty="0"/>
              <a:t>maxima</a:t>
            </a:r>
            <a:r>
              <a:rPr lang="ru-RU" dirty="0"/>
              <a:t>»</a:t>
            </a:r>
            <a:r>
              <a:rPr lang="en-US" dirty="0"/>
              <a:t> </a:t>
            </a:r>
            <a:r>
              <a:rPr lang="ru-RU" dirty="0"/>
              <a:t>для</a:t>
            </a:r>
            <a:r>
              <a:rPr lang="en-US" dirty="0"/>
              <a:t> </a:t>
            </a:r>
            <a:r>
              <a:rPr lang="ru-RU" dirty="0"/>
              <a:t>выполнения команды достаточно просто нажать «</a:t>
            </a:r>
            <a:r>
              <a:rPr lang="en-US" dirty="0"/>
              <a:t>Enter</a:t>
            </a:r>
            <a:r>
              <a:rPr lang="ru-RU" dirty="0"/>
              <a:t>»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FF8A52-F01B-4C31-B5A3-83AB222E7F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69" b="9386"/>
          <a:stretch/>
        </p:blipFill>
        <p:spPr>
          <a:xfrm>
            <a:off x="725170" y="2629607"/>
            <a:ext cx="4655820" cy="522699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91B609E-7095-4DCA-B506-B8C476525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919" y="2585440"/>
            <a:ext cx="2359061" cy="563348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D8CA7CD-2570-41E0-9F2E-CC41878A7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" y="8139250"/>
            <a:ext cx="4427604" cy="44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2801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107</Words>
  <Application>Microsoft Office PowerPoint</Application>
  <PresentationFormat>Широкоэкранный</PresentationFormat>
  <Paragraphs>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YS Text</vt:lpstr>
      <vt:lpstr>Тема Office</vt:lpstr>
      <vt:lpstr>«Основы работы с системой компьютерной алгебры Scilab».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«Основы работы с системой компьютерной алгебры Scilab».</dc:title>
  <dc:creator>Artyom</dc:creator>
  <cp:lastModifiedBy>Artyom</cp:lastModifiedBy>
  <cp:revision>1</cp:revision>
  <dcterms:created xsi:type="dcterms:W3CDTF">2022-12-07T22:12:35Z</dcterms:created>
  <dcterms:modified xsi:type="dcterms:W3CDTF">2022-12-07T22:30:02Z</dcterms:modified>
</cp:coreProperties>
</file>