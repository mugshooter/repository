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yom Gnevnov" userId="2f0d4a8a008de216" providerId="LiveId" clId="{A24018B4-C66A-4B51-8BB8-F8214B85922D}"/>
    <pc:docChg chg="undo redo custSel addSld modSld sldOrd">
      <pc:chgData name="Artyom Gnevnov" userId="2f0d4a8a008de216" providerId="LiveId" clId="{A24018B4-C66A-4B51-8BB8-F8214B85922D}" dt="2024-05-26T21:32:28.404" v="430" actId="1076"/>
      <pc:docMkLst>
        <pc:docMk/>
      </pc:docMkLst>
      <pc:sldChg chg="addSp delSp modSp new mod">
        <pc:chgData name="Artyom Gnevnov" userId="2f0d4a8a008de216" providerId="LiveId" clId="{A24018B4-C66A-4B51-8BB8-F8214B85922D}" dt="2024-05-26T21:07:22.790" v="21" actId="20577"/>
        <pc:sldMkLst>
          <pc:docMk/>
          <pc:sldMk cId="77094920" sldId="256"/>
        </pc:sldMkLst>
        <pc:spChg chg="del">
          <ac:chgData name="Artyom Gnevnov" userId="2f0d4a8a008de216" providerId="LiveId" clId="{A24018B4-C66A-4B51-8BB8-F8214B85922D}" dt="2024-05-26T21:07:03.695" v="4" actId="478"/>
          <ac:spMkLst>
            <pc:docMk/>
            <pc:sldMk cId="77094920" sldId="256"/>
            <ac:spMk id="2" creationId="{2396E996-1355-482B-BF51-CFFD9196C6D1}"/>
          </ac:spMkLst>
        </pc:spChg>
        <pc:spChg chg="del">
          <ac:chgData name="Artyom Gnevnov" userId="2f0d4a8a008de216" providerId="LiveId" clId="{A24018B4-C66A-4B51-8BB8-F8214B85922D}" dt="2024-05-26T21:07:02.110" v="3" actId="478"/>
          <ac:spMkLst>
            <pc:docMk/>
            <pc:sldMk cId="77094920" sldId="256"/>
            <ac:spMk id="3" creationId="{45E500C2-97CC-4A9E-9964-A0A1AB5794B0}"/>
          </ac:spMkLst>
        </pc:spChg>
        <pc:spChg chg="add del mod">
          <ac:chgData name="Artyom Gnevnov" userId="2f0d4a8a008de216" providerId="LiveId" clId="{A24018B4-C66A-4B51-8BB8-F8214B85922D}" dt="2024-05-26T21:07:00.548" v="2"/>
          <ac:spMkLst>
            <pc:docMk/>
            <pc:sldMk cId="77094920" sldId="256"/>
            <ac:spMk id="4" creationId="{1E7C8800-24B0-4DB0-A3FF-55B6C3ADFAD1}"/>
          </ac:spMkLst>
        </pc:spChg>
        <pc:spChg chg="add del mod">
          <ac:chgData name="Artyom Gnevnov" userId="2f0d4a8a008de216" providerId="LiveId" clId="{A24018B4-C66A-4B51-8BB8-F8214B85922D}" dt="2024-05-26T21:07:00.548" v="2"/>
          <ac:spMkLst>
            <pc:docMk/>
            <pc:sldMk cId="77094920" sldId="256"/>
            <ac:spMk id="5" creationId="{89F84BAF-D903-40F0-8B91-4F08D4F6B131}"/>
          </ac:spMkLst>
        </pc:spChg>
        <pc:spChg chg="add mod">
          <ac:chgData name="Artyom Gnevnov" userId="2f0d4a8a008de216" providerId="LiveId" clId="{A24018B4-C66A-4B51-8BB8-F8214B85922D}" dt="2024-05-26T21:07:17.180" v="18" actId="1076"/>
          <ac:spMkLst>
            <pc:docMk/>
            <pc:sldMk cId="77094920" sldId="256"/>
            <ac:spMk id="6" creationId="{E2CB72A2-0D6A-4E36-BF79-01961AD7C0D3}"/>
          </ac:spMkLst>
        </pc:spChg>
        <pc:spChg chg="add mod">
          <ac:chgData name="Artyom Gnevnov" userId="2f0d4a8a008de216" providerId="LiveId" clId="{A24018B4-C66A-4B51-8BB8-F8214B85922D}" dt="2024-05-26T21:07:22.790" v="21" actId="20577"/>
          <ac:spMkLst>
            <pc:docMk/>
            <pc:sldMk cId="77094920" sldId="256"/>
            <ac:spMk id="7" creationId="{5FE7111C-1AD8-40B3-B9AE-18EE5C4C07AC}"/>
          </ac:spMkLst>
        </pc:spChg>
      </pc:sldChg>
      <pc:sldChg chg="addSp delSp modSp new mod">
        <pc:chgData name="Artyom Gnevnov" userId="2f0d4a8a008de216" providerId="LiveId" clId="{A24018B4-C66A-4B51-8BB8-F8214B85922D}" dt="2024-05-26T21:15:50.171" v="289" actId="20577"/>
        <pc:sldMkLst>
          <pc:docMk/>
          <pc:sldMk cId="2164679508" sldId="257"/>
        </pc:sldMkLst>
        <pc:spChg chg="del">
          <ac:chgData name="Artyom Gnevnov" userId="2f0d4a8a008de216" providerId="LiveId" clId="{A24018B4-C66A-4B51-8BB8-F8214B85922D}" dt="2024-05-26T21:07:41.640" v="24" actId="478"/>
          <ac:spMkLst>
            <pc:docMk/>
            <pc:sldMk cId="2164679508" sldId="257"/>
            <ac:spMk id="2" creationId="{E4EE1934-2D24-4278-8955-EC25AE252CA0}"/>
          </ac:spMkLst>
        </pc:spChg>
        <pc:spChg chg="del">
          <ac:chgData name="Artyom Gnevnov" userId="2f0d4a8a008de216" providerId="LiveId" clId="{A24018B4-C66A-4B51-8BB8-F8214B85922D}" dt="2024-05-26T21:07:42.430" v="25" actId="478"/>
          <ac:spMkLst>
            <pc:docMk/>
            <pc:sldMk cId="2164679508" sldId="257"/>
            <ac:spMk id="3" creationId="{928A3656-8DBA-4E3C-B664-06DB768E19BE}"/>
          </ac:spMkLst>
        </pc:spChg>
        <pc:spChg chg="add del">
          <ac:chgData name="Artyom Gnevnov" userId="2f0d4a8a008de216" providerId="LiveId" clId="{A24018B4-C66A-4B51-8BB8-F8214B85922D}" dt="2024-05-26T21:07:48.626" v="27" actId="22"/>
          <ac:spMkLst>
            <pc:docMk/>
            <pc:sldMk cId="2164679508" sldId="257"/>
            <ac:spMk id="5" creationId="{C2F9D682-6373-435A-ACEF-CCE3C120DEA5}"/>
          </ac:spMkLst>
        </pc:spChg>
        <pc:spChg chg="add mod">
          <ac:chgData name="Artyom Gnevnov" userId="2f0d4a8a008de216" providerId="LiveId" clId="{A24018B4-C66A-4B51-8BB8-F8214B85922D}" dt="2024-05-26T21:15:50.171" v="289" actId="20577"/>
          <ac:spMkLst>
            <pc:docMk/>
            <pc:sldMk cId="2164679508" sldId="257"/>
            <ac:spMk id="6" creationId="{35338D5B-2CBC-421A-AE65-12E797948E72}"/>
          </ac:spMkLst>
        </pc:spChg>
      </pc:sldChg>
      <pc:sldChg chg="addSp delSp modSp new mod modAnim">
        <pc:chgData name="Artyom Gnevnov" userId="2f0d4a8a008de216" providerId="LiveId" clId="{A24018B4-C66A-4B51-8BB8-F8214B85922D}" dt="2024-05-26T21:32:28.404" v="430" actId="1076"/>
        <pc:sldMkLst>
          <pc:docMk/>
          <pc:sldMk cId="3739227826" sldId="258"/>
        </pc:sldMkLst>
        <pc:spChg chg="mod">
          <ac:chgData name="Artyom Gnevnov" userId="2f0d4a8a008de216" providerId="LiveId" clId="{A24018B4-C66A-4B51-8BB8-F8214B85922D}" dt="2024-05-26T21:13:24.539" v="171" actId="1076"/>
          <ac:spMkLst>
            <pc:docMk/>
            <pc:sldMk cId="3739227826" sldId="258"/>
            <ac:spMk id="2" creationId="{642B0F2C-D9A3-4653-9C1F-92444646241F}"/>
          </ac:spMkLst>
        </pc:spChg>
        <pc:spChg chg="del">
          <ac:chgData name="Artyom Gnevnov" userId="2f0d4a8a008de216" providerId="LiveId" clId="{A24018B4-C66A-4B51-8BB8-F8214B85922D}" dt="2024-05-26T21:12:58.964" v="162" actId="478"/>
          <ac:spMkLst>
            <pc:docMk/>
            <pc:sldMk cId="3739227826" sldId="258"/>
            <ac:spMk id="3" creationId="{C3214169-3DE2-47F8-9174-07950A333A50}"/>
          </ac:spMkLst>
        </pc:spChg>
        <pc:picChg chg="add del mod">
          <ac:chgData name="Artyom Gnevnov" userId="2f0d4a8a008de216" providerId="LiveId" clId="{A24018B4-C66A-4B51-8BB8-F8214B85922D}" dt="2024-05-26T21:31:00.506" v="421" actId="478"/>
          <ac:picMkLst>
            <pc:docMk/>
            <pc:sldMk cId="3739227826" sldId="258"/>
            <ac:picMk id="4" creationId="{40CBFDCE-DE29-4384-BDA3-0F62ADC358EE}"/>
          </ac:picMkLst>
        </pc:picChg>
        <pc:picChg chg="add mod">
          <ac:chgData name="Artyom Gnevnov" userId="2f0d4a8a008de216" providerId="LiveId" clId="{A24018B4-C66A-4B51-8BB8-F8214B85922D}" dt="2024-05-26T21:22:03.005" v="361" actId="1076"/>
          <ac:picMkLst>
            <pc:docMk/>
            <pc:sldMk cId="3739227826" sldId="258"/>
            <ac:picMk id="5" creationId="{6F17A06F-02D8-4D89-A222-E6CDF641E8C2}"/>
          </ac:picMkLst>
        </pc:picChg>
        <pc:picChg chg="add del mod">
          <ac:chgData name="Artyom Gnevnov" userId="2f0d4a8a008de216" providerId="LiveId" clId="{A24018B4-C66A-4B51-8BB8-F8214B85922D}" dt="2024-05-26T21:31:36.202" v="424" actId="478"/>
          <ac:picMkLst>
            <pc:docMk/>
            <pc:sldMk cId="3739227826" sldId="258"/>
            <ac:picMk id="7" creationId="{0BB0D33F-D8A4-43FC-9BBB-C24A9EABDC47}"/>
          </ac:picMkLst>
        </pc:picChg>
        <pc:picChg chg="add mod">
          <ac:chgData name="Artyom Gnevnov" userId="2f0d4a8a008de216" providerId="LiveId" clId="{A24018B4-C66A-4B51-8BB8-F8214B85922D}" dt="2024-05-26T21:32:28.404" v="430" actId="1076"/>
          <ac:picMkLst>
            <pc:docMk/>
            <pc:sldMk cId="3739227826" sldId="258"/>
            <ac:picMk id="9" creationId="{F6EC5596-49CD-421F-9389-4E0F8BC3F79A}"/>
          </ac:picMkLst>
        </pc:picChg>
      </pc:sldChg>
      <pc:sldChg chg="addSp delSp modSp new mod modAnim">
        <pc:chgData name="Artyom Gnevnov" userId="2f0d4a8a008de216" providerId="LiveId" clId="{A24018B4-C66A-4B51-8BB8-F8214B85922D}" dt="2024-05-26T21:32:03.517" v="428" actId="1076"/>
        <pc:sldMkLst>
          <pc:docMk/>
          <pc:sldMk cId="844018456" sldId="259"/>
        </pc:sldMkLst>
        <pc:spChg chg="mod">
          <ac:chgData name="Artyom Gnevnov" userId="2f0d4a8a008de216" providerId="LiveId" clId="{A24018B4-C66A-4B51-8BB8-F8214B85922D}" dt="2024-05-26T21:14:27.839" v="214" actId="1076"/>
          <ac:spMkLst>
            <pc:docMk/>
            <pc:sldMk cId="844018456" sldId="259"/>
            <ac:spMk id="2" creationId="{81F6D293-D892-40B5-977D-3D46C21F13B0}"/>
          </ac:spMkLst>
        </pc:spChg>
        <pc:spChg chg="del">
          <ac:chgData name="Artyom Gnevnov" userId="2f0d4a8a008de216" providerId="LiveId" clId="{A24018B4-C66A-4B51-8BB8-F8214B85922D}" dt="2024-05-26T21:14:29.821" v="215" actId="478"/>
          <ac:spMkLst>
            <pc:docMk/>
            <pc:sldMk cId="844018456" sldId="259"/>
            <ac:spMk id="3" creationId="{00CE4AB3-DD3C-4082-B8DC-554299C59E49}"/>
          </ac:spMkLst>
        </pc:spChg>
        <pc:picChg chg="add del mod">
          <ac:chgData name="Artyom Gnevnov" userId="2f0d4a8a008de216" providerId="LiveId" clId="{A24018B4-C66A-4B51-8BB8-F8214B85922D}" dt="2024-05-26T21:30:59.602" v="420" actId="478"/>
          <ac:picMkLst>
            <pc:docMk/>
            <pc:sldMk cId="844018456" sldId="259"/>
            <ac:picMk id="4" creationId="{967EFBB5-383C-48AD-8201-F228531BF807}"/>
          </ac:picMkLst>
        </pc:picChg>
        <pc:picChg chg="add mod">
          <ac:chgData name="Artyom Gnevnov" userId="2f0d4a8a008de216" providerId="LiveId" clId="{A24018B4-C66A-4B51-8BB8-F8214B85922D}" dt="2024-05-26T21:28:04.140" v="381" actId="1076"/>
          <ac:picMkLst>
            <pc:docMk/>
            <pc:sldMk cId="844018456" sldId="259"/>
            <ac:picMk id="5" creationId="{17289B42-DF8C-48F5-A2DC-3D9413875C3B}"/>
          </ac:picMkLst>
        </pc:picChg>
        <pc:picChg chg="add mod">
          <ac:chgData name="Artyom Gnevnov" userId="2f0d4a8a008de216" providerId="LiveId" clId="{A24018B4-C66A-4B51-8BB8-F8214B85922D}" dt="2024-05-26T21:32:03.517" v="428" actId="1076"/>
          <ac:picMkLst>
            <pc:docMk/>
            <pc:sldMk cId="844018456" sldId="259"/>
            <ac:picMk id="7" creationId="{435C0D72-8ACE-4161-8F06-0E0F3F36B1F3}"/>
          </ac:picMkLst>
        </pc:picChg>
      </pc:sldChg>
      <pc:sldChg chg="addSp delSp modSp new mod modAnim">
        <pc:chgData name="Artyom Gnevnov" userId="2f0d4a8a008de216" providerId="LiveId" clId="{A24018B4-C66A-4B51-8BB8-F8214B85922D}" dt="2024-05-26T21:31:41.863" v="426" actId="1076"/>
        <pc:sldMkLst>
          <pc:docMk/>
          <pc:sldMk cId="1330094243" sldId="260"/>
        </pc:sldMkLst>
        <pc:spChg chg="mod">
          <ac:chgData name="Artyom Gnevnov" userId="2f0d4a8a008de216" providerId="LiveId" clId="{A24018B4-C66A-4B51-8BB8-F8214B85922D}" dt="2024-05-26T21:15:03.816" v="253" actId="1076"/>
          <ac:spMkLst>
            <pc:docMk/>
            <pc:sldMk cId="1330094243" sldId="260"/>
            <ac:spMk id="2" creationId="{0DF295A4-D8DC-407B-9F35-88B93E2B4DFE}"/>
          </ac:spMkLst>
        </pc:spChg>
        <pc:spChg chg="del">
          <ac:chgData name="Artyom Gnevnov" userId="2f0d4a8a008de216" providerId="LiveId" clId="{A24018B4-C66A-4B51-8BB8-F8214B85922D}" dt="2024-05-26T21:15:06.109" v="254" actId="478"/>
          <ac:spMkLst>
            <pc:docMk/>
            <pc:sldMk cId="1330094243" sldId="260"/>
            <ac:spMk id="3" creationId="{28C7D733-B559-45D7-952F-9185FA8DAF42}"/>
          </ac:spMkLst>
        </pc:spChg>
        <pc:picChg chg="add del mod">
          <ac:chgData name="Artyom Gnevnov" userId="2f0d4a8a008de216" providerId="LiveId" clId="{A24018B4-C66A-4B51-8BB8-F8214B85922D}" dt="2024-05-26T21:30:58.312" v="419" actId="478"/>
          <ac:picMkLst>
            <pc:docMk/>
            <pc:sldMk cId="1330094243" sldId="260"/>
            <ac:picMk id="4" creationId="{8E57C3D5-7009-4E37-89AF-85F0161FE33D}"/>
          </ac:picMkLst>
        </pc:picChg>
        <pc:picChg chg="add mod">
          <ac:chgData name="Artyom Gnevnov" userId="2f0d4a8a008de216" providerId="LiveId" clId="{A24018B4-C66A-4B51-8BB8-F8214B85922D}" dt="2024-05-26T21:26:46.938" v="364" actId="1076"/>
          <ac:picMkLst>
            <pc:docMk/>
            <pc:sldMk cId="1330094243" sldId="260"/>
            <ac:picMk id="5" creationId="{51A42CF5-37F6-4A57-A4B2-2C56BFFD95F6}"/>
          </ac:picMkLst>
        </pc:picChg>
        <pc:picChg chg="add mod">
          <ac:chgData name="Artyom Gnevnov" userId="2f0d4a8a008de216" providerId="LiveId" clId="{A24018B4-C66A-4B51-8BB8-F8214B85922D}" dt="2024-05-26T21:31:41.863" v="426" actId="1076"/>
          <ac:picMkLst>
            <pc:docMk/>
            <pc:sldMk cId="1330094243" sldId="260"/>
            <ac:picMk id="7" creationId="{A533EE2E-7B39-439B-AD1F-519D1B4643F1}"/>
          </ac:picMkLst>
        </pc:picChg>
      </pc:sldChg>
      <pc:sldChg chg="addSp delSp modSp new mod">
        <pc:chgData name="Artyom Gnevnov" userId="2f0d4a8a008de216" providerId="LiveId" clId="{A24018B4-C66A-4B51-8BB8-F8214B85922D}" dt="2024-05-26T21:30:42.414" v="418" actId="14734"/>
        <pc:sldMkLst>
          <pc:docMk/>
          <pc:sldMk cId="3483434206" sldId="261"/>
        </pc:sldMkLst>
        <pc:spChg chg="del">
          <ac:chgData name="Artyom Gnevnov" userId="2f0d4a8a008de216" providerId="LiveId" clId="{A24018B4-C66A-4B51-8BB8-F8214B85922D}" dt="2024-05-26T21:10:50.387" v="125" actId="478"/>
          <ac:spMkLst>
            <pc:docMk/>
            <pc:sldMk cId="3483434206" sldId="261"/>
            <ac:spMk id="2" creationId="{B4077214-555B-43A2-BDB2-011D3150E944}"/>
          </ac:spMkLst>
        </pc:spChg>
        <pc:spChg chg="del">
          <ac:chgData name="Artyom Gnevnov" userId="2f0d4a8a008de216" providerId="LiveId" clId="{A24018B4-C66A-4B51-8BB8-F8214B85922D}" dt="2024-05-26T21:10:51.012" v="126" actId="478"/>
          <ac:spMkLst>
            <pc:docMk/>
            <pc:sldMk cId="3483434206" sldId="261"/>
            <ac:spMk id="3" creationId="{92BB1040-E2D8-4F22-9F34-593F8EC67C6A}"/>
          </ac:spMkLst>
        </pc:spChg>
        <pc:spChg chg="add mod">
          <ac:chgData name="Artyom Gnevnov" userId="2f0d4a8a008de216" providerId="LiveId" clId="{A24018B4-C66A-4B51-8BB8-F8214B85922D}" dt="2024-05-26T21:12:41.692" v="158" actId="1076"/>
          <ac:spMkLst>
            <pc:docMk/>
            <pc:sldMk cId="3483434206" sldId="261"/>
            <ac:spMk id="6" creationId="{1FD94B12-016A-4853-87CC-E80FD5433E1E}"/>
          </ac:spMkLst>
        </pc:spChg>
        <pc:graphicFrameChg chg="add mod modGraphic">
          <ac:chgData name="Artyom Gnevnov" userId="2f0d4a8a008de216" providerId="LiveId" clId="{A24018B4-C66A-4B51-8BB8-F8214B85922D}" dt="2024-05-26T21:30:42.414" v="418" actId="14734"/>
          <ac:graphicFrameMkLst>
            <pc:docMk/>
            <pc:sldMk cId="3483434206" sldId="261"/>
            <ac:graphicFrameMk id="4" creationId="{EB428B53-E63B-4795-863D-18BEC61E1061}"/>
          </ac:graphicFrameMkLst>
        </pc:graphicFrameChg>
      </pc:sldChg>
      <pc:sldChg chg="addSp delSp modSp new mod">
        <pc:chgData name="Artyom Gnevnov" userId="2f0d4a8a008de216" providerId="LiveId" clId="{A24018B4-C66A-4B51-8BB8-F8214B85922D}" dt="2024-05-26T21:19:16.120" v="337" actId="1076"/>
        <pc:sldMkLst>
          <pc:docMk/>
          <pc:sldMk cId="3487070456" sldId="262"/>
        </pc:sldMkLst>
        <pc:spChg chg="del">
          <ac:chgData name="Artyom Gnevnov" userId="2f0d4a8a008de216" providerId="LiveId" clId="{A24018B4-C66A-4B51-8BB8-F8214B85922D}" dt="2024-05-26T21:17:09.991" v="304" actId="478"/>
          <ac:spMkLst>
            <pc:docMk/>
            <pc:sldMk cId="3487070456" sldId="262"/>
            <ac:spMk id="2" creationId="{A121BB63-0C9C-4A51-A1C8-A31853D0FE7D}"/>
          </ac:spMkLst>
        </pc:spChg>
        <pc:spChg chg="mod">
          <ac:chgData name="Artyom Gnevnov" userId="2f0d4a8a008de216" providerId="LiveId" clId="{A24018B4-C66A-4B51-8BB8-F8214B85922D}" dt="2024-05-26T21:19:08.713" v="336" actId="120"/>
          <ac:spMkLst>
            <pc:docMk/>
            <pc:sldMk cId="3487070456" sldId="262"/>
            <ac:spMk id="3" creationId="{B256CCF3-1A84-4DDF-BD4B-E37FDAA84A5E}"/>
          </ac:spMkLst>
        </pc:spChg>
        <pc:spChg chg="add del mod">
          <ac:chgData name="Artyom Gnevnov" userId="2f0d4a8a008de216" providerId="LiveId" clId="{A24018B4-C66A-4B51-8BB8-F8214B85922D}" dt="2024-05-26T21:17:08.197" v="303"/>
          <ac:spMkLst>
            <pc:docMk/>
            <pc:sldMk cId="3487070456" sldId="262"/>
            <ac:spMk id="4" creationId="{953F4D79-EAA3-41BB-99F9-74F50E7A47F4}"/>
          </ac:spMkLst>
        </pc:spChg>
        <pc:spChg chg="add mod">
          <ac:chgData name="Artyom Gnevnov" userId="2f0d4a8a008de216" providerId="LiveId" clId="{A24018B4-C66A-4B51-8BB8-F8214B85922D}" dt="2024-05-26T21:19:16.120" v="337" actId="1076"/>
          <ac:spMkLst>
            <pc:docMk/>
            <pc:sldMk cId="3487070456" sldId="262"/>
            <ac:spMk id="5" creationId="{608F1804-ADBC-4B09-81A8-AF0A3D42E4A6}"/>
          </ac:spMkLst>
        </pc:spChg>
      </pc:sldChg>
      <pc:sldChg chg="addSp delSp modSp new mod ord">
        <pc:chgData name="Artyom Gnevnov" userId="2f0d4a8a008de216" providerId="LiveId" clId="{A24018B4-C66A-4B51-8BB8-F8214B85922D}" dt="2024-05-26T21:21:35.956" v="358" actId="20577"/>
        <pc:sldMkLst>
          <pc:docMk/>
          <pc:sldMk cId="999988268" sldId="263"/>
        </pc:sldMkLst>
        <pc:spChg chg="del">
          <ac:chgData name="Artyom Gnevnov" userId="2f0d4a8a008de216" providerId="LiveId" clId="{A24018B4-C66A-4B51-8BB8-F8214B85922D}" dt="2024-05-26T21:16:54.310" v="297" actId="478"/>
          <ac:spMkLst>
            <pc:docMk/>
            <pc:sldMk cId="999988268" sldId="263"/>
            <ac:spMk id="2" creationId="{0A7A4428-7BD0-4CC8-98E4-538F5DB4CC4F}"/>
          </ac:spMkLst>
        </pc:spChg>
        <pc:spChg chg="del">
          <ac:chgData name="Artyom Gnevnov" userId="2f0d4a8a008de216" providerId="LiveId" clId="{A24018B4-C66A-4B51-8BB8-F8214B85922D}" dt="2024-05-26T21:19:18.805" v="338" actId="478"/>
          <ac:spMkLst>
            <pc:docMk/>
            <pc:sldMk cId="999988268" sldId="263"/>
            <ac:spMk id="3" creationId="{EC6E5A45-9D52-4113-A8C4-2CC0F293BB36}"/>
          </ac:spMkLst>
        </pc:spChg>
        <pc:spChg chg="add mod">
          <ac:chgData name="Artyom Gnevnov" userId="2f0d4a8a008de216" providerId="LiveId" clId="{A24018B4-C66A-4B51-8BB8-F8214B85922D}" dt="2024-05-26T21:16:58.093" v="299" actId="1076"/>
          <ac:spMkLst>
            <pc:docMk/>
            <pc:sldMk cId="999988268" sldId="263"/>
            <ac:spMk id="4" creationId="{96E1A9AC-2BA7-4B55-A839-96901C722077}"/>
          </ac:spMkLst>
        </pc:spChg>
        <pc:spChg chg="add mod">
          <ac:chgData name="Artyom Gnevnov" userId="2f0d4a8a008de216" providerId="LiveId" clId="{A24018B4-C66A-4B51-8BB8-F8214B85922D}" dt="2024-05-26T21:21:35.956" v="358" actId="20577"/>
          <ac:spMkLst>
            <pc:docMk/>
            <pc:sldMk cId="999988268" sldId="263"/>
            <ac:spMk id="5" creationId="{A7744EB8-ECD2-4F1B-9DEF-8B23A0350769}"/>
          </ac:spMkLst>
        </pc:spChg>
      </pc:sldChg>
      <pc:sldMasterChg chg="addSldLayout">
        <pc:chgData name="Artyom Gnevnov" userId="2f0d4a8a008de216" providerId="LiveId" clId="{A24018B4-C66A-4B51-8BB8-F8214B85922D}" dt="2024-05-26T21:06:31.552" v="0" actId="680"/>
        <pc:sldMasterMkLst>
          <pc:docMk/>
          <pc:sldMasterMk cId="4202851553" sldId="2147483648"/>
        </pc:sldMasterMkLst>
        <pc:sldLayoutChg chg="add">
          <pc:chgData name="Artyom Gnevnov" userId="2f0d4a8a008de216" providerId="LiveId" clId="{A24018B4-C66A-4B51-8BB8-F8214B85922D}" dt="2024-05-26T21:06:31.552" v="0" actId="680"/>
          <pc:sldLayoutMkLst>
            <pc:docMk/>
            <pc:sldMasterMk cId="4202851553" sldId="2147483648"/>
            <pc:sldLayoutMk cId="643470221" sldId="2147483649"/>
          </pc:sldLayoutMkLst>
        </pc:sldLayoutChg>
      </pc:sldMasterChg>
    </pc:docChg>
  </pc:docChgLst>
  <pc:docChgLst>
    <pc:chgData name="Artyom Gnevnov" userId="2f0d4a8a008de216" providerId="LiveId" clId="{4CAFD08D-46F8-4BC5-9819-C0010B5545AC}"/>
    <pc:docChg chg="undo custSel modSld">
      <pc:chgData name="Artyom Gnevnov" userId="2f0d4a8a008de216" providerId="LiveId" clId="{4CAFD08D-46F8-4BC5-9819-C0010B5545AC}" dt="2024-05-28T00:22:44.633" v="125" actId="20577"/>
      <pc:docMkLst>
        <pc:docMk/>
      </pc:docMkLst>
      <pc:sldChg chg="modSp mod">
        <pc:chgData name="Artyom Gnevnov" userId="2f0d4a8a008de216" providerId="LiveId" clId="{4CAFD08D-46F8-4BC5-9819-C0010B5545AC}" dt="2024-05-27T23:34:05.185" v="80" actId="20577"/>
        <pc:sldMkLst>
          <pc:docMk/>
          <pc:sldMk cId="77094920" sldId="256"/>
        </pc:sldMkLst>
        <pc:spChg chg="mod">
          <ac:chgData name="Artyom Gnevnov" userId="2f0d4a8a008de216" providerId="LiveId" clId="{4CAFD08D-46F8-4BC5-9819-C0010B5545AC}" dt="2024-05-27T23:34:05.185" v="80" actId="20577"/>
          <ac:spMkLst>
            <pc:docMk/>
            <pc:sldMk cId="77094920" sldId="256"/>
            <ac:spMk id="7" creationId="{5FE7111C-1AD8-40B3-B9AE-18EE5C4C07AC}"/>
          </ac:spMkLst>
        </pc:spChg>
      </pc:sldChg>
      <pc:sldChg chg="modSp mod">
        <pc:chgData name="Artyom Gnevnov" userId="2f0d4a8a008de216" providerId="LiveId" clId="{4CAFD08D-46F8-4BC5-9819-C0010B5545AC}" dt="2024-05-28T00:22:44.633" v="125" actId="20577"/>
        <pc:sldMkLst>
          <pc:docMk/>
          <pc:sldMk cId="2164679508" sldId="257"/>
        </pc:sldMkLst>
        <pc:spChg chg="mod">
          <ac:chgData name="Artyom Gnevnov" userId="2f0d4a8a008de216" providerId="LiveId" clId="{4CAFD08D-46F8-4BC5-9819-C0010B5545AC}" dt="2024-05-28T00:22:44.633" v="125" actId="20577"/>
          <ac:spMkLst>
            <pc:docMk/>
            <pc:sldMk cId="2164679508" sldId="257"/>
            <ac:spMk id="6" creationId="{35338D5B-2CBC-421A-AE65-12E797948E72}"/>
          </ac:spMkLst>
        </pc:spChg>
      </pc:sldChg>
      <pc:sldChg chg="addSp delSp modSp mod delAnim modAnim">
        <pc:chgData name="Artyom Gnevnov" userId="2f0d4a8a008de216" providerId="LiveId" clId="{4CAFD08D-46F8-4BC5-9819-C0010B5545AC}" dt="2024-05-27T23:49:15.904" v="119" actId="1076"/>
        <pc:sldMkLst>
          <pc:docMk/>
          <pc:sldMk cId="3739227826" sldId="258"/>
        </pc:sldMkLst>
        <pc:spChg chg="mod">
          <ac:chgData name="Artyom Gnevnov" userId="2f0d4a8a008de216" providerId="LiveId" clId="{4CAFD08D-46F8-4BC5-9819-C0010B5545AC}" dt="2024-05-27T23:22:36.470" v="38" actId="1076"/>
          <ac:spMkLst>
            <pc:docMk/>
            <pc:sldMk cId="3739227826" sldId="258"/>
            <ac:spMk id="2" creationId="{642B0F2C-D9A3-4653-9C1F-92444646241F}"/>
          </ac:spMkLst>
        </pc:spChg>
        <pc:picChg chg="add mod">
          <ac:chgData name="Artyom Gnevnov" userId="2f0d4a8a008de216" providerId="LiveId" clId="{4CAFD08D-46F8-4BC5-9819-C0010B5545AC}" dt="2024-05-27T23:49:15.904" v="119" actId="1076"/>
          <ac:picMkLst>
            <pc:docMk/>
            <pc:sldMk cId="3739227826" sldId="258"/>
            <ac:picMk id="3" creationId="{E8FA417A-8DCC-4784-BA71-E37521FB57B4}"/>
          </ac:picMkLst>
        </pc:picChg>
        <pc:picChg chg="del mod">
          <ac:chgData name="Artyom Gnevnov" userId="2f0d4a8a008de216" providerId="LiveId" clId="{4CAFD08D-46F8-4BC5-9819-C0010B5545AC}" dt="2024-05-27T23:48:45.716" v="116" actId="478"/>
          <ac:picMkLst>
            <pc:docMk/>
            <pc:sldMk cId="3739227826" sldId="258"/>
            <ac:picMk id="5" creationId="{6F17A06F-02D8-4D89-A222-E6CDF641E8C2}"/>
          </ac:picMkLst>
        </pc:picChg>
        <pc:picChg chg="mod">
          <ac:chgData name="Artyom Gnevnov" userId="2f0d4a8a008de216" providerId="LiveId" clId="{4CAFD08D-46F8-4BC5-9819-C0010B5545AC}" dt="2024-05-27T23:22:22.104" v="33" actId="1076"/>
          <ac:picMkLst>
            <pc:docMk/>
            <pc:sldMk cId="3739227826" sldId="258"/>
            <ac:picMk id="9" creationId="{F6EC5596-49CD-421F-9389-4E0F8BC3F79A}"/>
          </ac:picMkLst>
        </pc:picChg>
      </pc:sldChg>
      <pc:sldChg chg="modSp mod">
        <pc:chgData name="Artyom Gnevnov" userId="2f0d4a8a008de216" providerId="LiveId" clId="{4CAFD08D-46F8-4BC5-9819-C0010B5545AC}" dt="2024-05-27T23:23:13.401" v="50" actId="1076"/>
        <pc:sldMkLst>
          <pc:docMk/>
          <pc:sldMk cId="844018456" sldId="259"/>
        </pc:sldMkLst>
        <pc:spChg chg="mod">
          <ac:chgData name="Artyom Gnevnov" userId="2f0d4a8a008de216" providerId="LiveId" clId="{4CAFD08D-46F8-4BC5-9819-C0010B5545AC}" dt="2024-05-27T23:23:10.306" v="49" actId="1076"/>
          <ac:spMkLst>
            <pc:docMk/>
            <pc:sldMk cId="844018456" sldId="259"/>
            <ac:spMk id="2" creationId="{81F6D293-D892-40B5-977D-3D46C21F13B0}"/>
          </ac:spMkLst>
        </pc:spChg>
        <pc:picChg chg="mod">
          <ac:chgData name="Artyom Gnevnov" userId="2f0d4a8a008de216" providerId="LiveId" clId="{4CAFD08D-46F8-4BC5-9819-C0010B5545AC}" dt="2024-05-27T23:23:13.401" v="50" actId="1076"/>
          <ac:picMkLst>
            <pc:docMk/>
            <pc:sldMk cId="844018456" sldId="259"/>
            <ac:picMk id="7" creationId="{435C0D72-8ACE-4161-8F06-0E0F3F36B1F3}"/>
          </ac:picMkLst>
        </pc:picChg>
      </pc:sldChg>
      <pc:sldChg chg="modSp mod">
        <pc:chgData name="Artyom Gnevnov" userId="2f0d4a8a008de216" providerId="LiveId" clId="{4CAFD08D-46F8-4BC5-9819-C0010B5545AC}" dt="2024-05-27T23:23:36.426" v="61" actId="20577"/>
        <pc:sldMkLst>
          <pc:docMk/>
          <pc:sldMk cId="1330094243" sldId="260"/>
        </pc:sldMkLst>
        <pc:spChg chg="mod">
          <ac:chgData name="Artyom Gnevnov" userId="2f0d4a8a008de216" providerId="LiveId" clId="{4CAFD08D-46F8-4BC5-9819-C0010B5545AC}" dt="2024-05-27T23:23:36.426" v="61" actId="20577"/>
          <ac:spMkLst>
            <pc:docMk/>
            <pc:sldMk cId="1330094243" sldId="260"/>
            <ac:spMk id="2" creationId="{0DF295A4-D8DC-407B-9F35-88B93E2B4DFE}"/>
          </ac:spMkLst>
        </pc:spChg>
      </pc:sldChg>
      <pc:sldChg chg="modSp mod">
        <pc:chgData name="Artyom Gnevnov" userId="2f0d4a8a008de216" providerId="LiveId" clId="{4CAFD08D-46F8-4BC5-9819-C0010B5545AC}" dt="2024-05-26T21:33:18.475" v="1" actId="404"/>
        <pc:sldMkLst>
          <pc:docMk/>
          <pc:sldMk cId="3487070456" sldId="262"/>
        </pc:sldMkLst>
        <pc:spChg chg="mod">
          <ac:chgData name="Artyom Gnevnov" userId="2f0d4a8a008de216" providerId="LiveId" clId="{4CAFD08D-46F8-4BC5-9819-C0010B5545AC}" dt="2024-05-26T21:33:18.475" v="1" actId="404"/>
          <ac:spMkLst>
            <pc:docMk/>
            <pc:sldMk cId="3487070456" sldId="262"/>
            <ac:spMk id="3" creationId="{B256CCF3-1A84-4DDF-BD4B-E37FDAA84A5E}"/>
          </ac:spMkLst>
        </pc:spChg>
      </pc:sldChg>
      <pc:sldChg chg="modSp mod">
        <pc:chgData name="Artyom Gnevnov" userId="2f0d4a8a008de216" providerId="LiveId" clId="{4CAFD08D-46F8-4BC5-9819-C0010B5545AC}" dt="2024-05-27T23:56:01.828" v="120" actId="20577"/>
        <pc:sldMkLst>
          <pc:docMk/>
          <pc:sldMk cId="999988268" sldId="263"/>
        </pc:sldMkLst>
        <pc:spChg chg="mod">
          <ac:chgData name="Artyom Gnevnov" userId="2f0d4a8a008de216" providerId="LiveId" clId="{4CAFD08D-46F8-4BC5-9819-C0010B5545AC}" dt="2024-05-27T23:56:01.828" v="120" actId="20577"/>
          <ac:spMkLst>
            <pc:docMk/>
            <pc:sldMk cId="999988268" sldId="263"/>
            <ac:spMk id="5" creationId="{A7744EB8-ECD2-4F1B-9DEF-8B23A035076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5A5E5-AE4A-4070-9C64-88D823E250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4E840D9-9132-4C97-9343-4989BA91F3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470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2851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2CB72A2-0D6A-4E36-BF79-01961AD7C0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6738" y="268551"/>
            <a:ext cx="11718524" cy="1578005"/>
          </a:xfrm>
        </p:spPr>
        <p:txBody>
          <a:bodyPr/>
          <a:lstStyle/>
          <a:p>
            <a:r>
              <a:rPr lang="ru-RU" sz="4800" dirty="0"/>
              <a:t>Курсовая работа</a:t>
            </a:r>
            <a:br>
              <a:rPr lang="ru-RU" sz="4800" dirty="0"/>
            </a:br>
            <a:r>
              <a:rPr lang="ru-RU" sz="4800" dirty="0"/>
              <a:t>«Синтез речи»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FE7111C-1AD8-40B3-B9AE-18EE5C4C0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1961" y="3111623"/>
            <a:ext cx="8732668" cy="1578005"/>
          </a:xfrm>
        </p:spPr>
        <p:txBody>
          <a:bodyPr/>
          <a:lstStyle/>
          <a:p>
            <a:r>
              <a:rPr lang="ru-RU" dirty="0"/>
              <a:t>            </a:t>
            </a:r>
            <a:r>
              <a:rPr lang="ru-RU" dirty="0">
                <a:cs typeface="Arial" panose="020B0604020202020204" pitchFamily="34" charset="0"/>
              </a:rPr>
              <a:t>Выполнил: Гневнов Артем Евгеньевич студент 2 курса,</a:t>
            </a:r>
          </a:p>
          <a:p>
            <a:r>
              <a:rPr lang="ru-RU" dirty="0">
                <a:cs typeface="Arial" panose="020B0604020202020204" pitchFamily="34" charset="0"/>
              </a:rPr>
              <a:t> ИВТ 2.1.</a:t>
            </a:r>
          </a:p>
          <a:p>
            <a:r>
              <a:rPr lang="ru-RU" dirty="0">
                <a:cs typeface="Arial" panose="020B0604020202020204" pitchFamily="34" charset="0"/>
              </a:rPr>
              <a:t>      Научный руководитель: </a:t>
            </a:r>
            <a:r>
              <a:rPr lang="ru-RU" b="0" i="0" dirty="0">
                <a:effectLst/>
                <a:cs typeface="Arial" panose="020B0604020202020204" pitchFamily="34" charset="0"/>
              </a:rPr>
              <a:t>доктор педагогических наук, профессор Власова Е.З.</a:t>
            </a:r>
          </a:p>
          <a:p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7094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35338D5B-2CBC-421A-AE65-12E797948E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9294" y="1420427"/>
            <a:ext cx="11274640" cy="4973790"/>
          </a:xfrm>
        </p:spPr>
        <p:txBody>
          <a:bodyPr/>
          <a:lstStyle/>
          <a:p>
            <a:pPr marL="0" marR="0" indent="44831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b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Предмет исследования:</a:t>
            </a:r>
            <a:r>
              <a:rPr lang="ru-RU" sz="2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библиотеки </a:t>
            </a:r>
            <a:r>
              <a:rPr lang="en-US" sz="2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pyttsx3, </a:t>
            </a:r>
            <a:r>
              <a:rPr lang="en-US" sz="28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gTTS</a:t>
            </a:r>
            <a:r>
              <a:rPr lang="ru-RU" sz="2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и программа</a:t>
            </a:r>
            <a:r>
              <a:rPr lang="en-US" sz="2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eSpeak</a:t>
            </a:r>
            <a:r>
              <a:rPr lang="ru-RU" sz="28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ru-RU" sz="2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осуществляющие синтез речи на языке программирования </a:t>
            </a:r>
            <a:r>
              <a:rPr lang="en-US" sz="2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python</a:t>
            </a:r>
            <a:r>
              <a:rPr lang="ru-RU" sz="2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0" marR="0" indent="44831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8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44831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b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Цель: </a:t>
            </a:r>
            <a:r>
              <a:rPr lang="ru-RU" sz="2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анализ методов синтеза речи и их программная реализация.</a:t>
            </a:r>
          </a:p>
          <a:p>
            <a:endParaRPr lang="ru-RU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679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2B0F2C-D9A3-4653-9C1F-9244464624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788" y="204186"/>
            <a:ext cx="11798424" cy="1108362"/>
          </a:xfrm>
        </p:spPr>
        <p:txBody>
          <a:bodyPr/>
          <a:lstStyle/>
          <a:p>
            <a:r>
              <a:rPr lang="en-US" dirty="0"/>
              <a:t>pyttsx3 (</a:t>
            </a:r>
            <a:r>
              <a:rPr lang="ru-RU" dirty="0" err="1"/>
              <a:t>конкатенационный</a:t>
            </a:r>
            <a:r>
              <a:rPr lang="en-US" dirty="0"/>
              <a:t> </a:t>
            </a:r>
            <a:r>
              <a:rPr lang="ru-RU" dirty="0"/>
              <a:t>метод)</a:t>
            </a:r>
            <a:endParaRPr lang="en-US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6EC5596-49CD-421F-9389-4E0F8BC3F7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43" y="2095029"/>
            <a:ext cx="12088912" cy="2705478"/>
          </a:xfrm>
          <a:prstGeom prst="rect">
            <a:avLst/>
          </a:prstGeom>
        </p:spPr>
      </p:pic>
      <p:pic>
        <p:nvPicPr>
          <p:cNvPr id="3" name="output_pyttsx3">
            <a:hlinkClick r:id="" action="ppaction://media"/>
            <a:extLst>
              <a:ext uri="{FF2B5EF4-FFF2-40B4-BE49-F238E27FC236}">
                <a16:creationId xmlns:a16="http://schemas.microsoft.com/office/drawing/2014/main" id="{E8FA417A-8DCC-4784-BA71-E37521FB57B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52318" y="5241679"/>
            <a:ext cx="487362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227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96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F6D293-D892-40B5-977D-3D46C21F13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097" y="346229"/>
            <a:ext cx="11869806" cy="1109709"/>
          </a:xfrm>
        </p:spPr>
        <p:txBody>
          <a:bodyPr/>
          <a:lstStyle/>
          <a:p>
            <a:r>
              <a:rPr lang="en-US" dirty="0" err="1"/>
              <a:t>gTTS</a:t>
            </a:r>
            <a:r>
              <a:rPr lang="ru-RU" dirty="0"/>
              <a:t> (глубокие нейронные сети)</a:t>
            </a:r>
            <a:endParaRPr lang="en-US" dirty="0"/>
          </a:p>
        </p:txBody>
      </p:sp>
      <p:pic>
        <p:nvPicPr>
          <p:cNvPr id="5" name="output_gtts">
            <a:hlinkClick r:id="" action="ppaction://media"/>
            <a:extLst>
              <a:ext uri="{FF2B5EF4-FFF2-40B4-BE49-F238E27FC236}">
                <a16:creationId xmlns:a16="http://schemas.microsoft.com/office/drawing/2014/main" id="{17289B42-DF8C-48F5-A2DC-3D9413875C3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52318" y="4779223"/>
            <a:ext cx="487363" cy="48736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35C0D72-8ACE-4161-8F06-0E0F3F36B1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096" y="1741426"/>
            <a:ext cx="11869806" cy="248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018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6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F295A4-D8DC-407B-9F35-88B93E2B4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1768" y="221942"/>
            <a:ext cx="11768463" cy="1091953"/>
          </a:xfrm>
        </p:spPr>
        <p:txBody>
          <a:bodyPr/>
          <a:lstStyle/>
          <a:p>
            <a:r>
              <a:rPr lang="en-US" dirty="0" err="1"/>
              <a:t>eSpeak</a:t>
            </a:r>
            <a:r>
              <a:rPr lang="ru-RU" dirty="0"/>
              <a:t> (формантный синтез)</a:t>
            </a:r>
            <a:endParaRPr lang="en-US" dirty="0"/>
          </a:p>
        </p:txBody>
      </p:sp>
      <p:pic>
        <p:nvPicPr>
          <p:cNvPr id="5" name="output_espeak">
            <a:hlinkClick r:id="" action="ppaction://media"/>
            <a:extLst>
              <a:ext uri="{FF2B5EF4-FFF2-40B4-BE49-F238E27FC236}">
                <a16:creationId xmlns:a16="http://schemas.microsoft.com/office/drawing/2014/main" id="{51A42CF5-37F6-4A57-A4B2-2C56BFFD95F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52317" y="4876939"/>
            <a:ext cx="487363" cy="48736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533EE2E-7B39-439B-AD1F-519D1B4643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37" y="1857543"/>
            <a:ext cx="11984122" cy="221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094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1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EB428B53-E63B-4795-863D-18BEC61E10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827784"/>
              </p:ext>
            </p:extLst>
          </p:nvPr>
        </p:nvGraphicFramePr>
        <p:xfrm>
          <a:off x="429086" y="1180730"/>
          <a:ext cx="11245049" cy="54214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56888">
                  <a:extLst>
                    <a:ext uri="{9D8B030D-6E8A-4147-A177-3AD203B41FA5}">
                      <a16:colId xmlns:a16="http://schemas.microsoft.com/office/drawing/2014/main" val="2364116668"/>
                    </a:ext>
                  </a:extLst>
                </a:gridCol>
                <a:gridCol w="1687933">
                  <a:extLst>
                    <a:ext uri="{9D8B030D-6E8A-4147-A177-3AD203B41FA5}">
                      <a16:colId xmlns:a16="http://schemas.microsoft.com/office/drawing/2014/main" val="189336963"/>
                    </a:ext>
                  </a:extLst>
                </a:gridCol>
                <a:gridCol w="1247992">
                  <a:extLst>
                    <a:ext uri="{9D8B030D-6E8A-4147-A177-3AD203B41FA5}">
                      <a16:colId xmlns:a16="http://schemas.microsoft.com/office/drawing/2014/main" val="2813770841"/>
                    </a:ext>
                  </a:extLst>
                </a:gridCol>
                <a:gridCol w="1080708">
                  <a:extLst>
                    <a:ext uri="{9D8B030D-6E8A-4147-A177-3AD203B41FA5}">
                      <a16:colId xmlns:a16="http://schemas.microsoft.com/office/drawing/2014/main" val="4162872038"/>
                    </a:ext>
                  </a:extLst>
                </a:gridCol>
                <a:gridCol w="1459327">
                  <a:extLst>
                    <a:ext uri="{9D8B030D-6E8A-4147-A177-3AD203B41FA5}">
                      <a16:colId xmlns:a16="http://schemas.microsoft.com/office/drawing/2014/main" val="2802653860"/>
                    </a:ext>
                  </a:extLst>
                </a:gridCol>
                <a:gridCol w="1704513">
                  <a:extLst>
                    <a:ext uri="{9D8B030D-6E8A-4147-A177-3AD203B41FA5}">
                      <a16:colId xmlns:a16="http://schemas.microsoft.com/office/drawing/2014/main" val="2266215717"/>
                    </a:ext>
                  </a:extLst>
                </a:gridCol>
                <a:gridCol w="1340528">
                  <a:extLst>
                    <a:ext uri="{9D8B030D-6E8A-4147-A177-3AD203B41FA5}">
                      <a16:colId xmlns:a16="http://schemas.microsoft.com/office/drawing/2014/main" val="1937352002"/>
                    </a:ext>
                  </a:extLst>
                </a:gridCol>
                <a:gridCol w="1367160">
                  <a:extLst>
                    <a:ext uri="{9D8B030D-6E8A-4147-A177-3AD203B41FA5}">
                      <a16:colId xmlns:a16="http://schemas.microsoft.com/office/drawing/2014/main" val="4074314009"/>
                    </a:ext>
                  </a:extLst>
                </a:gridCol>
              </a:tblGrid>
              <a:tr h="199549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ru-RU" sz="1800" dirty="0">
                          <a:effectLst/>
                        </a:rPr>
                        <a:t>Библиотека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ru-RU" sz="1800" dirty="0">
                          <a:effectLst/>
                        </a:rPr>
                        <a:t>Метод синтеза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ru-RU" sz="1800" dirty="0">
                          <a:effectLst/>
                        </a:rPr>
                        <a:t>Оффлайн</a:t>
                      </a:r>
                      <a:r>
                        <a:rPr lang="en-US" sz="1800" dirty="0">
                          <a:effectLst/>
                        </a:rPr>
                        <a:t>/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ru-RU" sz="1800" dirty="0">
                          <a:effectLst/>
                        </a:rPr>
                        <a:t>Онлайн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ru-RU" sz="1800" dirty="0">
                          <a:effectLst/>
                        </a:rPr>
                        <a:t>Качество речи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Поддержка языков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Простота использования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ru-RU" sz="1800" dirty="0">
                          <a:effectLst/>
                        </a:rPr>
                        <a:t>Настройки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Требования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07418005"/>
                  </a:ext>
                </a:extLst>
              </a:tr>
              <a:tr h="9712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Pyttsx3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ru-RU" sz="1800" dirty="0" err="1">
                          <a:effectLst/>
                        </a:rPr>
                        <a:t>Конкатенационный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Оффлайн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Среднее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ru-RU" sz="1800" dirty="0">
                          <a:effectLst/>
                        </a:rPr>
                        <a:t>Ограниченно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Просто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ru-RU" sz="1800" dirty="0">
                          <a:effectLst/>
                        </a:rPr>
                        <a:t>Ограничены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Низкие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64886299"/>
                  </a:ext>
                </a:extLst>
              </a:tr>
              <a:tr h="14833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gTTS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Глубокие нейронные сети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Онлайн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Высокое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Много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Просто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Ограничены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ru-RU" sz="1800" dirty="0">
                          <a:effectLst/>
                        </a:rPr>
                        <a:t>Низкие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57119303"/>
                  </a:ext>
                </a:extLst>
              </a:tr>
              <a:tr h="9712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eSpeak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Формантный синтез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Офлайн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Низкое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Ограниченно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Среднее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</a:rPr>
                        <a:t>Широкие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ru-RU" sz="1800" dirty="0">
                          <a:effectLst/>
                        </a:rPr>
                        <a:t>Низкие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1214192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FD94B12-016A-4853-87CC-E80FD5433E1E}"/>
              </a:ext>
            </a:extLst>
          </p:cNvPr>
          <p:cNvSpPr txBox="1"/>
          <p:nvPr/>
        </p:nvSpPr>
        <p:spPr>
          <a:xfrm>
            <a:off x="778275" y="344627"/>
            <a:ext cx="106354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Обобщённый анализ библиотек</a:t>
            </a:r>
            <a:endParaRPr lang="en-US" sz="3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83434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6E1A9AC-2BA7-4B55-A839-96901C7220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8679" y="266330"/>
            <a:ext cx="3654641" cy="757885"/>
          </a:xfrm>
        </p:spPr>
        <p:txBody>
          <a:bodyPr/>
          <a:lstStyle/>
          <a:p>
            <a:r>
              <a:rPr lang="ru-RU" sz="4800" dirty="0"/>
              <a:t>Заключение</a:t>
            </a:r>
            <a:endParaRPr lang="ru-RU" dirty="0"/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A7744EB8-ECD2-4F1B-9DEF-8B23A03507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5319" y="1207363"/>
            <a:ext cx="10031767" cy="5220070"/>
          </a:xfrm>
        </p:spPr>
        <p:txBody>
          <a:bodyPr/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В данной курсовой работе были изучены и решены следующие задачи:</a:t>
            </a:r>
            <a:endParaRPr lang="ru-R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1. Проанализирована научно-методическая литература по теме исследования</a:t>
            </a:r>
            <a:r>
              <a:rPr lang="ru-RU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2. Разработаны программы на языке </a:t>
            </a:r>
            <a:r>
              <a:rPr lang="en-US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Python</a:t>
            </a:r>
            <a:r>
              <a:rPr lang="ru-RU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ru-RU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И</a:t>
            </a:r>
            <a:r>
              <a:rPr lang="ru-RU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сследованы возможности Python для реализации поставленной задачи, предоставлены практические примеры использования различных методов для синтеза речи. </a:t>
            </a:r>
            <a:endParaRPr lang="ru-R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9988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256CCF3-1A84-4DDF-BD4B-E37FDAA84A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021" y="701336"/>
            <a:ext cx="12120979" cy="6156663"/>
          </a:xfrm>
        </p:spPr>
        <p:txBody>
          <a:bodyPr/>
          <a:lstStyle/>
          <a:p>
            <a:pPr indent="450215" algn="l">
              <a:lnSpc>
                <a:spcPct val="100000"/>
              </a:lnSpc>
              <a:spcAft>
                <a:spcPts val="800"/>
              </a:spcAft>
            </a:pP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400" dirty="0" err="1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pypy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org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 сайт. -2024. - 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https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://</a:t>
            </a:r>
            <a:r>
              <a:rPr lang="en-US" sz="1400" dirty="0" err="1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pypi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org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400" dirty="0" err="1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pyttsx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3/ (дата обращения: 16.05.2024).</a:t>
            </a:r>
            <a:endParaRPr lang="en-US" sz="1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ct val="100000"/>
              </a:lnSpc>
              <a:spcAft>
                <a:spcPts val="800"/>
              </a:spcAft>
            </a:pP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cloud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google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com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 сайт. -2024. - 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https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://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cloud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google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com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speech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(дата обращения: 16.05.2024).</a:t>
            </a:r>
            <a:endParaRPr lang="en-US" sz="1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ct val="100000"/>
              </a:lnSpc>
              <a:spcAft>
                <a:spcPts val="800"/>
              </a:spcAft>
            </a:pP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1400" dirty="0" err="1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espeak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sourceforge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net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 сайт. -2024. - 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http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://</a:t>
            </a:r>
            <a:r>
              <a:rPr lang="en-US" sz="1400" dirty="0" err="1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espeak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sourceforge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net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/ (дата обращения: 16.05.2024).</a:t>
            </a:r>
            <a:endParaRPr lang="en-US" sz="1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ct val="100000"/>
              </a:lnSpc>
              <a:spcAft>
                <a:spcPts val="800"/>
              </a:spcAft>
            </a:pP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1400" dirty="0" err="1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com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 сайт. -2024. - 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https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://</a:t>
            </a:r>
            <a:r>
              <a:rPr lang="en-US" sz="1400" dirty="0" err="1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com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400" dirty="0" err="1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Thilac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400" dirty="0" err="1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espeak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(дата обращения: 16.05.2024).</a:t>
            </a:r>
            <a:endParaRPr lang="en-US" sz="1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ct val="100000"/>
              </a:lnSpc>
              <a:spcAft>
                <a:spcPts val="800"/>
              </a:spcAft>
            </a:pP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org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 сайт. -2024. - 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https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://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www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org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doc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/ (дата обращения: 16.05.2024).</a:t>
            </a:r>
            <a:endParaRPr lang="en-US" sz="1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ct val="100000"/>
              </a:lnSpc>
              <a:spcAft>
                <a:spcPts val="800"/>
              </a:spcAft>
            </a:pP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sz="1400" dirty="0" err="1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pypi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org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 сайт. -2024. - 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https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://</a:t>
            </a:r>
            <a:r>
              <a:rPr lang="en-US" sz="1400" dirty="0" err="1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pypi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org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400" dirty="0" err="1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400" dirty="0" err="1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marytts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/ (дата обращения: 17.05.2024).</a:t>
            </a:r>
            <a:endParaRPr lang="en-US" sz="1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ct val="100000"/>
              </a:lnSpc>
              <a:spcAft>
                <a:spcPts val="800"/>
              </a:spcAft>
            </a:pP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visualstudio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com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 сайт. -2024. - 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https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://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visualstudio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com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docs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(дата обращения: 17.05.2024).</a:t>
            </a:r>
            <a:endParaRPr lang="en-US" sz="1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ct val="100000"/>
              </a:lnSpc>
              <a:spcAft>
                <a:spcPts val="800"/>
              </a:spcAft>
            </a:pP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en-US" sz="1400" dirty="0" err="1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habr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com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 сайт. -2024. - 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https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://</a:t>
            </a:r>
            <a:r>
              <a:rPr lang="en-US" sz="1400" dirty="0" err="1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habr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com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400" dirty="0" err="1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ru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companies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400" dirty="0" err="1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tinkoff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articles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/474782/ (дата обращения: 18.05.2024).</a:t>
            </a:r>
            <a:endParaRPr lang="en-US" sz="1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ct val="100000"/>
              </a:lnSpc>
              <a:spcAft>
                <a:spcPts val="800"/>
              </a:spcAft>
            </a:pP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9. 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learn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kid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firebaseapp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com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 сайт. -2021. - 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https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://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learn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kid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firebaseapp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com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speech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synthesis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/#установка-пакетов-в-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(дата обращения: 19.05.2024).</a:t>
            </a:r>
            <a:endParaRPr lang="en-US" sz="1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ct val="100000"/>
              </a:lnSpc>
              <a:spcAft>
                <a:spcPts val="800"/>
              </a:spcAft>
            </a:pP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10.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bigdata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msu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ru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 сайт. -2024. -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https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://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bigdata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msu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ru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media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media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upload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editor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/2023/11/01/0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776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sz="1400" dirty="0" err="1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dcad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45167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31552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18191211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pdf </a:t>
            </a:r>
            <a:r>
              <a:rPr lang="ru-RU" sz="14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(дата обращения 22.05.2024)</a:t>
            </a:r>
            <a:endParaRPr lang="en-US" sz="1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ct val="100000"/>
              </a:lnSpc>
              <a:spcAft>
                <a:spcPts val="800"/>
              </a:spcAft>
            </a:pPr>
            <a:r>
              <a:rPr lang="ru-RU" sz="1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11. Аверкин А.Н., </a:t>
            </a:r>
            <a:r>
              <a:rPr lang="ru-RU" sz="1400" dirty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Гаазе</a:t>
            </a:r>
            <a:r>
              <a:rPr lang="ru-RU" sz="1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-Рапопорт М.Г., Поспелов Д.А. Толковый словарь по искусственному интеллекту: Букинист, 1992. - 256 с.: ил. – </a:t>
            </a:r>
            <a:r>
              <a:rPr lang="en-US" sz="1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ISBN </a:t>
            </a:r>
            <a:r>
              <a:rPr lang="ru-RU" sz="1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5-256-00605-3.</a:t>
            </a:r>
            <a:endParaRPr lang="en-US" sz="1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ct val="100000"/>
              </a:lnSpc>
              <a:spcAft>
                <a:spcPts val="800"/>
              </a:spcAft>
            </a:pPr>
            <a:r>
              <a:rPr lang="ru-RU" sz="1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12. Поспелов Д.А. Искусственный интеллект: Москва: Радио и связь, 1990. – 304 с.: ил. – </a:t>
            </a:r>
            <a:r>
              <a:rPr lang="en-US" sz="1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ISBN </a:t>
            </a:r>
            <a:r>
              <a:rPr lang="ru-RU" sz="1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5-256-00368-2.</a:t>
            </a:r>
            <a:endParaRPr lang="en-US" sz="1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ct val="100000"/>
              </a:lnSpc>
              <a:spcAft>
                <a:spcPts val="800"/>
              </a:spcAft>
            </a:pPr>
            <a:r>
              <a:rPr lang="ru-RU" sz="1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13.</a:t>
            </a:r>
            <a:r>
              <a:rPr lang="en-US" sz="1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  <a:r>
              <a:rPr lang="ru-RU" sz="1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yandex</a:t>
            </a:r>
            <a:r>
              <a:rPr lang="ru-RU" sz="1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ru</a:t>
            </a:r>
            <a:r>
              <a:rPr lang="ru-RU" sz="1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 сайт. -2024. – </a:t>
            </a:r>
            <a:r>
              <a:rPr lang="en-US" sz="1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ru-RU" sz="1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https</a:t>
            </a:r>
            <a:r>
              <a:rPr lang="ru-RU" sz="1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://</a:t>
            </a:r>
            <a:r>
              <a:rPr lang="en-US" sz="1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  <a:r>
              <a:rPr lang="ru-RU" sz="1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yandex</a:t>
            </a:r>
            <a:r>
              <a:rPr lang="ru-RU" sz="1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ru</a:t>
            </a:r>
            <a:r>
              <a:rPr lang="ru-RU" sz="1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journal</a:t>
            </a:r>
            <a:r>
              <a:rPr lang="ru-RU" sz="1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400" dirty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kak</a:t>
            </a:r>
            <a:r>
              <a:rPr lang="ru-RU" sz="1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400" dirty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ustroena</a:t>
            </a:r>
            <a:r>
              <a:rPr lang="ru-RU" sz="1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400" dirty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rabota</a:t>
            </a:r>
            <a:r>
              <a:rPr lang="ru-RU" sz="1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400" dirty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golosovykh</a:t>
            </a:r>
            <a:r>
              <a:rPr lang="ru-RU" sz="1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400" dirty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pomoschnikov</a:t>
            </a:r>
            <a:r>
              <a:rPr lang="ru-RU" sz="1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(дата обращения 22.05.2024)</a:t>
            </a:r>
            <a:endParaRPr lang="en-US" sz="1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endParaRPr lang="en-US" sz="1800" dirty="0">
              <a:latin typeface="+mj-lt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608F1804-ADBC-4B09-81A8-AF0A3D42E4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15052" y="79899"/>
            <a:ext cx="4361895" cy="728555"/>
          </a:xfrm>
        </p:spPr>
        <p:txBody>
          <a:bodyPr/>
          <a:lstStyle/>
          <a:p>
            <a:r>
              <a:rPr lang="ru-RU" sz="5400" dirty="0"/>
              <a:t>Источники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707045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646</Words>
  <Application>Microsoft Office PowerPoint</Application>
  <PresentationFormat>Широкоэкранный</PresentationFormat>
  <Paragraphs>64</Paragraphs>
  <Slides>8</Slides>
  <Notes>0</Notes>
  <HiddenSlides>0</HiddenSlides>
  <MMClips>3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Курсовая работа «Синтез речи»</vt:lpstr>
      <vt:lpstr>Презентация PowerPoint</vt:lpstr>
      <vt:lpstr>pyttsx3 (конкатенационный метод)</vt:lpstr>
      <vt:lpstr>gTTS (глубокие нейронные сети)</vt:lpstr>
      <vt:lpstr>eSpeak (формантный синтез)</vt:lpstr>
      <vt:lpstr>Презентация PowerPoint</vt:lpstr>
      <vt:lpstr>Заключение</vt:lpstr>
      <vt:lpstr>Источники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Курсовая работа «Синтез речи»</dc:title>
  <dc:creator>Artyom Gnevnov</dc:creator>
  <cp:lastModifiedBy>Artyom Gnevnov</cp:lastModifiedBy>
  <cp:revision>7</cp:revision>
  <dcterms:created xsi:type="dcterms:W3CDTF">2024-05-26T21:06:30Z</dcterms:created>
  <dcterms:modified xsi:type="dcterms:W3CDTF">2024-05-28T00:22:56Z</dcterms:modified>
</cp:coreProperties>
</file>