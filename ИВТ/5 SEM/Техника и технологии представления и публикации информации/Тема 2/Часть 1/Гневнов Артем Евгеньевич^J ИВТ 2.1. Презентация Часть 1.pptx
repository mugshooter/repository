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9517263E-B82B-47C8-9047-B53873AC82D6}"/>
    <pc:docChg chg="undo redo custSel addSld modSld">
      <pc:chgData name="Artyom Gnevnov" userId="2f0d4a8a008de216" providerId="LiveId" clId="{9517263E-B82B-47C8-9047-B53873AC82D6}" dt="2024-12-19T18:15:12.462" v="1085" actId="20577"/>
      <pc:docMkLst>
        <pc:docMk/>
      </pc:docMkLst>
      <pc:sldChg chg="addSp delSp modSp new mod">
        <pc:chgData name="Artyom Gnevnov" userId="2f0d4a8a008de216" providerId="LiveId" clId="{9517263E-B82B-47C8-9047-B53873AC82D6}" dt="2024-12-19T16:25:48.365" v="5" actId="1076"/>
        <pc:sldMkLst>
          <pc:docMk/>
          <pc:sldMk cId="2114103210" sldId="256"/>
        </pc:sldMkLst>
        <pc:spChg chg="mod">
          <ac:chgData name="Artyom Gnevnov" userId="2f0d4a8a008de216" providerId="LiveId" clId="{9517263E-B82B-47C8-9047-B53873AC82D6}" dt="2024-12-19T16:25:06.300" v="2"/>
          <ac:spMkLst>
            <pc:docMk/>
            <pc:sldMk cId="2114103210" sldId="256"/>
            <ac:spMk id="2" creationId="{108BE620-7E5A-4181-87D3-88B2E54F63F5}"/>
          </ac:spMkLst>
        </pc:spChg>
        <pc:spChg chg="del mod">
          <ac:chgData name="Artyom Gnevnov" userId="2f0d4a8a008de216" providerId="LiveId" clId="{9517263E-B82B-47C8-9047-B53873AC82D6}" dt="2024-12-19T16:25:46.808" v="4" actId="478"/>
          <ac:spMkLst>
            <pc:docMk/>
            <pc:sldMk cId="2114103210" sldId="256"/>
            <ac:spMk id="3" creationId="{C6F2BE18-21A0-49D8-B1AC-389A8C177444}"/>
          </ac:spMkLst>
        </pc:spChg>
        <pc:picChg chg="add mod">
          <ac:chgData name="Artyom Gnevnov" userId="2f0d4a8a008de216" providerId="LiveId" clId="{9517263E-B82B-47C8-9047-B53873AC82D6}" dt="2024-12-19T16:25:48.365" v="5" actId="1076"/>
          <ac:picMkLst>
            <pc:docMk/>
            <pc:sldMk cId="2114103210" sldId="256"/>
            <ac:picMk id="5" creationId="{08A1FD75-DE13-49B8-BDFD-175CA5E3A896}"/>
          </ac:picMkLst>
        </pc:picChg>
      </pc:sldChg>
      <pc:sldChg chg="addSp delSp modSp new mod">
        <pc:chgData name="Artyom Gnevnov" userId="2f0d4a8a008de216" providerId="LiveId" clId="{9517263E-B82B-47C8-9047-B53873AC82D6}" dt="2024-12-19T18:14:38.980" v="1064"/>
        <pc:sldMkLst>
          <pc:docMk/>
          <pc:sldMk cId="944211891" sldId="257"/>
        </pc:sldMkLst>
        <pc:spChg chg="mod">
          <ac:chgData name="Artyom Gnevnov" userId="2f0d4a8a008de216" providerId="LiveId" clId="{9517263E-B82B-47C8-9047-B53873AC82D6}" dt="2024-12-19T16:26:07.510" v="16" actId="20577"/>
          <ac:spMkLst>
            <pc:docMk/>
            <pc:sldMk cId="944211891" sldId="257"/>
            <ac:spMk id="2" creationId="{3C987A74-F4B3-46F5-9EE5-FDF5836539A1}"/>
          </ac:spMkLst>
        </pc:spChg>
        <pc:spChg chg="add del mod">
          <ac:chgData name="Artyom Gnevnov" userId="2f0d4a8a008de216" providerId="LiveId" clId="{9517263E-B82B-47C8-9047-B53873AC82D6}" dt="2024-12-19T17:19:16.048" v="1061" actId="3626"/>
          <ac:spMkLst>
            <pc:docMk/>
            <pc:sldMk cId="944211891" sldId="257"/>
            <ac:spMk id="3" creationId="{53B119B8-BDA4-493E-A38A-A77F7C3BDF76}"/>
          </ac:spMkLst>
        </pc:spChg>
        <pc:spChg chg="add del mod">
          <ac:chgData name="Artyom Gnevnov" userId="2f0d4a8a008de216" providerId="LiveId" clId="{9517263E-B82B-47C8-9047-B53873AC82D6}" dt="2024-12-19T17:10:37.079" v="982"/>
          <ac:spMkLst>
            <pc:docMk/>
            <pc:sldMk cId="944211891" sldId="257"/>
            <ac:spMk id="4" creationId="{D8524FF6-5041-4663-9380-C83F834CBE6D}"/>
          </ac:spMkLst>
        </pc:spChg>
        <pc:spChg chg="add del mod">
          <ac:chgData name="Artyom Gnevnov" userId="2f0d4a8a008de216" providerId="LiveId" clId="{9517263E-B82B-47C8-9047-B53873AC82D6}" dt="2024-12-19T17:14:19.808" v="1029" actId="478"/>
          <ac:spMkLst>
            <pc:docMk/>
            <pc:sldMk cId="944211891" sldId="257"/>
            <ac:spMk id="5" creationId="{3BEB2041-4896-477D-8A1B-57F7C1F63A23}"/>
          </ac:spMkLst>
        </pc:spChg>
        <pc:spChg chg="add del">
          <ac:chgData name="Artyom Gnevnov" userId="2f0d4a8a008de216" providerId="LiveId" clId="{9517263E-B82B-47C8-9047-B53873AC82D6}" dt="2024-12-19T18:14:33.368" v="1063" actId="22"/>
          <ac:spMkLst>
            <pc:docMk/>
            <pc:sldMk cId="944211891" sldId="257"/>
            <ac:spMk id="5" creationId="{EC88EC15-027A-40DB-93A2-F1408EAE1585}"/>
          </ac:spMkLst>
        </pc:spChg>
        <pc:spChg chg="add mod">
          <ac:chgData name="Artyom Gnevnov" userId="2f0d4a8a008de216" providerId="LiveId" clId="{9517263E-B82B-47C8-9047-B53873AC82D6}" dt="2024-12-19T18:14:38.980" v="1064"/>
          <ac:spMkLst>
            <pc:docMk/>
            <pc:sldMk cId="944211891" sldId="257"/>
            <ac:spMk id="6" creationId="{08CA1F6B-4431-4691-A23D-160519ABA378}"/>
          </ac:spMkLst>
        </pc:spChg>
      </pc:sldChg>
      <pc:sldChg chg="addSp modSp new mod">
        <pc:chgData name="Artyom Gnevnov" userId="2f0d4a8a008de216" providerId="LiveId" clId="{9517263E-B82B-47C8-9047-B53873AC82D6}" dt="2024-12-19T18:14:52.767" v="1073" actId="20577"/>
        <pc:sldMkLst>
          <pc:docMk/>
          <pc:sldMk cId="2481887056" sldId="258"/>
        </pc:sldMkLst>
        <pc:spChg chg="mod">
          <ac:chgData name="Artyom Gnevnov" userId="2f0d4a8a008de216" providerId="LiveId" clId="{9517263E-B82B-47C8-9047-B53873AC82D6}" dt="2024-12-19T16:26:56.460" v="18"/>
          <ac:spMkLst>
            <pc:docMk/>
            <pc:sldMk cId="2481887056" sldId="258"/>
            <ac:spMk id="2" creationId="{05A25165-E0D5-483D-BBE3-59CB9BC42F62}"/>
          </ac:spMkLst>
        </pc:spChg>
        <pc:spChg chg="mod">
          <ac:chgData name="Artyom Gnevnov" userId="2f0d4a8a008de216" providerId="LiveId" clId="{9517263E-B82B-47C8-9047-B53873AC82D6}" dt="2024-12-19T17:17:19.003" v="1030" actId="255"/>
          <ac:spMkLst>
            <pc:docMk/>
            <pc:sldMk cId="2481887056" sldId="258"/>
            <ac:spMk id="3" creationId="{375240DF-8C5C-43E9-966C-BFBD6D2A5CE4}"/>
          </ac:spMkLst>
        </pc:spChg>
        <pc:spChg chg="add mod">
          <ac:chgData name="Artyom Gnevnov" userId="2f0d4a8a008de216" providerId="LiveId" clId="{9517263E-B82B-47C8-9047-B53873AC82D6}" dt="2024-12-19T17:13:51.642" v="1021"/>
          <ac:spMkLst>
            <pc:docMk/>
            <pc:sldMk cId="2481887056" sldId="258"/>
            <ac:spMk id="4" creationId="{95F0FD51-2D4F-4C83-9C23-A31B6A6AC9AB}"/>
          </ac:spMkLst>
        </pc:spChg>
        <pc:spChg chg="add mod">
          <ac:chgData name="Artyom Gnevnov" userId="2f0d4a8a008de216" providerId="LiveId" clId="{9517263E-B82B-47C8-9047-B53873AC82D6}" dt="2024-12-19T18:14:52.767" v="1073" actId="20577"/>
          <ac:spMkLst>
            <pc:docMk/>
            <pc:sldMk cId="2481887056" sldId="258"/>
            <ac:spMk id="5" creationId="{1E9F5F62-0ABD-45DD-A194-E4FA2CD62846}"/>
          </ac:spMkLst>
        </pc:spChg>
      </pc:sldChg>
      <pc:sldChg chg="addSp delSp modSp new mod">
        <pc:chgData name="Artyom Gnevnov" userId="2f0d4a8a008de216" providerId="LiveId" clId="{9517263E-B82B-47C8-9047-B53873AC82D6}" dt="2024-12-19T18:14:56.289" v="1075" actId="20577"/>
        <pc:sldMkLst>
          <pc:docMk/>
          <pc:sldMk cId="3627609394" sldId="259"/>
        </pc:sldMkLst>
        <pc:spChg chg="mod">
          <ac:chgData name="Artyom Gnevnov" userId="2f0d4a8a008de216" providerId="LiveId" clId="{9517263E-B82B-47C8-9047-B53873AC82D6}" dt="2024-12-19T16:28:12.204" v="34"/>
          <ac:spMkLst>
            <pc:docMk/>
            <pc:sldMk cId="3627609394" sldId="259"/>
            <ac:spMk id="2" creationId="{FAFD9A6C-4F67-4CBF-ADD6-AED26D0D400B}"/>
          </ac:spMkLst>
        </pc:spChg>
        <pc:spChg chg="add del mod">
          <ac:chgData name="Artyom Gnevnov" userId="2f0d4a8a008de216" providerId="LiveId" clId="{9517263E-B82B-47C8-9047-B53873AC82D6}" dt="2024-12-19T16:29:28.172" v="91" actId="478"/>
          <ac:spMkLst>
            <pc:docMk/>
            <pc:sldMk cId="3627609394" sldId="259"/>
            <ac:spMk id="3" creationId="{B29E0D14-B333-4670-B42B-DD040EEE5F28}"/>
          </ac:spMkLst>
        </pc:spChg>
        <pc:spChg chg="add del mod">
          <ac:chgData name="Artyom Gnevnov" userId="2f0d4a8a008de216" providerId="LiveId" clId="{9517263E-B82B-47C8-9047-B53873AC82D6}" dt="2024-12-19T16:29:22.790" v="86" actId="11529"/>
          <ac:spMkLst>
            <pc:docMk/>
            <pc:sldMk cId="3627609394" sldId="259"/>
            <ac:spMk id="4" creationId="{BC91AAC6-B1CA-4C72-BC50-0811B5CC1E1E}"/>
          </ac:spMkLst>
        </pc:spChg>
        <pc:spChg chg="add mod">
          <ac:chgData name="Artyom Gnevnov" userId="2f0d4a8a008de216" providerId="LiveId" clId="{9517263E-B82B-47C8-9047-B53873AC82D6}" dt="2024-12-19T18:14:56.289" v="1075" actId="20577"/>
          <ac:spMkLst>
            <pc:docMk/>
            <pc:sldMk cId="3627609394" sldId="259"/>
            <ac:spMk id="5" creationId="{846A2EC9-26F3-41C2-863E-B1032F90C5C7}"/>
          </ac:spMkLst>
        </pc:spChg>
        <pc:spChg chg="add del">
          <ac:chgData name="Artyom Gnevnov" userId="2f0d4a8a008de216" providerId="LiveId" clId="{9517263E-B82B-47C8-9047-B53873AC82D6}" dt="2024-12-19T16:29:26.334" v="90" actId="11529"/>
          <ac:spMkLst>
            <pc:docMk/>
            <pc:sldMk cId="3627609394" sldId="259"/>
            <ac:spMk id="5" creationId="{BE17304F-847D-4DC0-9C19-1C4FF77548B5}"/>
          </ac:spMkLst>
        </pc:spChg>
        <pc:spChg chg="add mod">
          <ac:chgData name="Artyom Gnevnov" userId="2f0d4a8a008de216" providerId="LiveId" clId="{9517263E-B82B-47C8-9047-B53873AC82D6}" dt="2024-12-19T16:43:18.494" v="682" actId="113"/>
          <ac:spMkLst>
            <pc:docMk/>
            <pc:sldMk cId="3627609394" sldId="259"/>
            <ac:spMk id="6" creationId="{689DCBD1-B153-4960-A419-28507998FF92}"/>
          </ac:spMkLst>
        </pc:spChg>
        <pc:spChg chg="add mod">
          <ac:chgData name="Artyom Gnevnov" userId="2f0d4a8a008de216" providerId="LiveId" clId="{9517263E-B82B-47C8-9047-B53873AC82D6}" dt="2024-12-19T17:13:52.778" v="1022"/>
          <ac:spMkLst>
            <pc:docMk/>
            <pc:sldMk cId="3627609394" sldId="259"/>
            <ac:spMk id="7" creationId="{832FBD9C-9276-4B8B-A3B3-6D8FFEA48F1E}"/>
          </ac:spMkLst>
        </pc:spChg>
      </pc:sldChg>
      <pc:sldChg chg="addSp delSp modSp new mod">
        <pc:chgData name="Artyom Gnevnov" userId="2f0d4a8a008de216" providerId="LiveId" clId="{9517263E-B82B-47C8-9047-B53873AC82D6}" dt="2024-12-19T18:14:59.017" v="1077" actId="20577"/>
        <pc:sldMkLst>
          <pc:docMk/>
          <pc:sldMk cId="577534062" sldId="260"/>
        </pc:sldMkLst>
        <pc:spChg chg="del">
          <ac:chgData name="Artyom Gnevnov" userId="2f0d4a8a008de216" providerId="LiveId" clId="{9517263E-B82B-47C8-9047-B53873AC82D6}" dt="2024-12-19T16:38:20.179" v="571" actId="478"/>
          <ac:spMkLst>
            <pc:docMk/>
            <pc:sldMk cId="577534062" sldId="260"/>
            <ac:spMk id="2" creationId="{348A66D3-6674-4539-BF0F-7F4269E79FC2}"/>
          </ac:spMkLst>
        </pc:spChg>
        <pc:spChg chg="add del">
          <ac:chgData name="Artyom Gnevnov" userId="2f0d4a8a008de216" providerId="LiveId" clId="{9517263E-B82B-47C8-9047-B53873AC82D6}" dt="2024-12-19T16:37:44.031" v="564" actId="478"/>
          <ac:spMkLst>
            <pc:docMk/>
            <pc:sldMk cId="577534062" sldId="260"/>
            <ac:spMk id="3" creationId="{69E28031-3604-4D92-8654-01532B94AFB9}"/>
          </ac:spMkLst>
        </pc:spChg>
        <pc:spChg chg="add mod">
          <ac:chgData name="Artyom Gnevnov" userId="2f0d4a8a008de216" providerId="LiveId" clId="{9517263E-B82B-47C8-9047-B53873AC82D6}" dt="2024-12-19T18:14:59.017" v="1077" actId="20577"/>
          <ac:spMkLst>
            <pc:docMk/>
            <pc:sldMk cId="577534062" sldId="260"/>
            <ac:spMk id="4" creationId="{553DF36F-91E6-4A46-8AFF-FCB74683BC13}"/>
          </ac:spMkLst>
        </pc:spChg>
        <pc:spChg chg="add mod">
          <ac:chgData name="Artyom Gnevnov" userId="2f0d4a8a008de216" providerId="LiveId" clId="{9517263E-B82B-47C8-9047-B53873AC82D6}" dt="2024-12-19T17:13:57.280" v="1024" actId="1076"/>
          <ac:spMkLst>
            <pc:docMk/>
            <pc:sldMk cId="577534062" sldId="260"/>
            <ac:spMk id="7" creationId="{D78E4E9B-855E-44FE-A664-8CEC10BB7746}"/>
          </ac:spMkLst>
        </pc:spChg>
        <pc:graphicFrameChg chg="add mod modGraphic">
          <ac:chgData name="Artyom Gnevnov" userId="2f0d4a8a008de216" providerId="LiveId" clId="{9517263E-B82B-47C8-9047-B53873AC82D6}" dt="2024-12-19T16:38:31.726" v="572" actId="1076"/>
          <ac:graphicFrameMkLst>
            <pc:docMk/>
            <pc:sldMk cId="577534062" sldId="260"/>
            <ac:graphicFrameMk id="6" creationId="{01323F30-FC5A-47F2-9923-4083A8E600A9}"/>
          </ac:graphicFrameMkLst>
        </pc:graphicFrameChg>
      </pc:sldChg>
      <pc:sldChg chg="addSp modSp new mod">
        <pc:chgData name="Artyom Gnevnov" userId="2f0d4a8a008de216" providerId="LiveId" clId="{9517263E-B82B-47C8-9047-B53873AC82D6}" dt="2024-12-19T18:15:02.832" v="1079" actId="20577"/>
        <pc:sldMkLst>
          <pc:docMk/>
          <pc:sldMk cId="1241168440" sldId="261"/>
        </pc:sldMkLst>
        <pc:spChg chg="mod">
          <ac:chgData name="Artyom Gnevnov" userId="2f0d4a8a008de216" providerId="LiveId" clId="{9517263E-B82B-47C8-9047-B53873AC82D6}" dt="2024-12-19T16:39:31.653" v="581" actId="20577"/>
          <ac:spMkLst>
            <pc:docMk/>
            <pc:sldMk cId="1241168440" sldId="261"/>
            <ac:spMk id="2" creationId="{CE7E7EB0-E1E3-4B98-B5CE-9EFA75178204}"/>
          </ac:spMkLst>
        </pc:spChg>
        <pc:spChg chg="mod">
          <ac:chgData name="Artyom Gnevnov" userId="2f0d4a8a008de216" providerId="LiveId" clId="{9517263E-B82B-47C8-9047-B53873AC82D6}" dt="2024-12-19T17:17:49.630" v="1038" actId="403"/>
          <ac:spMkLst>
            <pc:docMk/>
            <pc:sldMk cId="1241168440" sldId="261"/>
            <ac:spMk id="3" creationId="{6F38887E-DE71-406D-B123-D055A5946702}"/>
          </ac:spMkLst>
        </pc:spChg>
        <pc:spChg chg="add mod">
          <ac:chgData name="Artyom Gnevnov" userId="2f0d4a8a008de216" providerId="LiveId" clId="{9517263E-B82B-47C8-9047-B53873AC82D6}" dt="2024-12-19T17:13:58.996" v="1025"/>
          <ac:spMkLst>
            <pc:docMk/>
            <pc:sldMk cId="1241168440" sldId="261"/>
            <ac:spMk id="4" creationId="{210687C4-2EEE-4F7A-A73F-F14CBF6BEEE9}"/>
          </ac:spMkLst>
        </pc:spChg>
        <pc:spChg chg="add mod">
          <ac:chgData name="Artyom Gnevnov" userId="2f0d4a8a008de216" providerId="LiveId" clId="{9517263E-B82B-47C8-9047-B53873AC82D6}" dt="2024-12-19T18:15:02.832" v="1079" actId="20577"/>
          <ac:spMkLst>
            <pc:docMk/>
            <pc:sldMk cId="1241168440" sldId="261"/>
            <ac:spMk id="5" creationId="{63FBF7F6-C409-4019-8D39-6D3DD4028927}"/>
          </ac:spMkLst>
        </pc:spChg>
      </pc:sldChg>
      <pc:sldChg chg="addSp delSp modSp new mod">
        <pc:chgData name="Artyom Gnevnov" userId="2f0d4a8a008de216" providerId="LiveId" clId="{9517263E-B82B-47C8-9047-B53873AC82D6}" dt="2024-12-19T18:15:06.032" v="1081" actId="20577"/>
        <pc:sldMkLst>
          <pc:docMk/>
          <pc:sldMk cId="3155213114" sldId="262"/>
        </pc:sldMkLst>
        <pc:spChg chg="mod">
          <ac:chgData name="Artyom Gnevnov" userId="2f0d4a8a008de216" providerId="LiveId" clId="{9517263E-B82B-47C8-9047-B53873AC82D6}" dt="2024-12-19T16:49:33.033" v="734" actId="1076"/>
          <ac:spMkLst>
            <pc:docMk/>
            <pc:sldMk cId="3155213114" sldId="262"/>
            <ac:spMk id="2" creationId="{30948C90-67BB-46C3-B514-9D8AEB6B7B90}"/>
          </ac:spMkLst>
        </pc:spChg>
        <pc:spChg chg="del">
          <ac:chgData name="Artyom Gnevnov" userId="2f0d4a8a008de216" providerId="LiveId" clId="{9517263E-B82B-47C8-9047-B53873AC82D6}" dt="2024-12-19T16:49:56.751" v="741" actId="478"/>
          <ac:spMkLst>
            <pc:docMk/>
            <pc:sldMk cId="3155213114" sldId="262"/>
            <ac:spMk id="3" creationId="{CC80E5AD-86B3-42DD-8854-FA2827719D9B}"/>
          </ac:spMkLst>
        </pc:spChg>
        <pc:spChg chg="add mod">
          <ac:chgData name="Artyom Gnevnov" userId="2f0d4a8a008de216" providerId="LiveId" clId="{9517263E-B82B-47C8-9047-B53873AC82D6}" dt="2024-12-19T18:15:06.032" v="1081" actId="20577"/>
          <ac:spMkLst>
            <pc:docMk/>
            <pc:sldMk cId="3155213114" sldId="262"/>
            <ac:spMk id="5" creationId="{485A9C10-4DC7-4596-A76F-41309E9409BF}"/>
          </ac:spMkLst>
        </pc:spChg>
        <pc:spChg chg="add mod">
          <ac:chgData name="Artyom Gnevnov" userId="2f0d4a8a008de216" providerId="LiveId" clId="{9517263E-B82B-47C8-9047-B53873AC82D6}" dt="2024-12-19T17:14:00.364" v="1026"/>
          <ac:spMkLst>
            <pc:docMk/>
            <pc:sldMk cId="3155213114" sldId="262"/>
            <ac:spMk id="7" creationId="{514DDF06-B0E3-43E0-852D-C591B815A218}"/>
          </ac:spMkLst>
        </pc:spChg>
        <pc:graphicFrameChg chg="add mod">
          <ac:chgData name="Artyom Gnevnov" userId="2f0d4a8a008de216" providerId="LiveId" clId="{9517263E-B82B-47C8-9047-B53873AC82D6}" dt="2024-12-19T17:18:32.928" v="1051" actId="403"/>
          <ac:graphicFrameMkLst>
            <pc:docMk/>
            <pc:sldMk cId="3155213114" sldId="262"/>
            <ac:graphicFrameMk id="6" creationId="{0FE26EDA-2CBA-432A-A9CC-A20EB49CB091}"/>
          </ac:graphicFrameMkLst>
        </pc:graphicFrameChg>
      </pc:sldChg>
      <pc:sldChg chg="addSp delSp modSp new mod">
        <pc:chgData name="Artyom Gnevnov" userId="2f0d4a8a008de216" providerId="LiveId" clId="{9517263E-B82B-47C8-9047-B53873AC82D6}" dt="2024-12-19T18:15:09.898" v="1083" actId="20577"/>
        <pc:sldMkLst>
          <pc:docMk/>
          <pc:sldMk cId="140199395" sldId="263"/>
        </pc:sldMkLst>
        <pc:spChg chg="mod">
          <ac:chgData name="Artyom Gnevnov" userId="2f0d4a8a008de216" providerId="LiveId" clId="{9517263E-B82B-47C8-9047-B53873AC82D6}" dt="2024-12-19T17:05:40.363" v="878" actId="1076"/>
          <ac:spMkLst>
            <pc:docMk/>
            <pc:sldMk cId="140199395" sldId="263"/>
            <ac:spMk id="2" creationId="{1E70DBCE-F39E-4EB7-97C3-08F1535C1100}"/>
          </ac:spMkLst>
        </pc:spChg>
        <pc:spChg chg="mod">
          <ac:chgData name="Artyom Gnevnov" userId="2f0d4a8a008de216" providerId="LiveId" clId="{9517263E-B82B-47C8-9047-B53873AC82D6}" dt="2024-12-19T17:18:43.729" v="1054" actId="404"/>
          <ac:spMkLst>
            <pc:docMk/>
            <pc:sldMk cId="140199395" sldId="263"/>
            <ac:spMk id="3" creationId="{02C12B95-7582-4294-BF6C-DBE4026E330B}"/>
          </ac:spMkLst>
        </pc:spChg>
        <pc:spChg chg="add mod">
          <ac:chgData name="Artyom Gnevnov" userId="2f0d4a8a008de216" providerId="LiveId" clId="{9517263E-B82B-47C8-9047-B53873AC82D6}" dt="2024-12-19T18:15:09.898" v="1083" actId="20577"/>
          <ac:spMkLst>
            <pc:docMk/>
            <pc:sldMk cId="140199395" sldId="263"/>
            <ac:spMk id="10" creationId="{47CF8B5A-A156-4AFD-A413-6F92D06B19C3}"/>
          </ac:spMkLst>
        </pc:spChg>
        <pc:spChg chg="add mod">
          <ac:chgData name="Artyom Gnevnov" userId="2f0d4a8a008de216" providerId="LiveId" clId="{9517263E-B82B-47C8-9047-B53873AC82D6}" dt="2024-12-19T17:14:01.685" v="1027"/>
          <ac:spMkLst>
            <pc:docMk/>
            <pc:sldMk cId="140199395" sldId="263"/>
            <ac:spMk id="22" creationId="{AA0CA73A-04E5-44BC-AE08-2E57503C7684}"/>
          </ac:spMkLst>
        </pc:spChg>
        <pc:picChg chg="add mod">
          <ac:chgData name="Artyom Gnevnov" userId="2f0d4a8a008de216" providerId="LiveId" clId="{9517263E-B82B-47C8-9047-B53873AC82D6}" dt="2024-12-19T16:58:28.675" v="784" actId="14100"/>
          <ac:picMkLst>
            <pc:docMk/>
            <pc:sldMk cId="140199395" sldId="263"/>
            <ac:picMk id="5" creationId="{FD9257C8-B776-4793-89A2-4AD61D73DECE}"/>
          </ac:picMkLst>
        </pc:picChg>
        <pc:picChg chg="add del">
          <ac:chgData name="Artyom Gnevnov" userId="2f0d4a8a008de216" providerId="LiveId" clId="{9517263E-B82B-47C8-9047-B53873AC82D6}" dt="2024-12-19T17:02:22.143" v="813" actId="22"/>
          <ac:picMkLst>
            <pc:docMk/>
            <pc:sldMk cId="140199395" sldId="263"/>
            <ac:picMk id="21" creationId="{F70159E9-85D0-40DA-9E2A-247D055D6BFD}"/>
          </ac:picMkLst>
        </pc:picChg>
        <pc:cxnChg chg="add mod">
          <ac:chgData name="Artyom Gnevnov" userId="2f0d4a8a008de216" providerId="LiveId" clId="{9517263E-B82B-47C8-9047-B53873AC82D6}" dt="2024-12-19T17:01:50.714" v="811" actId="208"/>
          <ac:cxnSpMkLst>
            <pc:docMk/>
            <pc:sldMk cId="140199395" sldId="263"/>
            <ac:cxnSpMk id="7" creationId="{10380CF3-7DF0-4F5C-A337-D272A6469499}"/>
          </ac:cxnSpMkLst>
        </pc:cxnChg>
        <pc:cxnChg chg="add mod">
          <ac:chgData name="Artyom Gnevnov" userId="2f0d4a8a008de216" providerId="LiveId" clId="{9517263E-B82B-47C8-9047-B53873AC82D6}" dt="2024-12-19T17:01:46.707" v="810" actId="208"/>
          <ac:cxnSpMkLst>
            <pc:docMk/>
            <pc:sldMk cId="140199395" sldId="263"/>
            <ac:cxnSpMk id="9" creationId="{0AA99740-962E-475F-A026-E61887E18C85}"/>
          </ac:cxnSpMkLst>
        </pc:cxnChg>
        <pc:cxnChg chg="add mod">
          <ac:chgData name="Artyom Gnevnov" userId="2f0d4a8a008de216" providerId="LiveId" clId="{9517263E-B82B-47C8-9047-B53873AC82D6}" dt="2024-12-19T17:01:41.886" v="809" actId="208"/>
          <ac:cxnSpMkLst>
            <pc:docMk/>
            <pc:sldMk cId="140199395" sldId="263"/>
            <ac:cxnSpMk id="12" creationId="{1DD4F729-B7C2-4855-A6B6-41EB336A7785}"/>
          </ac:cxnSpMkLst>
        </pc:cxnChg>
        <pc:cxnChg chg="add mod">
          <ac:chgData name="Artyom Gnevnov" userId="2f0d4a8a008de216" providerId="LiveId" clId="{9517263E-B82B-47C8-9047-B53873AC82D6}" dt="2024-12-19T17:01:36.391" v="808" actId="208"/>
          <ac:cxnSpMkLst>
            <pc:docMk/>
            <pc:sldMk cId="140199395" sldId="263"/>
            <ac:cxnSpMk id="16" creationId="{6D44359B-1CB9-4EDC-A2E2-83F9920B639C}"/>
          </ac:cxnSpMkLst>
        </pc:cxnChg>
      </pc:sldChg>
      <pc:sldChg chg="addSp modSp new mod">
        <pc:chgData name="Artyom Gnevnov" userId="2f0d4a8a008de216" providerId="LiveId" clId="{9517263E-B82B-47C8-9047-B53873AC82D6}" dt="2024-12-19T18:15:12.462" v="1085" actId="20577"/>
        <pc:sldMkLst>
          <pc:docMk/>
          <pc:sldMk cId="371805118" sldId="264"/>
        </pc:sldMkLst>
        <pc:spChg chg="mod">
          <ac:chgData name="Artyom Gnevnov" userId="2f0d4a8a008de216" providerId="LiveId" clId="{9517263E-B82B-47C8-9047-B53873AC82D6}" dt="2024-12-19T17:06:10.043" v="890" actId="20577"/>
          <ac:spMkLst>
            <pc:docMk/>
            <pc:sldMk cId="371805118" sldId="264"/>
            <ac:spMk id="2" creationId="{FEB811A8-6367-4A37-87A7-3B0B9E4FB9D4}"/>
          </ac:spMkLst>
        </pc:spChg>
        <pc:spChg chg="mod">
          <ac:chgData name="Artyom Gnevnov" userId="2f0d4a8a008de216" providerId="LiveId" clId="{9517263E-B82B-47C8-9047-B53873AC82D6}" dt="2024-12-19T17:18:58.317" v="1059" actId="14100"/>
          <ac:spMkLst>
            <pc:docMk/>
            <pc:sldMk cId="371805118" sldId="264"/>
            <ac:spMk id="3" creationId="{BC25551B-8916-4AB1-A7EC-91BF4C4012AD}"/>
          </ac:spMkLst>
        </pc:spChg>
        <pc:spChg chg="add mod">
          <ac:chgData name="Artyom Gnevnov" userId="2f0d4a8a008de216" providerId="LiveId" clId="{9517263E-B82B-47C8-9047-B53873AC82D6}" dt="2024-12-19T17:14:03.049" v="1028"/>
          <ac:spMkLst>
            <pc:docMk/>
            <pc:sldMk cId="371805118" sldId="264"/>
            <ac:spMk id="4" creationId="{AF95281B-2A68-4CE3-8A27-03EED13DE3DD}"/>
          </ac:spMkLst>
        </pc:spChg>
        <pc:spChg chg="add mod">
          <ac:chgData name="Artyom Gnevnov" userId="2f0d4a8a008de216" providerId="LiveId" clId="{9517263E-B82B-47C8-9047-B53873AC82D6}" dt="2024-12-19T18:15:12.462" v="1085" actId="20577"/>
          <ac:spMkLst>
            <pc:docMk/>
            <pc:sldMk cId="371805118" sldId="264"/>
            <ac:spMk id="5" creationId="{84ED79F2-2AD4-4941-85B8-BE6E00155DC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explosion val="6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8-2BED-4B34-B997-680D0A6F694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2BED-4B34-B997-680D0A6F694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6-2BED-4B34-B997-680D0A6F694C}"/>
              </c:ext>
            </c:extLst>
          </c:dPt>
          <c:dLbls>
            <c:dLbl>
              <c:idx val="0"/>
              <c:layout>
                <c:manualLayout>
                  <c:x val="-0.16426254921259842"/>
                  <c:y val="-9.1491852092255611E-3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BED-4B34-B997-680D0A6F694C}"/>
                </c:ext>
              </c:extLst>
            </c:dLbl>
            <c:dLbl>
              <c:idx val="1"/>
              <c:layout>
                <c:manualLayout>
                  <c:x val="0.14337967519685033"/>
                  <c:y val="-0.12226211082869105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BED-4B34-B997-680D0A6F694C}"/>
                </c:ext>
              </c:extLst>
            </c:dLbl>
            <c:dLbl>
              <c:idx val="2"/>
              <c:layout>
                <c:manualLayout>
                  <c:x val="9.1406988188976385E-2"/>
                  <c:y val="0.1600325768626111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BED-4B34-B997-680D0A6F69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Лист1!$A$2:$A$4</c:f>
              <c:strCache>
                <c:ptCount val="3"/>
                <c:pt idx="0">
                  <c:v>Разработка сайтов</c:v>
                </c:pt>
                <c:pt idx="1">
                  <c:v>Настройка CRM</c:v>
                </c:pt>
                <c:pt idx="2">
                  <c:v>Техническая поддержка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ED-4B34-B997-680D0A6F694C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ayout>
        <c:manualLayout>
          <c:xMode val="edge"/>
          <c:yMode val="edge"/>
          <c:x val="0.18445423228346453"/>
          <c:y val="0"/>
          <c:w val="0.81554576771653542"/>
          <c:h val="6.34843591256908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131A28-A424-4E41-B47E-C28A0BDBEEF4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C5F368-C681-4052-B096-3A0F8015AF3F}">
      <dgm:prSet phldrT="[Текст]"/>
      <dgm:spPr/>
      <dgm:t>
        <a:bodyPr/>
        <a:lstStyle/>
        <a:p>
          <a:r>
            <a:rPr lang="ru-RU" dirty="0"/>
            <a:t>Генеральный директор</a:t>
          </a:r>
          <a:endParaRPr lang="en-US" dirty="0"/>
        </a:p>
      </dgm:t>
    </dgm:pt>
    <dgm:pt modelId="{1F72F788-C320-41BA-9E69-12D637C908E3}" type="parTrans" cxnId="{18F634EE-DF2B-4E1B-A295-B82A9898716C}">
      <dgm:prSet/>
      <dgm:spPr/>
      <dgm:t>
        <a:bodyPr/>
        <a:lstStyle/>
        <a:p>
          <a:endParaRPr lang="en-US"/>
        </a:p>
      </dgm:t>
    </dgm:pt>
    <dgm:pt modelId="{4D1C77E1-EFB8-4F54-B225-6C02DC0B0BE0}" type="sibTrans" cxnId="{18F634EE-DF2B-4E1B-A295-B82A9898716C}">
      <dgm:prSet/>
      <dgm:spPr/>
      <dgm:t>
        <a:bodyPr/>
        <a:lstStyle/>
        <a:p>
          <a:endParaRPr lang="en-US"/>
        </a:p>
      </dgm:t>
    </dgm:pt>
    <dgm:pt modelId="{E791FE9B-D4B2-45CD-81A7-A0670346E957}" type="asst">
      <dgm:prSet phldrT="[Текст]"/>
      <dgm:spPr/>
      <dgm:t>
        <a:bodyPr/>
        <a:lstStyle/>
        <a:p>
          <a:r>
            <a:rPr lang="ru-RU" dirty="0"/>
            <a:t>Отдел разработки</a:t>
          </a:r>
          <a:endParaRPr lang="en-US" dirty="0"/>
        </a:p>
      </dgm:t>
    </dgm:pt>
    <dgm:pt modelId="{D7FBF742-50B9-408D-9895-EC1BD4160880}" type="parTrans" cxnId="{6F4F19D5-4F26-4993-9CDD-A7A1C4C819F1}">
      <dgm:prSet/>
      <dgm:spPr/>
      <dgm:t>
        <a:bodyPr/>
        <a:lstStyle/>
        <a:p>
          <a:endParaRPr lang="en-US"/>
        </a:p>
      </dgm:t>
    </dgm:pt>
    <dgm:pt modelId="{472BCCC4-8197-4020-BA89-D3F83FD5C1AA}" type="sibTrans" cxnId="{6F4F19D5-4F26-4993-9CDD-A7A1C4C819F1}">
      <dgm:prSet/>
      <dgm:spPr/>
      <dgm:t>
        <a:bodyPr/>
        <a:lstStyle/>
        <a:p>
          <a:endParaRPr lang="en-US"/>
        </a:p>
      </dgm:t>
    </dgm:pt>
    <dgm:pt modelId="{2EF2E66A-EABF-4E9C-B29B-8DA50EF48F3F}" type="asst">
      <dgm:prSet phldrT="[Текст]"/>
      <dgm:spPr/>
      <dgm:t>
        <a:bodyPr/>
        <a:lstStyle/>
        <a:p>
          <a:r>
            <a:rPr lang="ru-RU" dirty="0"/>
            <a:t>Отдел поддержки клиентов</a:t>
          </a:r>
          <a:endParaRPr lang="en-US" dirty="0"/>
        </a:p>
      </dgm:t>
    </dgm:pt>
    <dgm:pt modelId="{E06F6BE3-E3C5-408D-B5B1-72D6482EDE1F}" type="parTrans" cxnId="{C13B8E97-87CA-4195-88FE-E24E070212B6}">
      <dgm:prSet/>
      <dgm:spPr/>
      <dgm:t>
        <a:bodyPr/>
        <a:lstStyle/>
        <a:p>
          <a:endParaRPr lang="en-US"/>
        </a:p>
      </dgm:t>
    </dgm:pt>
    <dgm:pt modelId="{1EAD10B8-DFE5-4AFB-B1B3-AF70D6AA8551}" type="sibTrans" cxnId="{C13B8E97-87CA-4195-88FE-E24E070212B6}">
      <dgm:prSet/>
      <dgm:spPr/>
      <dgm:t>
        <a:bodyPr/>
        <a:lstStyle/>
        <a:p>
          <a:endParaRPr lang="en-US"/>
        </a:p>
      </dgm:t>
    </dgm:pt>
    <dgm:pt modelId="{1FCA5C2A-D00A-47DB-94D8-296A5C0F07A1}" type="asst">
      <dgm:prSet phldrT="[Текст]"/>
      <dgm:spPr/>
      <dgm:t>
        <a:bodyPr/>
        <a:lstStyle/>
        <a:p>
          <a:r>
            <a:rPr lang="ru-RU" dirty="0"/>
            <a:t>Отдел маркетинга</a:t>
          </a:r>
          <a:endParaRPr lang="en-US" dirty="0"/>
        </a:p>
      </dgm:t>
    </dgm:pt>
    <dgm:pt modelId="{697EFD5A-53A4-4369-8BB5-0A5D52B3F5C4}" type="parTrans" cxnId="{E5E3835F-531F-4343-9DAD-8BFBBC38D11C}">
      <dgm:prSet/>
      <dgm:spPr/>
      <dgm:t>
        <a:bodyPr/>
        <a:lstStyle/>
        <a:p>
          <a:endParaRPr lang="en-US"/>
        </a:p>
      </dgm:t>
    </dgm:pt>
    <dgm:pt modelId="{FAE695C0-AF29-4C59-BE9F-D2EF3155D4F3}" type="sibTrans" cxnId="{E5E3835F-531F-4343-9DAD-8BFBBC38D11C}">
      <dgm:prSet/>
      <dgm:spPr/>
      <dgm:t>
        <a:bodyPr/>
        <a:lstStyle/>
        <a:p>
          <a:endParaRPr lang="en-US"/>
        </a:p>
      </dgm:t>
    </dgm:pt>
    <dgm:pt modelId="{6BA9870F-5611-4665-90BC-D75E3670A0FD}" type="asst">
      <dgm:prSet phldrT="[Текст]"/>
      <dgm:spPr/>
      <dgm:t>
        <a:bodyPr/>
        <a:lstStyle/>
        <a:p>
          <a:r>
            <a:rPr lang="ru-RU" dirty="0"/>
            <a:t>Руководитель отдела</a:t>
          </a:r>
          <a:endParaRPr lang="en-US" dirty="0"/>
        </a:p>
      </dgm:t>
    </dgm:pt>
    <dgm:pt modelId="{087B0C8B-1869-48FE-B559-9D68EF0AF7DE}" type="parTrans" cxnId="{F7295618-3905-4F1B-91A0-1191C719ADE9}">
      <dgm:prSet/>
      <dgm:spPr/>
      <dgm:t>
        <a:bodyPr/>
        <a:lstStyle/>
        <a:p>
          <a:endParaRPr lang="en-US"/>
        </a:p>
      </dgm:t>
    </dgm:pt>
    <dgm:pt modelId="{416F8612-5676-44DF-ABDA-1476FBAF5A03}" type="sibTrans" cxnId="{F7295618-3905-4F1B-91A0-1191C719ADE9}">
      <dgm:prSet/>
      <dgm:spPr/>
      <dgm:t>
        <a:bodyPr/>
        <a:lstStyle/>
        <a:p>
          <a:endParaRPr lang="en-US"/>
        </a:p>
      </dgm:t>
    </dgm:pt>
    <dgm:pt modelId="{3F369999-2A0F-4B78-8ADB-D233F28BE008}" type="asst">
      <dgm:prSet phldrT="[Текст]"/>
      <dgm:spPr/>
      <dgm:t>
        <a:bodyPr/>
        <a:lstStyle/>
        <a:p>
          <a:r>
            <a:rPr lang="ru-RU" dirty="0"/>
            <a:t>Главный программист</a:t>
          </a:r>
          <a:endParaRPr lang="en-US" dirty="0"/>
        </a:p>
      </dgm:t>
    </dgm:pt>
    <dgm:pt modelId="{E026959F-B463-456A-B268-BD8605823DB4}" type="parTrans" cxnId="{8EA16022-BCD3-4FC6-90EF-21B6B6B1A261}">
      <dgm:prSet/>
      <dgm:spPr/>
      <dgm:t>
        <a:bodyPr/>
        <a:lstStyle/>
        <a:p>
          <a:endParaRPr lang="en-US"/>
        </a:p>
      </dgm:t>
    </dgm:pt>
    <dgm:pt modelId="{F7A9B3CF-36FD-4F68-8ABB-87D8A374C463}" type="sibTrans" cxnId="{8EA16022-BCD3-4FC6-90EF-21B6B6B1A261}">
      <dgm:prSet/>
      <dgm:spPr/>
      <dgm:t>
        <a:bodyPr/>
        <a:lstStyle/>
        <a:p>
          <a:endParaRPr lang="en-US"/>
        </a:p>
      </dgm:t>
    </dgm:pt>
    <dgm:pt modelId="{D434509D-47B5-4FEA-96C4-B495733BE72B}" type="asst">
      <dgm:prSet phldrT="[Текст]"/>
      <dgm:spPr/>
      <dgm:t>
        <a:bodyPr/>
        <a:lstStyle/>
        <a:p>
          <a:r>
            <a:rPr lang="ru-RU" dirty="0"/>
            <a:t>Младший программист</a:t>
          </a:r>
          <a:endParaRPr lang="en-US" dirty="0"/>
        </a:p>
      </dgm:t>
    </dgm:pt>
    <dgm:pt modelId="{115A8527-6392-4A55-9E62-E19BF5D1216B}" type="parTrans" cxnId="{EA94868E-DFDE-4F87-AA2D-B355B6F86F4F}">
      <dgm:prSet/>
      <dgm:spPr/>
      <dgm:t>
        <a:bodyPr/>
        <a:lstStyle/>
        <a:p>
          <a:endParaRPr lang="en-US"/>
        </a:p>
      </dgm:t>
    </dgm:pt>
    <dgm:pt modelId="{F6760476-F242-4121-A8DF-3467662B9EE9}" type="sibTrans" cxnId="{EA94868E-DFDE-4F87-AA2D-B355B6F86F4F}">
      <dgm:prSet/>
      <dgm:spPr/>
      <dgm:t>
        <a:bodyPr/>
        <a:lstStyle/>
        <a:p>
          <a:endParaRPr lang="en-US"/>
        </a:p>
      </dgm:t>
    </dgm:pt>
    <dgm:pt modelId="{C7FBE7B3-AC00-496F-912A-3CF21C073822}" type="asst">
      <dgm:prSet phldrT="[Текст]"/>
      <dgm:spPr/>
      <dgm:t>
        <a:bodyPr/>
        <a:lstStyle/>
        <a:p>
          <a:r>
            <a:rPr lang="ru-RU" dirty="0"/>
            <a:t>Стажер</a:t>
          </a:r>
          <a:endParaRPr lang="en-US" dirty="0"/>
        </a:p>
      </dgm:t>
    </dgm:pt>
    <dgm:pt modelId="{310A5EEA-E269-45DD-88A2-8B43957F7A22}" type="parTrans" cxnId="{F753495A-39FB-44B2-92B1-96F422355BEF}">
      <dgm:prSet/>
      <dgm:spPr/>
      <dgm:t>
        <a:bodyPr/>
        <a:lstStyle/>
        <a:p>
          <a:endParaRPr lang="en-US"/>
        </a:p>
      </dgm:t>
    </dgm:pt>
    <dgm:pt modelId="{6FA27130-7822-4ABB-83EF-9C850408D997}" type="sibTrans" cxnId="{F753495A-39FB-44B2-92B1-96F422355BEF}">
      <dgm:prSet/>
      <dgm:spPr/>
      <dgm:t>
        <a:bodyPr/>
        <a:lstStyle/>
        <a:p>
          <a:endParaRPr lang="en-US"/>
        </a:p>
      </dgm:t>
    </dgm:pt>
    <dgm:pt modelId="{D62ACFBC-D2BC-4EE6-8E27-FBDD6DC318DC}" type="asst">
      <dgm:prSet phldrT="[Текст]"/>
      <dgm:spPr/>
      <dgm:t>
        <a:bodyPr/>
        <a:lstStyle/>
        <a:p>
          <a:r>
            <a:rPr lang="ru-RU" dirty="0"/>
            <a:t>Руководитель отдела</a:t>
          </a:r>
          <a:endParaRPr lang="en-US" dirty="0"/>
        </a:p>
      </dgm:t>
    </dgm:pt>
    <dgm:pt modelId="{88F2BC0E-0E0F-434A-9B1C-6271FDF852CB}" type="parTrans" cxnId="{8261545E-6805-4961-BD07-8A0DBB7DD102}">
      <dgm:prSet/>
      <dgm:spPr/>
      <dgm:t>
        <a:bodyPr/>
        <a:lstStyle/>
        <a:p>
          <a:endParaRPr lang="en-US"/>
        </a:p>
      </dgm:t>
    </dgm:pt>
    <dgm:pt modelId="{42AE6A38-DA28-4ED5-BE58-8EC5D9690F72}" type="sibTrans" cxnId="{8261545E-6805-4961-BD07-8A0DBB7DD102}">
      <dgm:prSet/>
      <dgm:spPr/>
      <dgm:t>
        <a:bodyPr/>
        <a:lstStyle/>
        <a:p>
          <a:endParaRPr lang="en-US"/>
        </a:p>
      </dgm:t>
    </dgm:pt>
    <dgm:pt modelId="{23C91CAE-8232-4AEE-85E3-2F9FA5145E68}" type="asst">
      <dgm:prSet phldrT="[Текст]"/>
      <dgm:spPr/>
      <dgm:t>
        <a:bodyPr/>
        <a:lstStyle/>
        <a:p>
          <a:r>
            <a:rPr lang="ru-RU" dirty="0"/>
            <a:t>Старший специалист по поддержке</a:t>
          </a:r>
          <a:endParaRPr lang="en-US" dirty="0"/>
        </a:p>
      </dgm:t>
    </dgm:pt>
    <dgm:pt modelId="{DD003328-E2C2-4EB2-9612-235508FC9B19}" type="parTrans" cxnId="{B0E3E9FB-2688-4896-A9CB-918F75B29546}">
      <dgm:prSet/>
      <dgm:spPr/>
      <dgm:t>
        <a:bodyPr/>
        <a:lstStyle/>
        <a:p>
          <a:endParaRPr lang="en-US"/>
        </a:p>
      </dgm:t>
    </dgm:pt>
    <dgm:pt modelId="{A9168F05-0457-45F1-B365-3DBDCDC3CF17}" type="sibTrans" cxnId="{B0E3E9FB-2688-4896-A9CB-918F75B29546}">
      <dgm:prSet/>
      <dgm:spPr/>
      <dgm:t>
        <a:bodyPr/>
        <a:lstStyle/>
        <a:p>
          <a:endParaRPr lang="en-US"/>
        </a:p>
      </dgm:t>
    </dgm:pt>
    <dgm:pt modelId="{49584DB4-970E-4352-AEA5-08EF35680950}" type="asst">
      <dgm:prSet phldrT="[Текст]"/>
      <dgm:spPr/>
      <dgm:t>
        <a:bodyPr/>
        <a:lstStyle/>
        <a:p>
          <a:r>
            <a:rPr lang="ru-RU" dirty="0"/>
            <a:t>Младший специалист по поддержке</a:t>
          </a:r>
          <a:endParaRPr lang="en-US" dirty="0"/>
        </a:p>
      </dgm:t>
    </dgm:pt>
    <dgm:pt modelId="{FABE525B-FEA6-4267-8731-F73D4533C81D}" type="parTrans" cxnId="{FBE56211-804D-4CA2-BAE4-C17606470FAA}">
      <dgm:prSet/>
      <dgm:spPr/>
      <dgm:t>
        <a:bodyPr/>
        <a:lstStyle/>
        <a:p>
          <a:endParaRPr lang="en-US"/>
        </a:p>
      </dgm:t>
    </dgm:pt>
    <dgm:pt modelId="{8D665D04-B204-4551-925D-71F34A425F19}" type="sibTrans" cxnId="{FBE56211-804D-4CA2-BAE4-C17606470FAA}">
      <dgm:prSet/>
      <dgm:spPr/>
      <dgm:t>
        <a:bodyPr/>
        <a:lstStyle/>
        <a:p>
          <a:endParaRPr lang="en-US"/>
        </a:p>
      </dgm:t>
    </dgm:pt>
    <dgm:pt modelId="{C276ADC7-BD10-4474-B190-9901B8F92AA1}" type="asst">
      <dgm:prSet phldrT="[Текст]"/>
      <dgm:spPr/>
      <dgm:t>
        <a:bodyPr/>
        <a:lstStyle/>
        <a:p>
          <a:r>
            <a:rPr lang="ru-RU"/>
            <a:t>Директор по маркетингу</a:t>
          </a:r>
          <a:endParaRPr lang="en-US" dirty="0"/>
        </a:p>
      </dgm:t>
    </dgm:pt>
    <dgm:pt modelId="{BB802187-6660-4441-AC9C-BDB0F30ECB56}" type="parTrans" cxnId="{A38CA522-6F6D-4960-B899-FAFE4D8D5A0E}">
      <dgm:prSet/>
      <dgm:spPr/>
      <dgm:t>
        <a:bodyPr/>
        <a:lstStyle/>
        <a:p>
          <a:endParaRPr lang="en-US"/>
        </a:p>
      </dgm:t>
    </dgm:pt>
    <dgm:pt modelId="{0934E4D6-279C-4E7F-85CD-F23DFFF8D73C}" type="sibTrans" cxnId="{A38CA522-6F6D-4960-B899-FAFE4D8D5A0E}">
      <dgm:prSet/>
      <dgm:spPr/>
      <dgm:t>
        <a:bodyPr/>
        <a:lstStyle/>
        <a:p>
          <a:endParaRPr lang="en-US"/>
        </a:p>
      </dgm:t>
    </dgm:pt>
    <dgm:pt modelId="{5DB6E7FC-8E86-4CFA-903C-052AC3B562D9}" type="asst">
      <dgm:prSet phldrT="[Текст]"/>
      <dgm:spPr/>
      <dgm:t>
        <a:bodyPr/>
        <a:lstStyle/>
        <a:p>
          <a:r>
            <a:rPr lang="ru-RU"/>
            <a:t>Аналитик</a:t>
          </a:r>
          <a:endParaRPr lang="en-US" dirty="0"/>
        </a:p>
      </dgm:t>
    </dgm:pt>
    <dgm:pt modelId="{9360A5A8-DF18-4D2C-A9B5-04AFDE43DD4D}" type="parTrans" cxnId="{2F2A23AC-890A-451E-9BFC-4FAB05D132C5}">
      <dgm:prSet/>
      <dgm:spPr/>
      <dgm:t>
        <a:bodyPr/>
        <a:lstStyle/>
        <a:p>
          <a:endParaRPr lang="en-US"/>
        </a:p>
      </dgm:t>
    </dgm:pt>
    <dgm:pt modelId="{4058D9A2-4292-4A5D-B76E-0F978ABCFB32}" type="sibTrans" cxnId="{2F2A23AC-890A-451E-9BFC-4FAB05D132C5}">
      <dgm:prSet/>
      <dgm:spPr/>
      <dgm:t>
        <a:bodyPr/>
        <a:lstStyle/>
        <a:p>
          <a:endParaRPr lang="en-US"/>
        </a:p>
      </dgm:t>
    </dgm:pt>
    <dgm:pt modelId="{D830A7FA-2020-4245-84A0-4BBDA1428D7C}" type="asst">
      <dgm:prSet phldrT="[Текст]"/>
      <dgm:spPr/>
      <dgm:t>
        <a:bodyPr/>
        <a:lstStyle/>
        <a:p>
          <a:r>
            <a:rPr lang="ru-RU" dirty="0"/>
            <a:t>Бухгалтерия</a:t>
          </a:r>
          <a:endParaRPr lang="en-US" dirty="0"/>
        </a:p>
      </dgm:t>
    </dgm:pt>
    <dgm:pt modelId="{35BD7FC8-F834-4574-A430-8815B5F06414}" type="sibTrans" cxnId="{83AC0AD1-4E45-4BB6-A39A-ACC93E9D89AA}">
      <dgm:prSet/>
      <dgm:spPr/>
      <dgm:t>
        <a:bodyPr/>
        <a:lstStyle/>
        <a:p>
          <a:endParaRPr lang="en-US"/>
        </a:p>
      </dgm:t>
    </dgm:pt>
    <dgm:pt modelId="{E8069FC4-8382-4E07-87F1-8035DF572B01}" type="parTrans" cxnId="{83AC0AD1-4E45-4BB6-A39A-ACC93E9D89AA}">
      <dgm:prSet/>
      <dgm:spPr/>
      <dgm:t>
        <a:bodyPr/>
        <a:lstStyle/>
        <a:p>
          <a:endParaRPr lang="en-US"/>
        </a:p>
      </dgm:t>
    </dgm:pt>
    <dgm:pt modelId="{3728E84C-6DE8-46ED-9F5D-C6E054D1DE83}" type="asst">
      <dgm:prSet phldrT="[Текст]"/>
      <dgm:spPr/>
      <dgm:t>
        <a:bodyPr/>
        <a:lstStyle/>
        <a:p>
          <a:r>
            <a:rPr lang="ru-RU" dirty="0"/>
            <a:t>Финансовый директор</a:t>
          </a:r>
          <a:endParaRPr lang="en-US" dirty="0"/>
        </a:p>
      </dgm:t>
    </dgm:pt>
    <dgm:pt modelId="{4C047AD8-65AD-491C-9BB5-0C26A01CE9A6}" type="parTrans" cxnId="{97BB28EC-8EF8-49C7-82C0-35B41A30069A}">
      <dgm:prSet/>
      <dgm:spPr/>
      <dgm:t>
        <a:bodyPr/>
        <a:lstStyle/>
        <a:p>
          <a:endParaRPr lang="en-US"/>
        </a:p>
      </dgm:t>
    </dgm:pt>
    <dgm:pt modelId="{A07CD5F4-2A3B-4B16-BAA0-DDE1B63D3A14}" type="sibTrans" cxnId="{97BB28EC-8EF8-49C7-82C0-35B41A30069A}">
      <dgm:prSet/>
      <dgm:spPr/>
      <dgm:t>
        <a:bodyPr/>
        <a:lstStyle/>
        <a:p>
          <a:endParaRPr lang="en-US"/>
        </a:p>
      </dgm:t>
    </dgm:pt>
    <dgm:pt modelId="{1346B340-C378-4540-B3C2-B50B07EA5981}" type="asst">
      <dgm:prSet phldrT="[Текст]"/>
      <dgm:spPr/>
      <dgm:t>
        <a:bodyPr/>
        <a:lstStyle/>
        <a:p>
          <a:r>
            <a:rPr lang="ru-RU" dirty="0"/>
            <a:t>Бухгалтер</a:t>
          </a:r>
          <a:endParaRPr lang="en-US" dirty="0"/>
        </a:p>
      </dgm:t>
    </dgm:pt>
    <dgm:pt modelId="{351270EE-4080-4C87-A114-528A36EF29D6}" type="parTrans" cxnId="{9ABE21A6-C87D-4BD1-9CFB-D8578C651940}">
      <dgm:prSet/>
      <dgm:spPr/>
      <dgm:t>
        <a:bodyPr/>
        <a:lstStyle/>
        <a:p>
          <a:endParaRPr lang="en-US"/>
        </a:p>
      </dgm:t>
    </dgm:pt>
    <dgm:pt modelId="{1F50C76E-54BB-49D4-8FD0-5E5F908FDE8E}" type="sibTrans" cxnId="{9ABE21A6-C87D-4BD1-9CFB-D8578C651940}">
      <dgm:prSet/>
      <dgm:spPr/>
      <dgm:t>
        <a:bodyPr/>
        <a:lstStyle/>
        <a:p>
          <a:endParaRPr lang="en-US"/>
        </a:p>
      </dgm:t>
    </dgm:pt>
    <dgm:pt modelId="{BA899DFF-57E5-4FD3-A14E-ED5BE4EFA48C}" type="pres">
      <dgm:prSet presAssocID="{52131A28-A424-4E41-B47E-C28A0BDBEEF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B13B484-E441-43CF-9543-95F96D473543}" type="pres">
      <dgm:prSet presAssocID="{48C5F368-C681-4052-B096-3A0F8015AF3F}" presName="hierRoot1" presStyleCnt="0">
        <dgm:presLayoutVars>
          <dgm:hierBranch val="init"/>
        </dgm:presLayoutVars>
      </dgm:prSet>
      <dgm:spPr/>
    </dgm:pt>
    <dgm:pt modelId="{7365CC60-EED1-40A7-BE27-6E4EF28F1084}" type="pres">
      <dgm:prSet presAssocID="{48C5F368-C681-4052-B096-3A0F8015AF3F}" presName="rootComposite1" presStyleCnt="0"/>
      <dgm:spPr/>
    </dgm:pt>
    <dgm:pt modelId="{D3A1523F-49BB-4CEA-8695-B2331B958B06}" type="pres">
      <dgm:prSet presAssocID="{48C5F368-C681-4052-B096-3A0F8015AF3F}" presName="rootText1" presStyleLbl="node0" presStyleIdx="0" presStyleCnt="1">
        <dgm:presLayoutVars>
          <dgm:chPref val="3"/>
        </dgm:presLayoutVars>
      </dgm:prSet>
      <dgm:spPr/>
    </dgm:pt>
    <dgm:pt modelId="{D208A4AA-20F2-4B17-8EC7-C5A83EAE5E71}" type="pres">
      <dgm:prSet presAssocID="{48C5F368-C681-4052-B096-3A0F8015AF3F}" presName="rootConnector1" presStyleLbl="node1" presStyleIdx="0" presStyleCnt="0"/>
      <dgm:spPr/>
    </dgm:pt>
    <dgm:pt modelId="{98CE3E71-EB8A-4158-9771-453A0B28DCE9}" type="pres">
      <dgm:prSet presAssocID="{48C5F368-C681-4052-B096-3A0F8015AF3F}" presName="hierChild2" presStyleCnt="0"/>
      <dgm:spPr/>
    </dgm:pt>
    <dgm:pt modelId="{4D56F0D1-1562-49C8-B788-179F8DF69DB8}" type="pres">
      <dgm:prSet presAssocID="{48C5F368-C681-4052-B096-3A0F8015AF3F}" presName="hierChild3" presStyleCnt="0"/>
      <dgm:spPr/>
    </dgm:pt>
    <dgm:pt modelId="{9BA43684-D718-4061-B9DD-180E06D0FF9C}" type="pres">
      <dgm:prSet presAssocID="{D7FBF742-50B9-408D-9895-EC1BD4160880}" presName="Name111" presStyleLbl="parChTrans1D2" presStyleIdx="0" presStyleCnt="4"/>
      <dgm:spPr/>
    </dgm:pt>
    <dgm:pt modelId="{56E01C9F-02EA-453E-8244-BFD98141E88C}" type="pres">
      <dgm:prSet presAssocID="{E791FE9B-D4B2-45CD-81A7-A0670346E957}" presName="hierRoot3" presStyleCnt="0">
        <dgm:presLayoutVars>
          <dgm:hierBranch val="init"/>
        </dgm:presLayoutVars>
      </dgm:prSet>
      <dgm:spPr/>
    </dgm:pt>
    <dgm:pt modelId="{C3D4FA0D-3FB2-4D9C-9E7B-407B6241FD4C}" type="pres">
      <dgm:prSet presAssocID="{E791FE9B-D4B2-45CD-81A7-A0670346E957}" presName="rootComposite3" presStyleCnt="0"/>
      <dgm:spPr/>
    </dgm:pt>
    <dgm:pt modelId="{8978E9A8-AD52-4DA4-9A45-E9BF710EAD7B}" type="pres">
      <dgm:prSet presAssocID="{E791FE9B-D4B2-45CD-81A7-A0670346E957}" presName="rootText3" presStyleLbl="asst1" presStyleIdx="0" presStyleCnt="15">
        <dgm:presLayoutVars>
          <dgm:chPref val="3"/>
        </dgm:presLayoutVars>
      </dgm:prSet>
      <dgm:spPr/>
    </dgm:pt>
    <dgm:pt modelId="{76195216-F04A-4A57-843C-67F30CF886E7}" type="pres">
      <dgm:prSet presAssocID="{E791FE9B-D4B2-45CD-81A7-A0670346E957}" presName="rootConnector3" presStyleLbl="asst1" presStyleIdx="0" presStyleCnt="15"/>
      <dgm:spPr/>
    </dgm:pt>
    <dgm:pt modelId="{EE5E53A6-52E1-4460-ADB3-CF27125305E9}" type="pres">
      <dgm:prSet presAssocID="{E791FE9B-D4B2-45CD-81A7-A0670346E957}" presName="hierChild6" presStyleCnt="0"/>
      <dgm:spPr/>
    </dgm:pt>
    <dgm:pt modelId="{FF119A33-402F-460A-AA15-17FD9480D151}" type="pres">
      <dgm:prSet presAssocID="{E791FE9B-D4B2-45CD-81A7-A0670346E957}" presName="hierChild7" presStyleCnt="0"/>
      <dgm:spPr/>
    </dgm:pt>
    <dgm:pt modelId="{950266AB-4BC2-45AA-8ACD-C065342701B1}" type="pres">
      <dgm:prSet presAssocID="{087B0C8B-1869-48FE-B559-9D68EF0AF7DE}" presName="Name111" presStyleLbl="parChTrans1D3" presStyleIdx="0" presStyleCnt="11"/>
      <dgm:spPr/>
    </dgm:pt>
    <dgm:pt modelId="{5DA0E5ED-603E-4464-A314-E53D0C1A354D}" type="pres">
      <dgm:prSet presAssocID="{6BA9870F-5611-4665-90BC-D75E3670A0FD}" presName="hierRoot3" presStyleCnt="0">
        <dgm:presLayoutVars>
          <dgm:hierBranch val="init"/>
        </dgm:presLayoutVars>
      </dgm:prSet>
      <dgm:spPr/>
    </dgm:pt>
    <dgm:pt modelId="{C95954FA-79B7-4F0F-994F-9D1C71DC5C30}" type="pres">
      <dgm:prSet presAssocID="{6BA9870F-5611-4665-90BC-D75E3670A0FD}" presName="rootComposite3" presStyleCnt="0"/>
      <dgm:spPr/>
    </dgm:pt>
    <dgm:pt modelId="{99071ED7-1CFB-4F13-9C1F-8783D318FD4B}" type="pres">
      <dgm:prSet presAssocID="{6BA9870F-5611-4665-90BC-D75E3670A0FD}" presName="rootText3" presStyleLbl="asst1" presStyleIdx="1" presStyleCnt="15">
        <dgm:presLayoutVars>
          <dgm:chPref val="3"/>
        </dgm:presLayoutVars>
      </dgm:prSet>
      <dgm:spPr/>
    </dgm:pt>
    <dgm:pt modelId="{4AA497BE-F07B-4DB2-9743-03E3012018C7}" type="pres">
      <dgm:prSet presAssocID="{6BA9870F-5611-4665-90BC-D75E3670A0FD}" presName="rootConnector3" presStyleLbl="asst1" presStyleIdx="1" presStyleCnt="15"/>
      <dgm:spPr/>
    </dgm:pt>
    <dgm:pt modelId="{F2084BCC-0BEE-43E2-AD40-CE4576D8A8B7}" type="pres">
      <dgm:prSet presAssocID="{6BA9870F-5611-4665-90BC-D75E3670A0FD}" presName="hierChild6" presStyleCnt="0"/>
      <dgm:spPr/>
    </dgm:pt>
    <dgm:pt modelId="{A445386F-FCD2-44A5-AA0B-C0E6A3B3992C}" type="pres">
      <dgm:prSet presAssocID="{6BA9870F-5611-4665-90BC-D75E3670A0FD}" presName="hierChild7" presStyleCnt="0"/>
      <dgm:spPr/>
    </dgm:pt>
    <dgm:pt modelId="{2080E620-9DEB-49B4-8BA5-8CD252656FB9}" type="pres">
      <dgm:prSet presAssocID="{E026959F-B463-456A-B268-BD8605823DB4}" presName="Name111" presStyleLbl="parChTrans1D3" presStyleIdx="1" presStyleCnt="11"/>
      <dgm:spPr/>
    </dgm:pt>
    <dgm:pt modelId="{9AFF40E3-9714-43E2-825A-E735047D84F0}" type="pres">
      <dgm:prSet presAssocID="{3F369999-2A0F-4B78-8ADB-D233F28BE008}" presName="hierRoot3" presStyleCnt="0">
        <dgm:presLayoutVars>
          <dgm:hierBranch val="init"/>
        </dgm:presLayoutVars>
      </dgm:prSet>
      <dgm:spPr/>
    </dgm:pt>
    <dgm:pt modelId="{9FEE59E6-1A2F-4610-A905-F11B3A04FD7A}" type="pres">
      <dgm:prSet presAssocID="{3F369999-2A0F-4B78-8ADB-D233F28BE008}" presName="rootComposite3" presStyleCnt="0"/>
      <dgm:spPr/>
    </dgm:pt>
    <dgm:pt modelId="{B6E6FF56-CED0-4C5E-927A-819FE4AB0AE1}" type="pres">
      <dgm:prSet presAssocID="{3F369999-2A0F-4B78-8ADB-D233F28BE008}" presName="rootText3" presStyleLbl="asst1" presStyleIdx="2" presStyleCnt="15">
        <dgm:presLayoutVars>
          <dgm:chPref val="3"/>
        </dgm:presLayoutVars>
      </dgm:prSet>
      <dgm:spPr/>
    </dgm:pt>
    <dgm:pt modelId="{830F0B76-6E58-4B37-96CC-05C87F21B6DD}" type="pres">
      <dgm:prSet presAssocID="{3F369999-2A0F-4B78-8ADB-D233F28BE008}" presName="rootConnector3" presStyleLbl="asst1" presStyleIdx="2" presStyleCnt="15"/>
      <dgm:spPr/>
    </dgm:pt>
    <dgm:pt modelId="{3168BAFC-02AE-457B-B09C-02ED35C59F78}" type="pres">
      <dgm:prSet presAssocID="{3F369999-2A0F-4B78-8ADB-D233F28BE008}" presName="hierChild6" presStyleCnt="0"/>
      <dgm:spPr/>
    </dgm:pt>
    <dgm:pt modelId="{59208B4E-01A0-4557-A688-C1B427C3028F}" type="pres">
      <dgm:prSet presAssocID="{3F369999-2A0F-4B78-8ADB-D233F28BE008}" presName="hierChild7" presStyleCnt="0"/>
      <dgm:spPr/>
    </dgm:pt>
    <dgm:pt modelId="{5284E866-0F9B-4242-A6AA-9CFDEA6064BB}" type="pres">
      <dgm:prSet presAssocID="{115A8527-6392-4A55-9E62-E19BF5D1216B}" presName="Name111" presStyleLbl="parChTrans1D3" presStyleIdx="2" presStyleCnt="11"/>
      <dgm:spPr/>
    </dgm:pt>
    <dgm:pt modelId="{1F9F8881-42D1-4B2E-AF4F-CDB4E34A1100}" type="pres">
      <dgm:prSet presAssocID="{D434509D-47B5-4FEA-96C4-B495733BE72B}" presName="hierRoot3" presStyleCnt="0">
        <dgm:presLayoutVars>
          <dgm:hierBranch val="init"/>
        </dgm:presLayoutVars>
      </dgm:prSet>
      <dgm:spPr/>
    </dgm:pt>
    <dgm:pt modelId="{A56653E4-5790-4B0B-9741-568650DE4387}" type="pres">
      <dgm:prSet presAssocID="{D434509D-47B5-4FEA-96C4-B495733BE72B}" presName="rootComposite3" presStyleCnt="0"/>
      <dgm:spPr/>
    </dgm:pt>
    <dgm:pt modelId="{5DFD3409-AC85-494B-89FC-19BC990252FD}" type="pres">
      <dgm:prSet presAssocID="{D434509D-47B5-4FEA-96C4-B495733BE72B}" presName="rootText3" presStyleLbl="asst1" presStyleIdx="3" presStyleCnt="15">
        <dgm:presLayoutVars>
          <dgm:chPref val="3"/>
        </dgm:presLayoutVars>
      </dgm:prSet>
      <dgm:spPr/>
    </dgm:pt>
    <dgm:pt modelId="{6E0A31F3-68FF-446E-BFE4-058B8B7957B0}" type="pres">
      <dgm:prSet presAssocID="{D434509D-47B5-4FEA-96C4-B495733BE72B}" presName="rootConnector3" presStyleLbl="asst1" presStyleIdx="3" presStyleCnt="15"/>
      <dgm:spPr/>
    </dgm:pt>
    <dgm:pt modelId="{89557DE5-4E2D-4AFA-88D3-D32AD05F38E7}" type="pres">
      <dgm:prSet presAssocID="{D434509D-47B5-4FEA-96C4-B495733BE72B}" presName="hierChild6" presStyleCnt="0"/>
      <dgm:spPr/>
    </dgm:pt>
    <dgm:pt modelId="{6CD12FDE-03FD-40F0-A5C1-2D989083270C}" type="pres">
      <dgm:prSet presAssocID="{D434509D-47B5-4FEA-96C4-B495733BE72B}" presName="hierChild7" presStyleCnt="0"/>
      <dgm:spPr/>
    </dgm:pt>
    <dgm:pt modelId="{B5584A93-75F3-4CD0-9520-708788790820}" type="pres">
      <dgm:prSet presAssocID="{310A5EEA-E269-45DD-88A2-8B43957F7A22}" presName="Name111" presStyleLbl="parChTrans1D3" presStyleIdx="3" presStyleCnt="11"/>
      <dgm:spPr/>
    </dgm:pt>
    <dgm:pt modelId="{3AB1C125-8EE5-46DC-9F7C-8434537B1ADC}" type="pres">
      <dgm:prSet presAssocID="{C7FBE7B3-AC00-496F-912A-3CF21C073822}" presName="hierRoot3" presStyleCnt="0">
        <dgm:presLayoutVars>
          <dgm:hierBranch val="init"/>
        </dgm:presLayoutVars>
      </dgm:prSet>
      <dgm:spPr/>
    </dgm:pt>
    <dgm:pt modelId="{3AE12E9A-F80C-408E-82C8-A52D20593922}" type="pres">
      <dgm:prSet presAssocID="{C7FBE7B3-AC00-496F-912A-3CF21C073822}" presName="rootComposite3" presStyleCnt="0"/>
      <dgm:spPr/>
    </dgm:pt>
    <dgm:pt modelId="{B53247A5-E6CE-457A-A75F-29AE07E30403}" type="pres">
      <dgm:prSet presAssocID="{C7FBE7B3-AC00-496F-912A-3CF21C073822}" presName="rootText3" presStyleLbl="asst1" presStyleIdx="4" presStyleCnt="15">
        <dgm:presLayoutVars>
          <dgm:chPref val="3"/>
        </dgm:presLayoutVars>
      </dgm:prSet>
      <dgm:spPr/>
    </dgm:pt>
    <dgm:pt modelId="{C805CBE5-C678-48A7-9FAB-18E04068A5DF}" type="pres">
      <dgm:prSet presAssocID="{C7FBE7B3-AC00-496F-912A-3CF21C073822}" presName="rootConnector3" presStyleLbl="asst1" presStyleIdx="4" presStyleCnt="15"/>
      <dgm:spPr/>
    </dgm:pt>
    <dgm:pt modelId="{298BF0BF-E2EC-4806-87B5-F76826400FE7}" type="pres">
      <dgm:prSet presAssocID="{C7FBE7B3-AC00-496F-912A-3CF21C073822}" presName="hierChild6" presStyleCnt="0"/>
      <dgm:spPr/>
    </dgm:pt>
    <dgm:pt modelId="{7A6DAA16-AEEF-4A34-A747-EA62B1F789E4}" type="pres">
      <dgm:prSet presAssocID="{C7FBE7B3-AC00-496F-912A-3CF21C073822}" presName="hierChild7" presStyleCnt="0"/>
      <dgm:spPr/>
    </dgm:pt>
    <dgm:pt modelId="{E03A14B1-FDE7-48EC-ADF9-909043BE2E4F}" type="pres">
      <dgm:prSet presAssocID="{E06F6BE3-E3C5-408D-B5B1-72D6482EDE1F}" presName="Name111" presStyleLbl="parChTrans1D2" presStyleIdx="1" presStyleCnt="4"/>
      <dgm:spPr/>
    </dgm:pt>
    <dgm:pt modelId="{8FCC3F1A-6325-44E4-B604-A040BC5DDB1C}" type="pres">
      <dgm:prSet presAssocID="{2EF2E66A-EABF-4E9C-B29B-8DA50EF48F3F}" presName="hierRoot3" presStyleCnt="0">
        <dgm:presLayoutVars>
          <dgm:hierBranch val="init"/>
        </dgm:presLayoutVars>
      </dgm:prSet>
      <dgm:spPr/>
    </dgm:pt>
    <dgm:pt modelId="{D8A59EE5-ABBD-40A4-93AF-4B5D57DE1342}" type="pres">
      <dgm:prSet presAssocID="{2EF2E66A-EABF-4E9C-B29B-8DA50EF48F3F}" presName="rootComposite3" presStyleCnt="0"/>
      <dgm:spPr/>
    </dgm:pt>
    <dgm:pt modelId="{3CE60CC4-84DF-43F5-9E4D-E34025C1FE9D}" type="pres">
      <dgm:prSet presAssocID="{2EF2E66A-EABF-4E9C-B29B-8DA50EF48F3F}" presName="rootText3" presStyleLbl="asst1" presStyleIdx="5" presStyleCnt="15">
        <dgm:presLayoutVars>
          <dgm:chPref val="3"/>
        </dgm:presLayoutVars>
      </dgm:prSet>
      <dgm:spPr/>
    </dgm:pt>
    <dgm:pt modelId="{A176CBEC-C141-4DB4-9C91-D2E1813C9F8B}" type="pres">
      <dgm:prSet presAssocID="{2EF2E66A-EABF-4E9C-B29B-8DA50EF48F3F}" presName="rootConnector3" presStyleLbl="asst1" presStyleIdx="5" presStyleCnt="15"/>
      <dgm:spPr/>
    </dgm:pt>
    <dgm:pt modelId="{890EAC1B-1395-4017-AB75-F8CD1EFAB2DA}" type="pres">
      <dgm:prSet presAssocID="{2EF2E66A-EABF-4E9C-B29B-8DA50EF48F3F}" presName="hierChild6" presStyleCnt="0"/>
      <dgm:spPr/>
    </dgm:pt>
    <dgm:pt modelId="{EAFCCFCE-5269-479A-9294-124274B45330}" type="pres">
      <dgm:prSet presAssocID="{2EF2E66A-EABF-4E9C-B29B-8DA50EF48F3F}" presName="hierChild7" presStyleCnt="0"/>
      <dgm:spPr/>
    </dgm:pt>
    <dgm:pt modelId="{13DFB2C0-17C1-4CAD-AD87-26AAD60DCB44}" type="pres">
      <dgm:prSet presAssocID="{88F2BC0E-0E0F-434A-9B1C-6271FDF852CB}" presName="Name111" presStyleLbl="parChTrans1D3" presStyleIdx="4" presStyleCnt="11"/>
      <dgm:spPr/>
    </dgm:pt>
    <dgm:pt modelId="{228D8FD7-B349-413B-9345-AB8BA26CBF05}" type="pres">
      <dgm:prSet presAssocID="{D62ACFBC-D2BC-4EE6-8E27-FBDD6DC318DC}" presName="hierRoot3" presStyleCnt="0">
        <dgm:presLayoutVars>
          <dgm:hierBranch val="init"/>
        </dgm:presLayoutVars>
      </dgm:prSet>
      <dgm:spPr/>
    </dgm:pt>
    <dgm:pt modelId="{FF27D839-A31F-4DA3-8943-5E18BC479F14}" type="pres">
      <dgm:prSet presAssocID="{D62ACFBC-D2BC-4EE6-8E27-FBDD6DC318DC}" presName="rootComposite3" presStyleCnt="0"/>
      <dgm:spPr/>
    </dgm:pt>
    <dgm:pt modelId="{D7244CE9-55BB-4D40-B590-10D06086871C}" type="pres">
      <dgm:prSet presAssocID="{D62ACFBC-D2BC-4EE6-8E27-FBDD6DC318DC}" presName="rootText3" presStyleLbl="asst1" presStyleIdx="6" presStyleCnt="15">
        <dgm:presLayoutVars>
          <dgm:chPref val="3"/>
        </dgm:presLayoutVars>
      </dgm:prSet>
      <dgm:spPr/>
    </dgm:pt>
    <dgm:pt modelId="{FFD2332B-CDAC-40C9-9837-A6F30CE27CAC}" type="pres">
      <dgm:prSet presAssocID="{D62ACFBC-D2BC-4EE6-8E27-FBDD6DC318DC}" presName="rootConnector3" presStyleLbl="asst1" presStyleIdx="6" presStyleCnt="15"/>
      <dgm:spPr/>
    </dgm:pt>
    <dgm:pt modelId="{5CFE51C5-A188-418D-86FE-4A373FE92BAC}" type="pres">
      <dgm:prSet presAssocID="{D62ACFBC-D2BC-4EE6-8E27-FBDD6DC318DC}" presName="hierChild6" presStyleCnt="0"/>
      <dgm:spPr/>
    </dgm:pt>
    <dgm:pt modelId="{1EE12813-97DC-46B6-94D8-9A01F18601D3}" type="pres">
      <dgm:prSet presAssocID="{D62ACFBC-D2BC-4EE6-8E27-FBDD6DC318DC}" presName="hierChild7" presStyleCnt="0"/>
      <dgm:spPr/>
    </dgm:pt>
    <dgm:pt modelId="{3CB9DC15-B953-4AC9-A33C-CC9748CBFAA6}" type="pres">
      <dgm:prSet presAssocID="{DD003328-E2C2-4EB2-9612-235508FC9B19}" presName="Name111" presStyleLbl="parChTrans1D3" presStyleIdx="5" presStyleCnt="11"/>
      <dgm:spPr/>
    </dgm:pt>
    <dgm:pt modelId="{0325927F-B327-4701-81C1-944BD758D288}" type="pres">
      <dgm:prSet presAssocID="{23C91CAE-8232-4AEE-85E3-2F9FA5145E68}" presName="hierRoot3" presStyleCnt="0">
        <dgm:presLayoutVars>
          <dgm:hierBranch val="init"/>
        </dgm:presLayoutVars>
      </dgm:prSet>
      <dgm:spPr/>
    </dgm:pt>
    <dgm:pt modelId="{76117165-4490-4EF7-92CF-13316B94CB70}" type="pres">
      <dgm:prSet presAssocID="{23C91CAE-8232-4AEE-85E3-2F9FA5145E68}" presName="rootComposite3" presStyleCnt="0"/>
      <dgm:spPr/>
    </dgm:pt>
    <dgm:pt modelId="{B4552653-A6E1-4AF3-BC5D-886A13EB03DE}" type="pres">
      <dgm:prSet presAssocID="{23C91CAE-8232-4AEE-85E3-2F9FA5145E68}" presName="rootText3" presStyleLbl="asst1" presStyleIdx="7" presStyleCnt="15">
        <dgm:presLayoutVars>
          <dgm:chPref val="3"/>
        </dgm:presLayoutVars>
      </dgm:prSet>
      <dgm:spPr/>
    </dgm:pt>
    <dgm:pt modelId="{A10ECBE1-44E6-4F42-8ED4-FE9DAA36CFCA}" type="pres">
      <dgm:prSet presAssocID="{23C91CAE-8232-4AEE-85E3-2F9FA5145E68}" presName="rootConnector3" presStyleLbl="asst1" presStyleIdx="7" presStyleCnt="15"/>
      <dgm:spPr/>
    </dgm:pt>
    <dgm:pt modelId="{4574AD52-2627-4411-BA6B-B037731CC438}" type="pres">
      <dgm:prSet presAssocID="{23C91CAE-8232-4AEE-85E3-2F9FA5145E68}" presName="hierChild6" presStyleCnt="0"/>
      <dgm:spPr/>
    </dgm:pt>
    <dgm:pt modelId="{0144893B-2C8D-44C1-B45D-C8A4400AC726}" type="pres">
      <dgm:prSet presAssocID="{23C91CAE-8232-4AEE-85E3-2F9FA5145E68}" presName="hierChild7" presStyleCnt="0"/>
      <dgm:spPr/>
    </dgm:pt>
    <dgm:pt modelId="{384C938F-2A56-4583-9C11-3AB047A1350B}" type="pres">
      <dgm:prSet presAssocID="{FABE525B-FEA6-4267-8731-F73D4533C81D}" presName="Name111" presStyleLbl="parChTrans1D3" presStyleIdx="6" presStyleCnt="11"/>
      <dgm:spPr/>
    </dgm:pt>
    <dgm:pt modelId="{1D8416EF-18A5-4063-AA9E-3890CE602024}" type="pres">
      <dgm:prSet presAssocID="{49584DB4-970E-4352-AEA5-08EF35680950}" presName="hierRoot3" presStyleCnt="0">
        <dgm:presLayoutVars>
          <dgm:hierBranch val="init"/>
        </dgm:presLayoutVars>
      </dgm:prSet>
      <dgm:spPr/>
    </dgm:pt>
    <dgm:pt modelId="{637BFD70-1D39-4764-AC6F-517C72218E42}" type="pres">
      <dgm:prSet presAssocID="{49584DB4-970E-4352-AEA5-08EF35680950}" presName="rootComposite3" presStyleCnt="0"/>
      <dgm:spPr/>
    </dgm:pt>
    <dgm:pt modelId="{9481B9A0-AA8E-4AA3-8FBA-978A50A3B661}" type="pres">
      <dgm:prSet presAssocID="{49584DB4-970E-4352-AEA5-08EF35680950}" presName="rootText3" presStyleLbl="asst1" presStyleIdx="8" presStyleCnt="15">
        <dgm:presLayoutVars>
          <dgm:chPref val="3"/>
        </dgm:presLayoutVars>
      </dgm:prSet>
      <dgm:spPr/>
    </dgm:pt>
    <dgm:pt modelId="{81252566-3443-4133-96C3-2673221B1822}" type="pres">
      <dgm:prSet presAssocID="{49584DB4-970E-4352-AEA5-08EF35680950}" presName="rootConnector3" presStyleLbl="asst1" presStyleIdx="8" presStyleCnt="15"/>
      <dgm:spPr/>
    </dgm:pt>
    <dgm:pt modelId="{F0CE4C7B-0BED-49A1-9F8A-5C56493CA078}" type="pres">
      <dgm:prSet presAssocID="{49584DB4-970E-4352-AEA5-08EF35680950}" presName="hierChild6" presStyleCnt="0"/>
      <dgm:spPr/>
    </dgm:pt>
    <dgm:pt modelId="{0B446E79-9718-48FC-9DCD-DC5ACD1A42A5}" type="pres">
      <dgm:prSet presAssocID="{49584DB4-970E-4352-AEA5-08EF35680950}" presName="hierChild7" presStyleCnt="0"/>
      <dgm:spPr/>
    </dgm:pt>
    <dgm:pt modelId="{719A3A58-5360-4B8E-B4A1-783EC76FEC84}" type="pres">
      <dgm:prSet presAssocID="{697EFD5A-53A4-4369-8BB5-0A5D52B3F5C4}" presName="Name111" presStyleLbl="parChTrans1D2" presStyleIdx="2" presStyleCnt="4"/>
      <dgm:spPr/>
    </dgm:pt>
    <dgm:pt modelId="{EC787E92-B377-49C8-9F79-63EBD2B92C8B}" type="pres">
      <dgm:prSet presAssocID="{1FCA5C2A-D00A-47DB-94D8-296A5C0F07A1}" presName="hierRoot3" presStyleCnt="0">
        <dgm:presLayoutVars>
          <dgm:hierBranch val="init"/>
        </dgm:presLayoutVars>
      </dgm:prSet>
      <dgm:spPr/>
    </dgm:pt>
    <dgm:pt modelId="{214174C6-7379-4E91-B66A-CF0523C6F886}" type="pres">
      <dgm:prSet presAssocID="{1FCA5C2A-D00A-47DB-94D8-296A5C0F07A1}" presName="rootComposite3" presStyleCnt="0"/>
      <dgm:spPr/>
    </dgm:pt>
    <dgm:pt modelId="{26D73252-2734-47E6-92B8-9A5D340E40EB}" type="pres">
      <dgm:prSet presAssocID="{1FCA5C2A-D00A-47DB-94D8-296A5C0F07A1}" presName="rootText3" presStyleLbl="asst1" presStyleIdx="9" presStyleCnt="15">
        <dgm:presLayoutVars>
          <dgm:chPref val="3"/>
        </dgm:presLayoutVars>
      </dgm:prSet>
      <dgm:spPr/>
    </dgm:pt>
    <dgm:pt modelId="{0142BCD5-0B2E-43A7-B8F3-91A2D34FA60B}" type="pres">
      <dgm:prSet presAssocID="{1FCA5C2A-D00A-47DB-94D8-296A5C0F07A1}" presName="rootConnector3" presStyleLbl="asst1" presStyleIdx="9" presStyleCnt="15"/>
      <dgm:spPr/>
    </dgm:pt>
    <dgm:pt modelId="{3581A25E-34D9-4988-92FC-C321006F5441}" type="pres">
      <dgm:prSet presAssocID="{1FCA5C2A-D00A-47DB-94D8-296A5C0F07A1}" presName="hierChild6" presStyleCnt="0"/>
      <dgm:spPr/>
    </dgm:pt>
    <dgm:pt modelId="{B42C9B39-CD0E-4578-AEE4-4C7CAA87A527}" type="pres">
      <dgm:prSet presAssocID="{1FCA5C2A-D00A-47DB-94D8-296A5C0F07A1}" presName="hierChild7" presStyleCnt="0"/>
      <dgm:spPr/>
    </dgm:pt>
    <dgm:pt modelId="{DE8AA6B3-1E3B-45DA-B62B-BFB5619DF217}" type="pres">
      <dgm:prSet presAssocID="{BB802187-6660-4441-AC9C-BDB0F30ECB56}" presName="Name111" presStyleLbl="parChTrans1D3" presStyleIdx="7" presStyleCnt="11"/>
      <dgm:spPr/>
    </dgm:pt>
    <dgm:pt modelId="{FEF1CD8D-579E-49C0-9B13-E5D87965C99E}" type="pres">
      <dgm:prSet presAssocID="{C276ADC7-BD10-4474-B190-9901B8F92AA1}" presName="hierRoot3" presStyleCnt="0">
        <dgm:presLayoutVars>
          <dgm:hierBranch val="init"/>
        </dgm:presLayoutVars>
      </dgm:prSet>
      <dgm:spPr/>
    </dgm:pt>
    <dgm:pt modelId="{65835BD7-5155-4E51-B6F0-8C1F9D3C587D}" type="pres">
      <dgm:prSet presAssocID="{C276ADC7-BD10-4474-B190-9901B8F92AA1}" presName="rootComposite3" presStyleCnt="0"/>
      <dgm:spPr/>
    </dgm:pt>
    <dgm:pt modelId="{9FAAC6E9-0088-4FD5-97D3-971149FD8454}" type="pres">
      <dgm:prSet presAssocID="{C276ADC7-BD10-4474-B190-9901B8F92AA1}" presName="rootText3" presStyleLbl="asst1" presStyleIdx="10" presStyleCnt="15">
        <dgm:presLayoutVars>
          <dgm:chPref val="3"/>
        </dgm:presLayoutVars>
      </dgm:prSet>
      <dgm:spPr/>
    </dgm:pt>
    <dgm:pt modelId="{B0D2C853-4046-4721-8EEF-5C00FA3B0533}" type="pres">
      <dgm:prSet presAssocID="{C276ADC7-BD10-4474-B190-9901B8F92AA1}" presName="rootConnector3" presStyleLbl="asst1" presStyleIdx="10" presStyleCnt="15"/>
      <dgm:spPr/>
    </dgm:pt>
    <dgm:pt modelId="{9298DB31-9BF6-4CB5-90DA-DAE3F3A1E753}" type="pres">
      <dgm:prSet presAssocID="{C276ADC7-BD10-4474-B190-9901B8F92AA1}" presName="hierChild6" presStyleCnt="0"/>
      <dgm:spPr/>
    </dgm:pt>
    <dgm:pt modelId="{5E7097CB-1B41-4BFC-9088-B75B4CBDFF81}" type="pres">
      <dgm:prSet presAssocID="{C276ADC7-BD10-4474-B190-9901B8F92AA1}" presName="hierChild7" presStyleCnt="0"/>
      <dgm:spPr/>
    </dgm:pt>
    <dgm:pt modelId="{22CC414A-8EE5-4FA0-BEBB-0CD579836953}" type="pres">
      <dgm:prSet presAssocID="{9360A5A8-DF18-4D2C-A9B5-04AFDE43DD4D}" presName="Name111" presStyleLbl="parChTrans1D3" presStyleIdx="8" presStyleCnt="11"/>
      <dgm:spPr/>
    </dgm:pt>
    <dgm:pt modelId="{C8EA43E9-9992-45A0-85BF-A4E5FDE7B463}" type="pres">
      <dgm:prSet presAssocID="{5DB6E7FC-8E86-4CFA-903C-052AC3B562D9}" presName="hierRoot3" presStyleCnt="0">
        <dgm:presLayoutVars>
          <dgm:hierBranch val="init"/>
        </dgm:presLayoutVars>
      </dgm:prSet>
      <dgm:spPr/>
    </dgm:pt>
    <dgm:pt modelId="{FFA864B8-80BE-4B0A-91ED-7B09AA7ADF88}" type="pres">
      <dgm:prSet presAssocID="{5DB6E7FC-8E86-4CFA-903C-052AC3B562D9}" presName="rootComposite3" presStyleCnt="0"/>
      <dgm:spPr/>
    </dgm:pt>
    <dgm:pt modelId="{CAF836CF-E661-4F2C-AFCE-3DC5DD59C340}" type="pres">
      <dgm:prSet presAssocID="{5DB6E7FC-8E86-4CFA-903C-052AC3B562D9}" presName="rootText3" presStyleLbl="asst1" presStyleIdx="11" presStyleCnt="15">
        <dgm:presLayoutVars>
          <dgm:chPref val="3"/>
        </dgm:presLayoutVars>
      </dgm:prSet>
      <dgm:spPr/>
    </dgm:pt>
    <dgm:pt modelId="{951B022B-D0C5-489C-A335-407A793CDD3F}" type="pres">
      <dgm:prSet presAssocID="{5DB6E7FC-8E86-4CFA-903C-052AC3B562D9}" presName="rootConnector3" presStyleLbl="asst1" presStyleIdx="11" presStyleCnt="15"/>
      <dgm:spPr/>
    </dgm:pt>
    <dgm:pt modelId="{2EC465A3-3332-43F5-9470-8C63A3EF7130}" type="pres">
      <dgm:prSet presAssocID="{5DB6E7FC-8E86-4CFA-903C-052AC3B562D9}" presName="hierChild6" presStyleCnt="0"/>
      <dgm:spPr/>
    </dgm:pt>
    <dgm:pt modelId="{5AAE1942-DE9A-4FCC-9CCE-7EEE9FC055F3}" type="pres">
      <dgm:prSet presAssocID="{5DB6E7FC-8E86-4CFA-903C-052AC3B562D9}" presName="hierChild7" presStyleCnt="0"/>
      <dgm:spPr/>
    </dgm:pt>
    <dgm:pt modelId="{2317B11E-9EF5-4E87-A2FC-A58724C51C9F}" type="pres">
      <dgm:prSet presAssocID="{E8069FC4-8382-4E07-87F1-8035DF572B01}" presName="Name111" presStyleLbl="parChTrans1D2" presStyleIdx="3" presStyleCnt="4"/>
      <dgm:spPr/>
    </dgm:pt>
    <dgm:pt modelId="{95E44379-8BD0-4C5E-9553-A4353F91FEC8}" type="pres">
      <dgm:prSet presAssocID="{D830A7FA-2020-4245-84A0-4BBDA1428D7C}" presName="hierRoot3" presStyleCnt="0">
        <dgm:presLayoutVars>
          <dgm:hierBranch val="init"/>
        </dgm:presLayoutVars>
      </dgm:prSet>
      <dgm:spPr/>
    </dgm:pt>
    <dgm:pt modelId="{12814B5C-9140-4751-B372-B3FAA128418F}" type="pres">
      <dgm:prSet presAssocID="{D830A7FA-2020-4245-84A0-4BBDA1428D7C}" presName="rootComposite3" presStyleCnt="0"/>
      <dgm:spPr/>
    </dgm:pt>
    <dgm:pt modelId="{25AB971C-ED56-44FB-B8E2-C1D96783F896}" type="pres">
      <dgm:prSet presAssocID="{D830A7FA-2020-4245-84A0-4BBDA1428D7C}" presName="rootText3" presStyleLbl="asst1" presStyleIdx="12" presStyleCnt="15">
        <dgm:presLayoutVars>
          <dgm:chPref val="3"/>
        </dgm:presLayoutVars>
      </dgm:prSet>
      <dgm:spPr/>
    </dgm:pt>
    <dgm:pt modelId="{07E9AE7D-44B8-464D-93F0-D0460CB05207}" type="pres">
      <dgm:prSet presAssocID="{D830A7FA-2020-4245-84A0-4BBDA1428D7C}" presName="rootConnector3" presStyleLbl="asst1" presStyleIdx="12" presStyleCnt="15"/>
      <dgm:spPr/>
    </dgm:pt>
    <dgm:pt modelId="{C0A5D053-369D-4E6D-A67D-31740586EDE1}" type="pres">
      <dgm:prSet presAssocID="{D830A7FA-2020-4245-84A0-4BBDA1428D7C}" presName="hierChild6" presStyleCnt="0"/>
      <dgm:spPr/>
    </dgm:pt>
    <dgm:pt modelId="{B83F732D-74D7-4CC1-8587-685643AFDFD9}" type="pres">
      <dgm:prSet presAssocID="{D830A7FA-2020-4245-84A0-4BBDA1428D7C}" presName="hierChild7" presStyleCnt="0"/>
      <dgm:spPr/>
    </dgm:pt>
    <dgm:pt modelId="{F3C0B49A-10F8-45D4-B950-FCCA906B2204}" type="pres">
      <dgm:prSet presAssocID="{4C047AD8-65AD-491C-9BB5-0C26A01CE9A6}" presName="Name111" presStyleLbl="parChTrans1D3" presStyleIdx="9" presStyleCnt="11"/>
      <dgm:spPr/>
    </dgm:pt>
    <dgm:pt modelId="{6E48041A-30B5-40E2-8573-31A7AF013222}" type="pres">
      <dgm:prSet presAssocID="{3728E84C-6DE8-46ED-9F5D-C6E054D1DE83}" presName="hierRoot3" presStyleCnt="0">
        <dgm:presLayoutVars>
          <dgm:hierBranch val="init"/>
        </dgm:presLayoutVars>
      </dgm:prSet>
      <dgm:spPr/>
    </dgm:pt>
    <dgm:pt modelId="{40B85401-EDC7-4968-B4AA-6AD62DC896E8}" type="pres">
      <dgm:prSet presAssocID="{3728E84C-6DE8-46ED-9F5D-C6E054D1DE83}" presName="rootComposite3" presStyleCnt="0"/>
      <dgm:spPr/>
    </dgm:pt>
    <dgm:pt modelId="{733B1764-C9B2-42A1-ADC6-4CE3E4B1DF84}" type="pres">
      <dgm:prSet presAssocID="{3728E84C-6DE8-46ED-9F5D-C6E054D1DE83}" presName="rootText3" presStyleLbl="asst1" presStyleIdx="13" presStyleCnt="15">
        <dgm:presLayoutVars>
          <dgm:chPref val="3"/>
        </dgm:presLayoutVars>
      </dgm:prSet>
      <dgm:spPr/>
    </dgm:pt>
    <dgm:pt modelId="{887B108E-D2AD-4FB5-B7DD-2E69241C052A}" type="pres">
      <dgm:prSet presAssocID="{3728E84C-6DE8-46ED-9F5D-C6E054D1DE83}" presName="rootConnector3" presStyleLbl="asst1" presStyleIdx="13" presStyleCnt="15"/>
      <dgm:spPr/>
    </dgm:pt>
    <dgm:pt modelId="{315F5A87-10F0-4FA2-B853-801FD68498C8}" type="pres">
      <dgm:prSet presAssocID="{3728E84C-6DE8-46ED-9F5D-C6E054D1DE83}" presName="hierChild6" presStyleCnt="0"/>
      <dgm:spPr/>
    </dgm:pt>
    <dgm:pt modelId="{31744D06-CF03-4A04-AB9C-1B8680515711}" type="pres">
      <dgm:prSet presAssocID="{3728E84C-6DE8-46ED-9F5D-C6E054D1DE83}" presName="hierChild7" presStyleCnt="0"/>
      <dgm:spPr/>
    </dgm:pt>
    <dgm:pt modelId="{1E76EC7C-7E27-46D4-B594-7122D6A73329}" type="pres">
      <dgm:prSet presAssocID="{351270EE-4080-4C87-A114-528A36EF29D6}" presName="Name111" presStyleLbl="parChTrans1D3" presStyleIdx="10" presStyleCnt="11"/>
      <dgm:spPr/>
    </dgm:pt>
    <dgm:pt modelId="{BF2CD1BD-9442-487C-91B8-AFF004F2FB4F}" type="pres">
      <dgm:prSet presAssocID="{1346B340-C378-4540-B3C2-B50B07EA5981}" presName="hierRoot3" presStyleCnt="0">
        <dgm:presLayoutVars>
          <dgm:hierBranch val="init"/>
        </dgm:presLayoutVars>
      </dgm:prSet>
      <dgm:spPr/>
    </dgm:pt>
    <dgm:pt modelId="{ACBD4BD3-DDC4-448B-A692-EADA4ACC780C}" type="pres">
      <dgm:prSet presAssocID="{1346B340-C378-4540-B3C2-B50B07EA5981}" presName="rootComposite3" presStyleCnt="0"/>
      <dgm:spPr/>
    </dgm:pt>
    <dgm:pt modelId="{22481B97-CAE2-404F-99FB-68AB7A49CE05}" type="pres">
      <dgm:prSet presAssocID="{1346B340-C378-4540-B3C2-B50B07EA5981}" presName="rootText3" presStyleLbl="asst1" presStyleIdx="14" presStyleCnt="15">
        <dgm:presLayoutVars>
          <dgm:chPref val="3"/>
        </dgm:presLayoutVars>
      </dgm:prSet>
      <dgm:spPr/>
    </dgm:pt>
    <dgm:pt modelId="{58CC7FE4-81C3-4F94-8597-23385EE87A05}" type="pres">
      <dgm:prSet presAssocID="{1346B340-C378-4540-B3C2-B50B07EA5981}" presName="rootConnector3" presStyleLbl="asst1" presStyleIdx="14" presStyleCnt="15"/>
      <dgm:spPr/>
    </dgm:pt>
    <dgm:pt modelId="{D3BE38BC-FE81-4B15-A1AA-4FA9F61411C6}" type="pres">
      <dgm:prSet presAssocID="{1346B340-C378-4540-B3C2-B50B07EA5981}" presName="hierChild6" presStyleCnt="0"/>
      <dgm:spPr/>
    </dgm:pt>
    <dgm:pt modelId="{D0152CE7-F0D3-4CB8-9EAC-B128E2AC2E0C}" type="pres">
      <dgm:prSet presAssocID="{1346B340-C378-4540-B3C2-B50B07EA5981}" presName="hierChild7" presStyleCnt="0"/>
      <dgm:spPr/>
    </dgm:pt>
  </dgm:ptLst>
  <dgm:cxnLst>
    <dgm:cxn modelId="{7F6FE009-5765-495A-88CC-C5F6ECE21CC2}" type="presOf" srcId="{E8069FC4-8382-4E07-87F1-8035DF572B01}" destId="{2317B11E-9EF5-4E87-A2FC-A58724C51C9F}" srcOrd="0" destOrd="0" presId="urn:microsoft.com/office/officeart/2005/8/layout/orgChart1"/>
    <dgm:cxn modelId="{75DC880B-E726-4416-8EE2-E2BBA4D97E52}" type="presOf" srcId="{1346B340-C378-4540-B3C2-B50B07EA5981}" destId="{22481B97-CAE2-404F-99FB-68AB7A49CE05}" srcOrd="0" destOrd="0" presId="urn:microsoft.com/office/officeart/2005/8/layout/orgChart1"/>
    <dgm:cxn modelId="{02D6B60E-1460-49B9-929D-D68FF05027CF}" type="presOf" srcId="{C276ADC7-BD10-4474-B190-9901B8F92AA1}" destId="{B0D2C853-4046-4721-8EEF-5C00FA3B0533}" srcOrd="1" destOrd="0" presId="urn:microsoft.com/office/officeart/2005/8/layout/orgChart1"/>
    <dgm:cxn modelId="{1FC6350F-68E9-4663-A0F3-3AB82B1F8763}" type="presOf" srcId="{D62ACFBC-D2BC-4EE6-8E27-FBDD6DC318DC}" destId="{FFD2332B-CDAC-40C9-9837-A6F30CE27CAC}" srcOrd="1" destOrd="0" presId="urn:microsoft.com/office/officeart/2005/8/layout/orgChart1"/>
    <dgm:cxn modelId="{FBE56211-804D-4CA2-BAE4-C17606470FAA}" srcId="{2EF2E66A-EABF-4E9C-B29B-8DA50EF48F3F}" destId="{49584DB4-970E-4352-AEA5-08EF35680950}" srcOrd="2" destOrd="0" parTransId="{FABE525B-FEA6-4267-8731-F73D4533C81D}" sibTransId="{8D665D04-B204-4551-925D-71F34A425F19}"/>
    <dgm:cxn modelId="{B62B8C12-0FF4-44D0-B6F0-F0A11890B438}" type="presOf" srcId="{087B0C8B-1869-48FE-B559-9D68EF0AF7DE}" destId="{950266AB-4BC2-45AA-8ACD-C065342701B1}" srcOrd="0" destOrd="0" presId="urn:microsoft.com/office/officeart/2005/8/layout/orgChart1"/>
    <dgm:cxn modelId="{7BAA3E13-BF11-4970-AD07-7504408E20B8}" type="presOf" srcId="{6BA9870F-5611-4665-90BC-D75E3670A0FD}" destId="{99071ED7-1CFB-4F13-9C1F-8783D318FD4B}" srcOrd="0" destOrd="0" presId="urn:microsoft.com/office/officeart/2005/8/layout/orgChart1"/>
    <dgm:cxn modelId="{86290B17-402E-4420-B152-4B0B4F3D126E}" type="presOf" srcId="{2EF2E66A-EABF-4E9C-B29B-8DA50EF48F3F}" destId="{A176CBEC-C141-4DB4-9C91-D2E1813C9F8B}" srcOrd="1" destOrd="0" presId="urn:microsoft.com/office/officeart/2005/8/layout/orgChart1"/>
    <dgm:cxn modelId="{F7295618-3905-4F1B-91A0-1191C719ADE9}" srcId="{E791FE9B-D4B2-45CD-81A7-A0670346E957}" destId="{6BA9870F-5611-4665-90BC-D75E3670A0FD}" srcOrd="0" destOrd="0" parTransId="{087B0C8B-1869-48FE-B559-9D68EF0AF7DE}" sibTransId="{416F8612-5676-44DF-ABDA-1476FBAF5A03}"/>
    <dgm:cxn modelId="{8EA16022-BCD3-4FC6-90EF-21B6B6B1A261}" srcId="{E791FE9B-D4B2-45CD-81A7-A0670346E957}" destId="{3F369999-2A0F-4B78-8ADB-D233F28BE008}" srcOrd="1" destOrd="0" parTransId="{E026959F-B463-456A-B268-BD8605823DB4}" sibTransId="{F7A9B3CF-36FD-4F68-8ABB-87D8A374C463}"/>
    <dgm:cxn modelId="{A38CA522-6F6D-4960-B899-FAFE4D8D5A0E}" srcId="{1FCA5C2A-D00A-47DB-94D8-296A5C0F07A1}" destId="{C276ADC7-BD10-4474-B190-9901B8F92AA1}" srcOrd="0" destOrd="0" parTransId="{BB802187-6660-4441-AC9C-BDB0F30ECB56}" sibTransId="{0934E4D6-279C-4E7F-85CD-F23DFFF8D73C}"/>
    <dgm:cxn modelId="{EFF95923-D886-4142-8FDA-EA342CA5364E}" type="presOf" srcId="{D830A7FA-2020-4245-84A0-4BBDA1428D7C}" destId="{07E9AE7D-44B8-464D-93F0-D0460CB05207}" srcOrd="1" destOrd="0" presId="urn:microsoft.com/office/officeart/2005/8/layout/orgChart1"/>
    <dgm:cxn modelId="{A7C28D2F-AF97-484E-948C-0F97ECDF42B1}" type="presOf" srcId="{DD003328-E2C2-4EB2-9612-235508FC9B19}" destId="{3CB9DC15-B953-4AC9-A33C-CC9748CBFAA6}" srcOrd="0" destOrd="0" presId="urn:microsoft.com/office/officeart/2005/8/layout/orgChart1"/>
    <dgm:cxn modelId="{96315539-0D2F-4C43-86C2-C1BE060EAE89}" type="presOf" srcId="{310A5EEA-E269-45DD-88A2-8B43957F7A22}" destId="{B5584A93-75F3-4CD0-9520-708788790820}" srcOrd="0" destOrd="0" presId="urn:microsoft.com/office/officeart/2005/8/layout/orgChart1"/>
    <dgm:cxn modelId="{8261545E-6805-4961-BD07-8A0DBB7DD102}" srcId="{2EF2E66A-EABF-4E9C-B29B-8DA50EF48F3F}" destId="{D62ACFBC-D2BC-4EE6-8E27-FBDD6DC318DC}" srcOrd="0" destOrd="0" parTransId="{88F2BC0E-0E0F-434A-9B1C-6271FDF852CB}" sibTransId="{42AE6A38-DA28-4ED5-BE58-8EC5D9690F72}"/>
    <dgm:cxn modelId="{E5E3835F-531F-4343-9DAD-8BFBBC38D11C}" srcId="{48C5F368-C681-4052-B096-3A0F8015AF3F}" destId="{1FCA5C2A-D00A-47DB-94D8-296A5C0F07A1}" srcOrd="2" destOrd="0" parTransId="{697EFD5A-53A4-4369-8BB5-0A5D52B3F5C4}" sibTransId="{FAE695C0-AF29-4C59-BE9F-D2EF3155D4F3}"/>
    <dgm:cxn modelId="{11CB6060-D46B-4359-A0C1-B8D9BA7FB11C}" type="presOf" srcId="{48C5F368-C681-4052-B096-3A0F8015AF3F}" destId="{D208A4AA-20F2-4B17-8EC7-C5A83EAE5E71}" srcOrd="1" destOrd="0" presId="urn:microsoft.com/office/officeart/2005/8/layout/orgChart1"/>
    <dgm:cxn modelId="{D0246F41-1E74-4B0E-B334-88D3DF606FAE}" type="presOf" srcId="{49584DB4-970E-4352-AEA5-08EF35680950}" destId="{81252566-3443-4133-96C3-2673221B1822}" srcOrd="1" destOrd="0" presId="urn:microsoft.com/office/officeart/2005/8/layout/orgChart1"/>
    <dgm:cxn modelId="{9A047E61-B18B-49A1-A59C-DA3BB55C7BDF}" type="presOf" srcId="{115A8527-6392-4A55-9E62-E19BF5D1216B}" destId="{5284E866-0F9B-4242-A6AA-9CFDEA6064BB}" srcOrd="0" destOrd="0" presId="urn:microsoft.com/office/officeart/2005/8/layout/orgChart1"/>
    <dgm:cxn modelId="{D871FF63-2B66-4476-AFA5-CD764134FEC4}" type="presOf" srcId="{E791FE9B-D4B2-45CD-81A7-A0670346E957}" destId="{76195216-F04A-4A57-843C-67F30CF886E7}" srcOrd="1" destOrd="0" presId="urn:microsoft.com/office/officeart/2005/8/layout/orgChart1"/>
    <dgm:cxn modelId="{72771F6D-BB2B-43B0-8E94-77E4501C4D58}" type="presOf" srcId="{BB802187-6660-4441-AC9C-BDB0F30ECB56}" destId="{DE8AA6B3-1E3B-45DA-B62B-BFB5619DF217}" srcOrd="0" destOrd="0" presId="urn:microsoft.com/office/officeart/2005/8/layout/orgChart1"/>
    <dgm:cxn modelId="{E8DE734E-E4B7-40D5-AEE3-7DF3F7BBD15A}" type="presOf" srcId="{23C91CAE-8232-4AEE-85E3-2F9FA5145E68}" destId="{A10ECBE1-44E6-4F42-8ED4-FE9DAA36CFCA}" srcOrd="1" destOrd="0" presId="urn:microsoft.com/office/officeart/2005/8/layout/orgChart1"/>
    <dgm:cxn modelId="{A79B416F-05F1-4C20-97AA-68FC8E186FE2}" type="presOf" srcId="{D434509D-47B5-4FEA-96C4-B495733BE72B}" destId="{5DFD3409-AC85-494B-89FC-19BC990252FD}" srcOrd="0" destOrd="0" presId="urn:microsoft.com/office/officeart/2005/8/layout/orgChart1"/>
    <dgm:cxn modelId="{AD0AE272-C76E-49BD-B9C7-D2AC0FD96E84}" type="presOf" srcId="{3F369999-2A0F-4B78-8ADB-D233F28BE008}" destId="{830F0B76-6E58-4B37-96CC-05C87F21B6DD}" srcOrd="1" destOrd="0" presId="urn:microsoft.com/office/officeart/2005/8/layout/orgChart1"/>
    <dgm:cxn modelId="{A45A8773-9CC4-431D-B474-73DBB65ED7C9}" type="presOf" srcId="{88F2BC0E-0E0F-434A-9B1C-6271FDF852CB}" destId="{13DFB2C0-17C1-4CAD-AD87-26AAD60DCB44}" srcOrd="0" destOrd="0" presId="urn:microsoft.com/office/officeart/2005/8/layout/orgChart1"/>
    <dgm:cxn modelId="{67338F74-3638-4094-8469-FF2AE2C07C0A}" type="presOf" srcId="{49584DB4-970E-4352-AEA5-08EF35680950}" destId="{9481B9A0-AA8E-4AA3-8FBA-978A50A3B661}" srcOrd="0" destOrd="0" presId="urn:microsoft.com/office/officeart/2005/8/layout/orgChart1"/>
    <dgm:cxn modelId="{3E0B9A76-F78F-4836-9444-C006B0CC56BC}" type="presOf" srcId="{E791FE9B-D4B2-45CD-81A7-A0670346E957}" destId="{8978E9A8-AD52-4DA4-9A45-E9BF710EAD7B}" srcOrd="0" destOrd="0" presId="urn:microsoft.com/office/officeart/2005/8/layout/orgChart1"/>
    <dgm:cxn modelId="{F938445A-5393-483E-B439-2C09F3DB1FAF}" type="presOf" srcId="{3728E84C-6DE8-46ED-9F5D-C6E054D1DE83}" destId="{887B108E-D2AD-4FB5-B7DD-2E69241C052A}" srcOrd="1" destOrd="0" presId="urn:microsoft.com/office/officeart/2005/8/layout/orgChart1"/>
    <dgm:cxn modelId="{F753495A-39FB-44B2-92B1-96F422355BEF}" srcId="{E791FE9B-D4B2-45CD-81A7-A0670346E957}" destId="{C7FBE7B3-AC00-496F-912A-3CF21C073822}" srcOrd="3" destOrd="0" parTransId="{310A5EEA-E269-45DD-88A2-8B43957F7A22}" sibTransId="{6FA27130-7822-4ABB-83EF-9C850408D997}"/>
    <dgm:cxn modelId="{A1FF937E-BB95-4E45-82D6-4A982DF17F68}" type="presOf" srcId="{D7FBF742-50B9-408D-9895-EC1BD4160880}" destId="{9BA43684-D718-4061-B9DD-180E06D0FF9C}" srcOrd="0" destOrd="0" presId="urn:microsoft.com/office/officeart/2005/8/layout/orgChart1"/>
    <dgm:cxn modelId="{CCB3D082-2DC9-48B9-968B-BBD6B36CA43D}" type="presOf" srcId="{5DB6E7FC-8E86-4CFA-903C-052AC3B562D9}" destId="{CAF836CF-E661-4F2C-AFCE-3DC5DD59C340}" srcOrd="0" destOrd="0" presId="urn:microsoft.com/office/officeart/2005/8/layout/orgChart1"/>
    <dgm:cxn modelId="{434F5484-4D23-466D-A43A-0535E699B6FF}" type="presOf" srcId="{4C047AD8-65AD-491C-9BB5-0C26A01CE9A6}" destId="{F3C0B49A-10F8-45D4-B950-FCCA906B2204}" srcOrd="0" destOrd="0" presId="urn:microsoft.com/office/officeart/2005/8/layout/orgChart1"/>
    <dgm:cxn modelId="{86684587-A3F1-4C68-BCA1-CE971723E25A}" type="presOf" srcId="{6BA9870F-5611-4665-90BC-D75E3670A0FD}" destId="{4AA497BE-F07B-4DB2-9743-03E3012018C7}" srcOrd="1" destOrd="0" presId="urn:microsoft.com/office/officeart/2005/8/layout/orgChart1"/>
    <dgm:cxn modelId="{67AA7E8C-523B-401A-9F86-ACAF3C509CE5}" type="presOf" srcId="{1FCA5C2A-D00A-47DB-94D8-296A5C0F07A1}" destId="{26D73252-2734-47E6-92B8-9A5D340E40EB}" srcOrd="0" destOrd="0" presId="urn:microsoft.com/office/officeart/2005/8/layout/orgChart1"/>
    <dgm:cxn modelId="{EA94868E-DFDE-4F87-AA2D-B355B6F86F4F}" srcId="{E791FE9B-D4B2-45CD-81A7-A0670346E957}" destId="{D434509D-47B5-4FEA-96C4-B495733BE72B}" srcOrd="2" destOrd="0" parTransId="{115A8527-6392-4A55-9E62-E19BF5D1216B}" sibTransId="{F6760476-F242-4121-A8DF-3467662B9EE9}"/>
    <dgm:cxn modelId="{1C695890-D214-40B2-9CB1-24BE31F93744}" type="presOf" srcId="{E06F6BE3-E3C5-408D-B5B1-72D6482EDE1F}" destId="{E03A14B1-FDE7-48EC-ADF9-909043BE2E4F}" srcOrd="0" destOrd="0" presId="urn:microsoft.com/office/officeart/2005/8/layout/orgChart1"/>
    <dgm:cxn modelId="{C0F95F92-6D0A-4C46-AEEB-0A386F1ACF39}" type="presOf" srcId="{351270EE-4080-4C87-A114-528A36EF29D6}" destId="{1E76EC7C-7E27-46D4-B594-7122D6A73329}" srcOrd="0" destOrd="0" presId="urn:microsoft.com/office/officeart/2005/8/layout/orgChart1"/>
    <dgm:cxn modelId="{40C3A395-3D02-4182-A6B7-6635957822AD}" type="presOf" srcId="{D830A7FA-2020-4245-84A0-4BBDA1428D7C}" destId="{25AB971C-ED56-44FB-B8E2-C1D96783F896}" srcOrd="0" destOrd="0" presId="urn:microsoft.com/office/officeart/2005/8/layout/orgChart1"/>
    <dgm:cxn modelId="{C13B8E97-87CA-4195-88FE-E24E070212B6}" srcId="{48C5F368-C681-4052-B096-3A0F8015AF3F}" destId="{2EF2E66A-EABF-4E9C-B29B-8DA50EF48F3F}" srcOrd="1" destOrd="0" parTransId="{E06F6BE3-E3C5-408D-B5B1-72D6482EDE1F}" sibTransId="{1EAD10B8-DFE5-4AFB-B1B3-AF70D6AA8551}"/>
    <dgm:cxn modelId="{76E0A69C-2032-4141-9435-2B9894E368BA}" type="presOf" srcId="{9360A5A8-DF18-4D2C-A9B5-04AFDE43DD4D}" destId="{22CC414A-8EE5-4FA0-BEBB-0CD579836953}" srcOrd="0" destOrd="0" presId="urn:microsoft.com/office/officeart/2005/8/layout/orgChart1"/>
    <dgm:cxn modelId="{B519ABA1-A997-4443-A213-BBF3BD97198C}" type="presOf" srcId="{C7FBE7B3-AC00-496F-912A-3CF21C073822}" destId="{B53247A5-E6CE-457A-A75F-29AE07E30403}" srcOrd="0" destOrd="0" presId="urn:microsoft.com/office/officeart/2005/8/layout/orgChart1"/>
    <dgm:cxn modelId="{A68D08A3-87F2-4F89-8341-51B90342E4F8}" type="presOf" srcId="{697EFD5A-53A4-4369-8BB5-0A5D52B3F5C4}" destId="{719A3A58-5360-4B8E-B4A1-783EC76FEC84}" srcOrd="0" destOrd="0" presId="urn:microsoft.com/office/officeart/2005/8/layout/orgChart1"/>
    <dgm:cxn modelId="{5E2B36A3-F23E-4327-A2F2-60451C8ADC31}" type="presOf" srcId="{5DB6E7FC-8E86-4CFA-903C-052AC3B562D9}" destId="{951B022B-D0C5-489C-A335-407A793CDD3F}" srcOrd="1" destOrd="0" presId="urn:microsoft.com/office/officeart/2005/8/layout/orgChart1"/>
    <dgm:cxn modelId="{9ABE21A6-C87D-4BD1-9CFB-D8578C651940}" srcId="{D830A7FA-2020-4245-84A0-4BBDA1428D7C}" destId="{1346B340-C378-4540-B3C2-B50B07EA5981}" srcOrd="1" destOrd="0" parTransId="{351270EE-4080-4C87-A114-528A36EF29D6}" sibTransId="{1F50C76E-54BB-49D4-8FD0-5E5F908FDE8E}"/>
    <dgm:cxn modelId="{51286CA9-6E58-4C7B-9A35-F8618C541BFF}" type="presOf" srcId="{3728E84C-6DE8-46ED-9F5D-C6E054D1DE83}" destId="{733B1764-C9B2-42A1-ADC6-4CE3E4B1DF84}" srcOrd="0" destOrd="0" presId="urn:microsoft.com/office/officeart/2005/8/layout/orgChart1"/>
    <dgm:cxn modelId="{2F2A23AC-890A-451E-9BFC-4FAB05D132C5}" srcId="{1FCA5C2A-D00A-47DB-94D8-296A5C0F07A1}" destId="{5DB6E7FC-8E86-4CFA-903C-052AC3B562D9}" srcOrd="1" destOrd="0" parTransId="{9360A5A8-DF18-4D2C-A9B5-04AFDE43DD4D}" sibTransId="{4058D9A2-4292-4A5D-B76E-0F978ABCFB32}"/>
    <dgm:cxn modelId="{A007B7B8-466C-43D6-8680-B58D7FEE99F3}" type="presOf" srcId="{23C91CAE-8232-4AEE-85E3-2F9FA5145E68}" destId="{B4552653-A6E1-4AF3-BC5D-886A13EB03DE}" srcOrd="0" destOrd="0" presId="urn:microsoft.com/office/officeart/2005/8/layout/orgChart1"/>
    <dgm:cxn modelId="{AE4368C6-10CA-43A3-8B41-B8ECBB18F987}" type="presOf" srcId="{C7FBE7B3-AC00-496F-912A-3CF21C073822}" destId="{C805CBE5-C678-48A7-9FAB-18E04068A5DF}" srcOrd="1" destOrd="0" presId="urn:microsoft.com/office/officeart/2005/8/layout/orgChart1"/>
    <dgm:cxn modelId="{83AC0AD1-4E45-4BB6-A39A-ACC93E9D89AA}" srcId="{48C5F368-C681-4052-B096-3A0F8015AF3F}" destId="{D830A7FA-2020-4245-84A0-4BBDA1428D7C}" srcOrd="3" destOrd="0" parTransId="{E8069FC4-8382-4E07-87F1-8035DF572B01}" sibTransId="{35BD7FC8-F834-4574-A430-8815B5F06414}"/>
    <dgm:cxn modelId="{49CC43D4-EF71-4BFE-9A76-2FF37CC37E94}" type="presOf" srcId="{D434509D-47B5-4FEA-96C4-B495733BE72B}" destId="{6E0A31F3-68FF-446E-BFE4-058B8B7957B0}" srcOrd="1" destOrd="0" presId="urn:microsoft.com/office/officeart/2005/8/layout/orgChart1"/>
    <dgm:cxn modelId="{6F4F19D5-4F26-4993-9CDD-A7A1C4C819F1}" srcId="{48C5F368-C681-4052-B096-3A0F8015AF3F}" destId="{E791FE9B-D4B2-45CD-81A7-A0670346E957}" srcOrd="0" destOrd="0" parTransId="{D7FBF742-50B9-408D-9895-EC1BD4160880}" sibTransId="{472BCCC4-8197-4020-BA89-D3F83FD5C1AA}"/>
    <dgm:cxn modelId="{DD1E38D8-E13C-47B6-8F52-4B84A3A28349}" type="presOf" srcId="{48C5F368-C681-4052-B096-3A0F8015AF3F}" destId="{D3A1523F-49BB-4CEA-8695-B2331B958B06}" srcOrd="0" destOrd="0" presId="urn:microsoft.com/office/officeart/2005/8/layout/orgChart1"/>
    <dgm:cxn modelId="{11058BD8-2867-4690-8619-75981A49E1F7}" type="presOf" srcId="{2EF2E66A-EABF-4E9C-B29B-8DA50EF48F3F}" destId="{3CE60CC4-84DF-43F5-9E4D-E34025C1FE9D}" srcOrd="0" destOrd="0" presId="urn:microsoft.com/office/officeart/2005/8/layout/orgChart1"/>
    <dgm:cxn modelId="{4202B4DE-862D-4B05-B56A-7E5471A8E0B0}" type="presOf" srcId="{FABE525B-FEA6-4267-8731-F73D4533C81D}" destId="{384C938F-2A56-4583-9C11-3AB047A1350B}" srcOrd="0" destOrd="0" presId="urn:microsoft.com/office/officeart/2005/8/layout/orgChart1"/>
    <dgm:cxn modelId="{4C12C3E2-20C9-46EE-997C-2B1327410AB2}" type="presOf" srcId="{52131A28-A424-4E41-B47E-C28A0BDBEEF4}" destId="{BA899DFF-57E5-4FD3-A14E-ED5BE4EFA48C}" srcOrd="0" destOrd="0" presId="urn:microsoft.com/office/officeart/2005/8/layout/orgChart1"/>
    <dgm:cxn modelId="{97BB28EC-8EF8-49C7-82C0-35B41A30069A}" srcId="{D830A7FA-2020-4245-84A0-4BBDA1428D7C}" destId="{3728E84C-6DE8-46ED-9F5D-C6E054D1DE83}" srcOrd="0" destOrd="0" parTransId="{4C047AD8-65AD-491C-9BB5-0C26A01CE9A6}" sibTransId="{A07CD5F4-2A3B-4B16-BAA0-DDE1B63D3A14}"/>
    <dgm:cxn modelId="{18F634EE-DF2B-4E1B-A295-B82A9898716C}" srcId="{52131A28-A424-4E41-B47E-C28A0BDBEEF4}" destId="{48C5F368-C681-4052-B096-3A0F8015AF3F}" srcOrd="0" destOrd="0" parTransId="{1F72F788-C320-41BA-9E69-12D637C908E3}" sibTransId="{4D1C77E1-EFB8-4F54-B225-6C02DC0B0BE0}"/>
    <dgm:cxn modelId="{8E1362EF-3352-4D0C-B53D-C0873DCDEF33}" type="presOf" srcId="{1346B340-C378-4540-B3C2-B50B07EA5981}" destId="{58CC7FE4-81C3-4F94-8597-23385EE87A05}" srcOrd="1" destOrd="0" presId="urn:microsoft.com/office/officeart/2005/8/layout/orgChart1"/>
    <dgm:cxn modelId="{18C882EF-B3C9-479D-8BD1-FC0ABD31AABA}" type="presOf" srcId="{3F369999-2A0F-4B78-8ADB-D233F28BE008}" destId="{B6E6FF56-CED0-4C5E-927A-819FE4AB0AE1}" srcOrd="0" destOrd="0" presId="urn:microsoft.com/office/officeart/2005/8/layout/orgChart1"/>
    <dgm:cxn modelId="{64A239F1-4905-4687-873B-8DFC6E39018B}" type="presOf" srcId="{C276ADC7-BD10-4474-B190-9901B8F92AA1}" destId="{9FAAC6E9-0088-4FD5-97D3-971149FD8454}" srcOrd="0" destOrd="0" presId="urn:microsoft.com/office/officeart/2005/8/layout/orgChart1"/>
    <dgm:cxn modelId="{D4495FF6-B2EB-487E-ACF9-8A87EB85737D}" type="presOf" srcId="{D62ACFBC-D2BC-4EE6-8E27-FBDD6DC318DC}" destId="{D7244CE9-55BB-4D40-B590-10D06086871C}" srcOrd="0" destOrd="0" presId="urn:microsoft.com/office/officeart/2005/8/layout/orgChart1"/>
    <dgm:cxn modelId="{B0E3E9FB-2688-4896-A9CB-918F75B29546}" srcId="{2EF2E66A-EABF-4E9C-B29B-8DA50EF48F3F}" destId="{23C91CAE-8232-4AEE-85E3-2F9FA5145E68}" srcOrd="1" destOrd="0" parTransId="{DD003328-E2C2-4EB2-9612-235508FC9B19}" sibTransId="{A9168F05-0457-45F1-B365-3DBDCDC3CF17}"/>
    <dgm:cxn modelId="{FC9AB8FC-5B4B-4556-8C72-908ECD9ECFCA}" type="presOf" srcId="{1FCA5C2A-D00A-47DB-94D8-296A5C0F07A1}" destId="{0142BCD5-0B2E-43A7-B8F3-91A2D34FA60B}" srcOrd="1" destOrd="0" presId="urn:microsoft.com/office/officeart/2005/8/layout/orgChart1"/>
    <dgm:cxn modelId="{FD30D0FF-0956-4A5E-BD7F-863D61115DCE}" type="presOf" srcId="{E026959F-B463-456A-B268-BD8605823DB4}" destId="{2080E620-9DEB-49B4-8BA5-8CD252656FB9}" srcOrd="0" destOrd="0" presId="urn:microsoft.com/office/officeart/2005/8/layout/orgChart1"/>
    <dgm:cxn modelId="{47E1C964-1678-43FC-93FA-26EA77A068A1}" type="presParOf" srcId="{BA899DFF-57E5-4FD3-A14E-ED5BE4EFA48C}" destId="{8B13B484-E441-43CF-9543-95F96D473543}" srcOrd="0" destOrd="0" presId="urn:microsoft.com/office/officeart/2005/8/layout/orgChart1"/>
    <dgm:cxn modelId="{19B4DC7F-E7EF-4EF3-8A6A-74CABA9DB839}" type="presParOf" srcId="{8B13B484-E441-43CF-9543-95F96D473543}" destId="{7365CC60-EED1-40A7-BE27-6E4EF28F1084}" srcOrd="0" destOrd="0" presId="urn:microsoft.com/office/officeart/2005/8/layout/orgChart1"/>
    <dgm:cxn modelId="{3657B5EB-5E95-4280-9F3B-45569DFD236C}" type="presParOf" srcId="{7365CC60-EED1-40A7-BE27-6E4EF28F1084}" destId="{D3A1523F-49BB-4CEA-8695-B2331B958B06}" srcOrd="0" destOrd="0" presId="urn:microsoft.com/office/officeart/2005/8/layout/orgChart1"/>
    <dgm:cxn modelId="{BF79865E-75B0-414E-A6EB-44789BA49006}" type="presParOf" srcId="{7365CC60-EED1-40A7-BE27-6E4EF28F1084}" destId="{D208A4AA-20F2-4B17-8EC7-C5A83EAE5E71}" srcOrd="1" destOrd="0" presId="urn:microsoft.com/office/officeart/2005/8/layout/orgChart1"/>
    <dgm:cxn modelId="{6C2AA615-F575-41C8-8E4C-2205DECEB81B}" type="presParOf" srcId="{8B13B484-E441-43CF-9543-95F96D473543}" destId="{98CE3E71-EB8A-4158-9771-453A0B28DCE9}" srcOrd="1" destOrd="0" presId="urn:microsoft.com/office/officeart/2005/8/layout/orgChart1"/>
    <dgm:cxn modelId="{60D36372-DAEB-40CF-B221-8BFBB4E4B529}" type="presParOf" srcId="{8B13B484-E441-43CF-9543-95F96D473543}" destId="{4D56F0D1-1562-49C8-B788-179F8DF69DB8}" srcOrd="2" destOrd="0" presId="urn:microsoft.com/office/officeart/2005/8/layout/orgChart1"/>
    <dgm:cxn modelId="{94D361DF-BAF6-4974-B0A0-309E3D087D9B}" type="presParOf" srcId="{4D56F0D1-1562-49C8-B788-179F8DF69DB8}" destId="{9BA43684-D718-4061-B9DD-180E06D0FF9C}" srcOrd="0" destOrd="0" presId="urn:microsoft.com/office/officeart/2005/8/layout/orgChart1"/>
    <dgm:cxn modelId="{A144A21C-B905-416F-A9B9-3762C746E1CF}" type="presParOf" srcId="{4D56F0D1-1562-49C8-B788-179F8DF69DB8}" destId="{56E01C9F-02EA-453E-8244-BFD98141E88C}" srcOrd="1" destOrd="0" presId="urn:microsoft.com/office/officeart/2005/8/layout/orgChart1"/>
    <dgm:cxn modelId="{6D325B05-053F-491C-8408-D19B99A5C614}" type="presParOf" srcId="{56E01C9F-02EA-453E-8244-BFD98141E88C}" destId="{C3D4FA0D-3FB2-4D9C-9E7B-407B6241FD4C}" srcOrd="0" destOrd="0" presId="urn:microsoft.com/office/officeart/2005/8/layout/orgChart1"/>
    <dgm:cxn modelId="{D2995B86-F3C4-4808-B32D-16AA3B2AAAB0}" type="presParOf" srcId="{C3D4FA0D-3FB2-4D9C-9E7B-407B6241FD4C}" destId="{8978E9A8-AD52-4DA4-9A45-E9BF710EAD7B}" srcOrd="0" destOrd="0" presId="urn:microsoft.com/office/officeart/2005/8/layout/orgChart1"/>
    <dgm:cxn modelId="{07FF25B1-BEB1-4083-8CCB-566F5C3F58E8}" type="presParOf" srcId="{C3D4FA0D-3FB2-4D9C-9E7B-407B6241FD4C}" destId="{76195216-F04A-4A57-843C-67F30CF886E7}" srcOrd="1" destOrd="0" presId="urn:microsoft.com/office/officeart/2005/8/layout/orgChart1"/>
    <dgm:cxn modelId="{FCAF9B96-C1B1-460A-8264-AEC9A0662909}" type="presParOf" srcId="{56E01C9F-02EA-453E-8244-BFD98141E88C}" destId="{EE5E53A6-52E1-4460-ADB3-CF27125305E9}" srcOrd="1" destOrd="0" presId="urn:microsoft.com/office/officeart/2005/8/layout/orgChart1"/>
    <dgm:cxn modelId="{62A09477-BC0A-4BC9-92AB-4A0D18569F5B}" type="presParOf" srcId="{56E01C9F-02EA-453E-8244-BFD98141E88C}" destId="{FF119A33-402F-460A-AA15-17FD9480D151}" srcOrd="2" destOrd="0" presId="urn:microsoft.com/office/officeart/2005/8/layout/orgChart1"/>
    <dgm:cxn modelId="{2038612C-8791-4EB0-B372-A07AA9E36D7C}" type="presParOf" srcId="{FF119A33-402F-460A-AA15-17FD9480D151}" destId="{950266AB-4BC2-45AA-8ACD-C065342701B1}" srcOrd="0" destOrd="0" presId="urn:microsoft.com/office/officeart/2005/8/layout/orgChart1"/>
    <dgm:cxn modelId="{12F7F602-E113-4A77-8830-3DAC939D0394}" type="presParOf" srcId="{FF119A33-402F-460A-AA15-17FD9480D151}" destId="{5DA0E5ED-603E-4464-A314-E53D0C1A354D}" srcOrd="1" destOrd="0" presId="urn:microsoft.com/office/officeart/2005/8/layout/orgChart1"/>
    <dgm:cxn modelId="{F9675756-9E5E-42F7-84F3-4EA0CD355536}" type="presParOf" srcId="{5DA0E5ED-603E-4464-A314-E53D0C1A354D}" destId="{C95954FA-79B7-4F0F-994F-9D1C71DC5C30}" srcOrd="0" destOrd="0" presId="urn:microsoft.com/office/officeart/2005/8/layout/orgChart1"/>
    <dgm:cxn modelId="{77DBEB7A-BF07-4660-A8FA-DE968249768B}" type="presParOf" srcId="{C95954FA-79B7-4F0F-994F-9D1C71DC5C30}" destId="{99071ED7-1CFB-4F13-9C1F-8783D318FD4B}" srcOrd="0" destOrd="0" presId="urn:microsoft.com/office/officeart/2005/8/layout/orgChart1"/>
    <dgm:cxn modelId="{F1673F92-5A1C-4E55-81B2-48C6D16B8AED}" type="presParOf" srcId="{C95954FA-79B7-4F0F-994F-9D1C71DC5C30}" destId="{4AA497BE-F07B-4DB2-9743-03E3012018C7}" srcOrd="1" destOrd="0" presId="urn:microsoft.com/office/officeart/2005/8/layout/orgChart1"/>
    <dgm:cxn modelId="{26C3D9A5-C78F-46A0-97A7-B55A096C3FB5}" type="presParOf" srcId="{5DA0E5ED-603E-4464-A314-E53D0C1A354D}" destId="{F2084BCC-0BEE-43E2-AD40-CE4576D8A8B7}" srcOrd="1" destOrd="0" presId="urn:microsoft.com/office/officeart/2005/8/layout/orgChart1"/>
    <dgm:cxn modelId="{0659E019-344D-4E35-936D-4C3BDF29C71C}" type="presParOf" srcId="{5DA0E5ED-603E-4464-A314-E53D0C1A354D}" destId="{A445386F-FCD2-44A5-AA0B-C0E6A3B3992C}" srcOrd="2" destOrd="0" presId="urn:microsoft.com/office/officeart/2005/8/layout/orgChart1"/>
    <dgm:cxn modelId="{35F3A423-7C85-46B2-9EF9-073561355A2F}" type="presParOf" srcId="{FF119A33-402F-460A-AA15-17FD9480D151}" destId="{2080E620-9DEB-49B4-8BA5-8CD252656FB9}" srcOrd="2" destOrd="0" presId="urn:microsoft.com/office/officeart/2005/8/layout/orgChart1"/>
    <dgm:cxn modelId="{919D6A3D-F027-4D83-B71A-02ABFCF38B47}" type="presParOf" srcId="{FF119A33-402F-460A-AA15-17FD9480D151}" destId="{9AFF40E3-9714-43E2-825A-E735047D84F0}" srcOrd="3" destOrd="0" presId="urn:microsoft.com/office/officeart/2005/8/layout/orgChart1"/>
    <dgm:cxn modelId="{A77E6A83-A1E0-47C0-AB03-8E4B808974EE}" type="presParOf" srcId="{9AFF40E3-9714-43E2-825A-E735047D84F0}" destId="{9FEE59E6-1A2F-4610-A905-F11B3A04FD7A}" srcOrd="0" destOrd="0" presId="urn:microsoft.com/office/officeart/2005/8/layout/orgChart1"/>
    <dgm:cxn modelId="{26B0D28F-5365-4AE8-B4E4-BC333AC5E6E2}" type="presParOf" srcId="{9FEE59E6-1A2F-4610-A905-F11B3A04FD7A}" destId="{B6E6FF56-CED0-4C5E-927A-819FE4AB0AE1}" srcOrd="0" destOrd="0" presId="urn:microsoft.com/office/officeart/2005/8/layout/orgChart1"/>
    <dgm:cxn modelId="{9102869C-7A77-4D84-A108-F162E00D574F}" type="presParOf" srcId="{9FEE59E6-1A2F-4610-A905-F11B3A04FD7A}" destId="{830F0B76-6E58-4B37-96CC-05C87F21B6DD}" srcOrd="1" destOrd="0" presId="urn:microsoft.com/office/officeart/2005/8/layout/orgChart1"/>
    <dgm:cxn modelId="{A3F566DE-4158-4659-893E-323CCE1309FA}" type="presParOf" srcId="{9AFF40E3-9714-43E2-825A-E735047D84F0}" destId="{3168BAFC-02AE-457B-B09C-02ED35C59F78}" srcOrd="1" destOrd="0" presId="urn:microsoft.com/office/officeart/2005/8/layout/orgChart1"/>
    <dgm:cxn modelId="{A27486C6-BDB1-4A63-923D-0FDE1DEE83F3}" type="presParOf" srcId="{9AFF40E3-9714-43E2-825A-E735047D84F0}" destId="{59208B4E-01A0-4557-A688-C1B427C3028F}" srcOrd="2" destOrd="0" presId="urn:microsoft.com/office/officeart/2005/8/layout/orgChart1"/>
    <dgm:cxn modelId="{1B2C5C89-EC5D-4D31-920B-8FDF9DFF5554}" type="presParOf" srcId="{FF119A33-402F-460A-AA15-17FD9480D151}" destId="{5284E866-0F9B-4242-A6AA-9CFDEA6064BB}" srcOrd="4" destOrd="0" presId="urn:microsoft.com/office/officeart/2005/8/layout/orgChart1"/>
    <dgm:cxn modelId="{CFAE5463-1A7C-4577-814B-C43499462B39}" type="presParOf" srcId="{FF119A33-402F-460A-AA15-17FD9480D151}" destId="{1F9F8881-42D1-4B2E-AF4F-CDB4E34A1100}" srcOrd="5" destOrd="0" presId="urn:microsoft.com/office/officeart/2005/8/layout/orgChart1"/>
    <dgm:cxn modelId="{E66ADF82-AA16-4BD4-A546-26CA44019A36}" type="presParOf" srcId="{1F9F8881-42D1-4B2E-AF4F-CDB4E34A1100}" destId="{A56653E4-5790-4B0B-9741-568650DE4387}" srcOrd="0" destOrd="0" presId="urn:microsoft.com/office/officeart/2005/8/layout/orgChart1"/>
    <dgm:cxn modelId="{E667121A-A7C8-4EEB-AFA5-A37B0B63D4A7}" type="presParOf" srcId="{A56653E4-5790-4B0B-9741-568650DE4387}" destId="{5DFD3409-AC85-494B-89FC-19BC990252FD}" srcOrd="0" destOrd="0" presId="urn:microsoft.com/office/officeart/2005/8/layout/orgChart1"/>
    <dgm:cxn modelId="{2AA6FF9A-023A-42E7-AF1C-5F466F2A6CA8}" type="presParOf" srcId="{A56653E4-5790-4B0B-9741-568650DE4387}" destId="{6E0A31F3-68FF-446E-BFE4-058B8B7957B0}" srcOrd="1" destOrd="0" presId="urn:microsoft.com/office/officeart/2005/8/layout/orgChart1"/>
    <dgm:cxn modelId="{0DF20E7C-1DB6-47F7-B3AF-C740339D6FCE}" type="presParOf" srcId="{1F9F8881-42D1-4B2E-AF4F-CDB4E34A1100}" destId="{89557DE5-4E2D-4AFA-88D3-D32AD05F38E7}" srcOrd="1" destOrd="0" presId="urn:microsoft.com/office/officeart/2005/8/layout/orgChart1"/>
    <dgm:cxn modelId="{D4E2C84D-39F1-4681-BB05-8D1BB63087EF}" type="presParOf" srcId="{1F9F8881-42D1-4B2E-AF4F-CDB4E34A1100}" destId="{6CD12FDE-03FD-40F0-A5C1-2D989083270C}" srcOrd="2" destOrd="0" presId="urn:microsoft.com/office/officeart/2005/8/layout/orgChart1"/>
    <dgm:cxn modelId="{51835A1C-6A68-46E2-9010-535A0FF15BF7}" type="presParOf" srcId="{FF119A33-402F-460A-AA15-17FD9480D151}" destId="{B5584A93-75F3-4CD0-9520-708788790820}" srcOrd="6" destOrd="0" presId="urn:microsoft.com/office/officeart/2005/8/layout/orgChart1"/>
    <dgm:cxn modelId="{43E2399A-38F8-4456-8F61-5796C025646E}" type="presParOf" srcId="{FF119A33-402F-460A-AA15-17FD9480D151}" destId="{3AB1C125-8EE5-46DC-9F7C-8434537B1ADC}" srcOrd="7" destOrd="0" presId="urn:microsoft.com/office/officeart/2005/8/layout/orgChart1"/>
    <dgm:cxn modelId="{23A9FE02-9793-4D1E-A3C5-DB247A5DAD39}" type="presParOf" srcId="{3AB1C125-8EE5-46DC-9F7C-8434537B1ADC}" destId="{3AE12E9A-F80C-408E-82C8-A52D20593922}" srcOrd="0" destOrd="0" presId="urn:microsoft.com/office/officeart/2005/8/layout/orgChart1"/>
    <dgm:cxn modelId="{85712AF7-F2A4-466B-B4EA-731950249EFA}" type="presParOf" srcId="{3AE12E9A-F80C-408E-82C8-A52D20593922}" destId="{B53247A5-E6CE-457A-A75F-29AE07E30403}" srcOrd="0" destOrd="0" presId="urn:microsoft.com/office/officeart/2005/8/layout/orgChart1"/>
    <dgm:cxn modelId="{CD681CF2-2FF8-4ECE-91BF-B0814B94ADBD}" type="presParOf" srcId="{3AE12E9A-F80C-408E-82C8-A52D20593922}" destId="{C805CBE5-C678-48A7-9FAB-18E04068A5DF}" srcOrd="1" destOrd="0" presId="urn:microsoft.com/office/officeart/2005/8/layout/orgChart1"/>
    <dgm:cxn modelId="{4F4630D3-7DCC-49BC-9A7E-E42D31364E84}" type="presParOf" srcId="{3AB1C125-8EE5-46DC-9F7C-8434537B1ADC}" destId="{298BF0BF-E2EC-4806-87B5-F76826400FE7}" srcOrd="1" destOrd="0" presId="urn:microsoft.com/office/officeart/2005/8/layout/orgChart1"/>
    <dgm:cxn modelId="{931BA7C8-0A38-46BE-802B-9E4402CAEBFE}" type="presParOf" srcId="{3AB1C125-8EE5-46DC-9F7C-8434537B1ADC}" destId="{7A6DAA16-AEEF-4A34-A747-EA62B1F789E4}" srcOrd="2" destOrd="0" presId="urn:microsoft.com/office/officeart/2005/8/layout/orgChart1"/>
    <dgm:cxn modelId="{7FA96804-E311-4CE8-B7F5-6893A1C432DD}" type="presParOf" srcId="{4D56F0D1-1562-49C8-B788-179F8DF69DB8}" destId="{E03A14B1-FDE7-48EC-ADF9-909043BE2E4F}" srcOrd="2" destOrd="0" presId="urn:microsoft.com/office/officeart/2005/8/layout/orgChart1"/>
    <dgm:cxn modelId="{B9329C1F-88FB-4BA3-B6F9-D66E762092FB}" type="presParOf" srcId="{4D56F0D1-1562-49C8-B788-179F8DF69DB8}" destId="{8FCC3F1A-6325-44E4-B604-A040BC5DDB1C}" srcOrd="3" destOrd="0" presId="urn:microsoft.com/office/officeart/2005/8/layout/orgChart1"/>
    <dgm:cxn modelId="{825CB13E-E330-4659-B051-80BD73DEE472}" type="presParOf" srcId="{8FCC3F1A-6325-44E4-B604-A040BC5DDB1C}" destId="{D8A59EE5-ABBD-40A4-93AF-4B5D57DE1342}" srcOrd="0" destOrd="0" presId="urn:microsoft.com/office/officeart/2005/8/layout/orgChart1"/>
    <dgm:cxn modelId="{CBC449B8-F8B3-4F61-914D-B2594C20981E}" type="presParOf" srcId="{D8A59EE5-ABBD-40A4-93AF-4B5D57DE1342}" destId="{3CE60CC4-84DF-43F5-9E4D-E34025C1FE9D}" srcOrd="0" destOrd="0" presId="urn:microsoft.com/office/officeart/2005/8/layout/orgChart1"/>
    <dgm:cxn modelId="{5D332F20-4861-456B-BDD7-1FE5582A730B}" type="presParOf" srcId="{D8A59EE5-ABBD-40A4-93AF-4B5D57DE1342}" destId="{A176CBEC-C141-4DB4-9C91-D2E1813C9F8B}" srcOrd="1" destOrd="0" presId="urn:microsoft.com/office/officeart/2005/8/layout/orgChart1"/>
    <dgm:cxn modelId="{4B94D24B-5C8B-472A-93B9-2037008E1F27}" type="presParOf" srcId="{8FCC3F1A-6325-44E4-B604-A040BC5DDB1C}" destId="{890EAC1B-1395-4017-AB75-F8CD1EFAB2DA}" srcOrd="1" destOrd="0" presId="urn:microsoft.com/office/officeart/2005/8/layout/orgChart1"/>
    <dgm:cxn modelId="{D1E399FB-3EC5-4EB1-94C0-8C2EEBBA5191}" type="presParOf" srcId="{8FCC3F1A-6325-44E4-B604-A040BC5DDB1C}" destId="{EAFCCFCE-5269-479A-9294-124274B45330}" srcOrd="2" destOrd="0" presId="urn:microsoft.com/office/officeart/2005/8/layout/orgChart1"/>
    <dgm:cxn modelId="{68D26E6A-D142-4C0C-92B5-657D3389A275}" type="presParOf" srcId="{EAFCCFCE-5269-479A-9294-124274B45330}" destId="{13DFB2C0-17C1-4CAD-AD87-26AAD60DCB44}" srcOrd="0" destOrd="0" presId="urn:microsoft.com/office/officeart/2005/8/layout/orgChart1"/>
    <dgm:cxn modelId="{45EF379A-6B37-4AA9-9C5D-902D4ED2CEEA}" type="presParOf" srcId="{EAFCCFCE-5269-479A-9294-124274B45330}" destId="{228D8FD7-B349-413B-9345-AB8BA26CBF05}" srcOrd="1" destOrd="0" presId="urn:microsoft.com/office/officeart/2005/8/layout/orgChart1"/>
    <dgm:cxn modelId="{9A83E23B-0BBB-4AC8-B52C-CFDB6DDD82F5}" type="presParOf" srcId="{228D8FD7-B349-413B-9345-AB8BA26CBF05}" destId="{FF27D839-A31F-4DA3-8943-5E18BC479F14}" srcOrd="0" destOrd="0" presId="urn:microsoft.com/office/officeart/2005/8/layout/orgChart1"/>
    <dgm:cxn modelId="{58B9F8FE-C4AE-46BC-B7D1-45DD7AC1C3B9}" type="presParOf" srcId="{FF27D839-A31F-4DA3-8943-5E18BC479F14}" destId="{D7244CE9-55BB-4D40-B590-10D06086871C}" srcOrd="0" destOrd="0" presId="urn:microsoft.com/office/officeart/2005/8/layout/orgChart1"/>
    <dgm:cxn modelId="{E4A168CE-F9A1-4361-88A3-3ADFA41BEA93}" type="presParOf" srcId="{FF27D839-A31F-4DA3-8943-5E18BC479F14}" destId="{FFD2332B-CDAC-40C9-9837-A6F30CE27CAC}" srcOrd="1" destOrd="0" presId="urn:microsoft.com/office/officeart/2005/8/layout/orgChart1"/>
    <dgm:cxn modelId="{862E5AAE-D54C-421F-BB55-9F47D778D8F9}" type="presParOf" srcId="{228D8FD7-B349-413B-9345-AB8BA26CBF05}" destId="{5CFE51C5-A188-418D-86FE-4A373FE92BAC}" srcOrd="1" destOrd="0" presId="urn:microsoft.com/office/officeart/2005/8/layout/orgChart1"/>
    <dgm:cxn modelId="{45EEF281-B102-4358-8C9E-8915D0C0CCFA}" type="presParOf" srcId="{228D8FD7-B349-413B-9345-AB8BA26CBF05}" destId="{1EE12813-97DC-46B6-94D8-9A01F18601D3}" srcOrd="2" destOrd="0" presId="urn:microsoft.com/office/officeart/2005/8/layout/orgChart1"/>
    <dgm:cxn modelId="{9054B930-B5BF-418A-A041-2FA829A4CFE8}" type="presParOf" srcId="{EAFCCFCE-5269-479A-9294-124274B45330}" destId="{3CB9DC15-B953-4AC9-A33C-CC9748CBFAA6}" srcOrd="2" destOrd="0" presId="urn:microsoft.com/office/officeart/2005/8/layout/orgChart1"/>
    <dgm:cxn modelId="{23C43DEC-8500-49D3-8C09-CA00A6A98F6B}" type="presParOf" srcId="{EAFCCFCE-5269-479A-9294-124274B45330}" destId="{0325927F-B327-4701-81C1-944BD758D288}" srcOrd="3" destOrd="0" presId="urn:microsoft.com/office/officeart/2005/8/layout/orgChart1"/>
    <dgm:cxn modelId="{A3A10E8D-1265-48B1-BA47-8A7809542746}" type="presParOf" srcId="{0325927F-B327-4701-81C1-944BD758D288}" destId="{76117165-4490-4EF7-92CF-13316B94CB70}" srcOrd="0" destOrd="0" presId="urn:microsoft.com/office/officeart/2005/8/layout/orgChart1"/>
    <dgm:cxn modelId="{F219E464-4C68-4F5B-AB83-AE63108A49A7}" type="presParOf" srcId="{76117165-4490-4EF7-92CF-13316B94CB70}" destId="{B4552653-A6E1-4AF3-BC5D-886A13EB03DE}" srcOrd="0" destOrd="0" presId="urn:microsoft.com/office/officeart/2005/8/layout/orgChart1"/>
    <dgm:cxn modelId="{8F112004-31DC-437F-BA31-1ACACC860C27}" type="presParOf" srcId="{76117165-4490-4EF7-92CF-13316B94CB70}" destId="{A10ECBE1-44E6-4F42-8ED4-FE9DAA36CFCA}" srcOrd="1" destOrd="0" presId="urn:microsoft.com/office/officeart/2005/8/layout/orgChart1"/>
    <dgm:cxn modelId="{A765D99D-C856-4E26-A23C-73075CE675F2}" type="presParOf" srcId="{0325927F-B327-4701-81C1-944BD758D288}" destId="{4574AD52-2627-4411-BA6B-B037731CC438}" srcOrd="1" destOrd="0" presId="urn:microsoft.com/office/officeart/2005/8/layout/orgChart1"/>
    <dgm:cxn modelId="{F0DE29BD-A69A-481D-A767-C89F8AFF248E}" type="presParOf" srcId="{0325927F-B327-4701-81C1-944BD758D288}" destId="{0144893B-2C8D-44C1-B45D-C8A4400AC726}" srcOrd="2" destOrd="0" presId="urn:microsoft.com/office/officeart/2005/8/layout/orgChart1"/>
    <dgm:cxn modelId="{4C5E658E-3FC3-4F27-AE47-682F1EFB0FB1}" type="presParOf" srcId="{EAFCCFCE-5269-479A-9294-124274B45330}" destId="{384C938F-2A56-4583-9C11-3AB047A1350B}" srcOrd="4" destOrd="0" presId="urn:microsoft.com/office/officeart/2005/8/layout/orgChart1"/>
    <dgm:cxn modelId="{6A842548-5D1D-4E82-A60B-034000379B1D}" type="presParOf" srcId="{EAFCCFCE-5269-479A-9294-124274B45330}" destId="{1D8416EF-18A5-4063-AA9E-3890CE602024}" srcOrd="5" destOrd="0" presId="urn:microsoft.com/office/officeart/2005/8/layout/orgChart1"/>
    <dgm:cxn modelId="{EACF2C78-C0B3-4B54-A0DA-F4B3B5688C72}" type="presParOf" srcId="{1D8416EF-18A5-4063-AA9E-3890CE602024}" destId="{637BFD70-1D39-4764-AC6F-517C72218E42}" srcOrd="0" destOrd="0" presId="urn:microsoft.com/office/officeart/2005/8/layout/orgChart1"/>
    <dgm:cxn modelId="{D3C11E75-1F3C-44E0-9A90-17045C4F769A}" type="presParOf" srcId="{637BFD70-1D39-4764-AC6F-517C72218E42}" destId="{9481B9A0-AA8E-4AA3-8FBA-978A50A3B661}" srcOrd="0" destOrd="0" presId="urn:microsoft.com/office/officeart/2005/8/layout/orgChart1"/>
    <dgm:cxn modelId="{3A4A7555-DFCE-4A0F-89A6-FB80907CF065}" type="presParOf" srcId="{637BFD70-1D39-4764-AC6F-517C72218E42}" destId="{81252566-3443-4133-96C3-2673221B1822}" srcOrd="1" destOrd="0" presId="urn:microsoft.com/office/officeart/2005/8/layout/orgChart1"/>
    <dgm:cxn modelId="{99CBA225-812F-4B46-B20A-21D1443E994F}" type="presParOf" srcId="{1D8416EF-18A5-4063-AA9E-3890CE602024}" destId="{F0CE4C7B-0BED-49A1-9F8A-5C56493CA078}" srcOrd="1" destOrd="0" presId="urn:microsoft.com/office/officeart/2005/8/layout/orgChart1"/>
    <dgm:cxn modelId="{4C995F71-6BFC-4A10-B2F6-1FF98AF02944}" type="presParOf" srcId="{1D8416EF-18A5-4063-AA9E-3890CE602024}" destId="{0B446E79-9718-48FC-9DCD-DC5ACD1A42A5}" srcOrd="2" destOrd="0" presId="urn:microsoft.com/office/officeart/2005/8/layout/orgChart1"/>
    <dgm:cxn modelId="{81B843C0-42BD-45A5-A089-D78733FD6711}" type="presParOf" srcId="{4D56F0D1-1562-49C8-B788-179F8DF69DB8}" destId="{719A3A58-5360-4B8E-B4A1-783EC76FEC84}" srcOrd="4" destOrd="0" presId="urn:microsoft.com/office/officeart/2005/8/layout/orgChart1"/>
    <dgm:cxn modelId="{61B076AA-CD86-4E24-B9AB-A27CF91A6282}" type="presParOf" srcId="{4D56F0D1-1562-49C8-B788-179F8DF69DB8}" destId="{EC787E92-B377-49C8-9F79-63EBD2B92C8B}" srcOrd="5" destOrd="0" presId="urn:microsoft.com/office/officeart/2005/8/layout/orgChart1"/>
    <dgm:cxn modelId="{2E0E00EC-077D-4557-B34C-1A9F690F1AAA}" type="presParOf" srcId="{EC787E92-B377-49C8-9F79-63EBD2B92C8B}" destId="{214174C6-7379-4E91-B66A-CF0523C6F886}" srcOrd="0" destOrd="0" presId="urn:microsoft.com/office/officeart/2005/8/layout/orgChart1"/>
    <dgm:cxn modelId="{DDC18D84-BE51-4FDF-8ED2-9EC7C7542E63}" type="presParOf" srcId="{214174C6-7379-4E91-B66A-CF0523C6F886}" destId="{26D73252-2734-47E6-92B8-9A5D340E40EB}" srcOrd="0" destOrd="0" presId="urn:microsoft.com/office/officeart/2005/8/layout/orgChart1"/>
    <dgm:cxn modelId="{7A5F25B5-BE1E-4BE6-82B5-9CCB0BD6E33E}" type="presParOf" srcId="{214174C6-7379-4E91-B66A-CF0523C6F886}" destId="{0142BCD5-0B2E-43A7-B8F3-91A2D34FA60B}" srcOrd="1" destOrd="0" presId="urn:microsoft.com/office/officeart/2005/8/layout/orgChart1"/>
    <dgm:cxn modelId="{0AA6BD54-DBD7-4763-8D08-B7CD61A3D6BC}" type="presParOf" srcId="{EC787E92-B377-49C8-9F79-63EBD2B92C8B}" destId="{3581A25E-34D9-4988-92FC-C321006F5441}" srcOrd="1" destOrd="0" presId="urn:microsoft.com/office/officeart/2005/8/layout/orgChart1"/>
    <dgm:cxn modelId="{549D2F01-78F3-4E06-B2DA-117D9D64F4A6}" type="presParOf" srcId="{EC787E92-B377-49C8-9F79-63EBD2B92C8B}" destId="{B42C9B39-CD0E-4578-AEE4-4C7CAA87A527}" srcOrd="2" destOrd="0" presId="urn:microsoft.com/office/officeart/2005/8/layout/orgChart1"/>
    <dgm:cxn modelId="{4E1FE6D4-913B-432A-B57F-36945251DB7F}" type="presParOf" srcId="{B42C9B39-CD0E-4578-AEE4-4C7CAA87A527}" destId="{DE8AA6B3-1E3B-45DA-B62B-BFB5619DF217}" srcOrd="0" destOrd="0" presId="urn:microsoft.com/office/officeart/2005/8/layout/orgChart1"/>
    <dgm:cxn modelId="{009F2152-6D13-4A18-AFCB-1E407860B2C6}" type="presParOf" srcId="{B42C9B39-CD0E-4578-AEE4-4C7CAA87A527}" destId="{FEF1CD8D-579E-49C0-9B13-E5D87965C99E}" srcOrd="1" destOrd="0" presId="urn:microsoft.com/office/officeart/2005/8/layout/orgChart1"/>
    <dgm:cxn modelId="{E42E8336-49C6-4519-9822-3EA433BF734D}" type="presParOf" srcId="{FEF1CD8D-579E-49C0-9B13-E5D87965C99E}" destId="{65835BD7-5155-4E51-B6F0-8C1F9D3C587D}" srcOrd="0" destOrd="0" presId="urn:microsoft.com/office/officeart/2005/8/layout/orgChart1"/>
    <dgm:cxn modelId="{4F9C4EE4-DF52-4B82-AC76-F862B5C5CE60}" type="presParOf" srcId="{65835BD7-5155-4E51-B6F0-8C1F9D3C587D}" destId="{9FAAC6E9-0088-4FD5-97D3-971149FD8454}" srcOrd="0" destOrd="0" presId="urn:microsoft.com/office/officeart/2005/8/layout/orgChart1"/>
    <dgm:cxn modelId="{2C372191-2A5C-4119-9D38-927548FB45E4}" type="presParOf" srcId="{65835BD7-5155-4E51-B6F0-8C1F9D3C587D}" destId="{B0D2C853-4046-4721-8EEF-5C00FA3B0533}" srcOrd="1" destOrd="0" presId="urn:microsoft.com/office/officeart/2005/8/layout/orgChart1"/>
    <dgm:cxn modelId="{40E58F20-8658-4D4F-9E3B-8B9C543A9128}" type="presParOf" srcId="{FEF1CD8D-579E-49C0-9B13-E5D87965C99E}" destId="{9298DB31-9BF6-4CB5-90DA-DAE3F3A1E753}" srcOrd="1" destOrd="0" presId="urn:microsoft.com/office/officeart/2005/8/layout/orgChart1"/>
    <dgm:cxn modelId="{4A4730B2-346B-48BE-9D6E-849C286986DA}" type="presParOf" srcId="{FEF1CD8D-579E-49C0-9B13-E5D87965C99E}" destId="{5E7097CB-1B41-4BFC-9088-B75B4CBDFF81}" srcOrd="2" destOrd="0" presId="urn:microsoft.com/office/officeart/2005/8/layout/orgChart1"/>
    <dgm:cxn modelId="{E138E009-9A28-418D-B985-2AFDF1EEF44F}" type="presParOf" srcId="{B42C9B39-CD0E-4578-AEE4-4C7CAA87A527}" destId="{22CC414A-8EE5-4FA0-BEBB-0CD579836953}" srcOrd="2" destOrd="0" presId="urn:microsoft.com/office/officeart/2005/8/layout/orgChart1"/>
    <dgm:cxn modelId="{7A8EB091-CD33-4C14-8DF9-21BF0DB055D4}" type="presParOf" srcId="{B42C9B39-CD0E-4578-AEE4-4C7CAA87A527}" destId="{C8EA43E9-9992-45A0-85BF-A4E5FDE7B463}" srcOrd="3" destOrd="0" presId="urn:microsoft.com/office/officeart/2005/8/layout/orgChart1"/>
    <dgm:cxn modelId="{4AB36B8F-029F-48F3-9796-DB6BC97E6F39}" type="presParOf" srcId="{C8EA43E9-9992-45A0-85BF-A4E5FDE7B463}" destId="{FFA864B8-80BE-4B0A-91ED-7B09AA7ADF88}" srcOrd="0" destOrd="0" presId="urn:microsoft.com/office/officeart/2005/8/layout/orgChart1"/>
    <dgm:cxn modelId="{026CE2F5-6CD0-40A5-9FAA-62CD3F947052}" type="presParOf" srcId="{FFA864B8-80BE-4B0A-91ED-7B09AA7ADF88}" destId="{CAF836CF-E661-4F2C-AFCE-3DC5DD59C340}" srcOrd="0" destOrd="0" presId="urn:microsoft.com/office/officeart/2005/8/layout/orgChart1"/>
    <dgm:cxn modelId="{0E301AE6-8861-42DA-886C-030AD51B6605}" type="presParOf" srcId="{FFA864B8-80BE-4B0A-91ED-7B09AA7ADF88}" destId="{951B022B-D0C5-489C-A335-407A793CDD3F}" srcOrd="1" destOrd="0" presId="urn:microsoft.com/office/officeart/2005/8/layout/orgChart1"/>
    <dgm:cxn modelId="{2FD21FED-82DC-4C31-A179-C9B9ED9BAFE2}" type="presParOf" srcId="{C8EA43E9-9992-45A0-85BF-A4E5FDE7B463}" destId="{2EC465A3-3332-43F5-9470-8C63A3EF7130}" srcOrd="1" destOrd="0" presId="urn:microsoft.com/office/officeart/2005/8/layout/orgChart1"/>
    <dgm:cxn modelId="{3FD008C9-BA21-478C-9545-3BA77868DB41}" type="presParOf" srcId="{C8EA43E9-9992-45A0-85BF-A4E5FDE7B463}" destId="{5AAE1942-DE9A-4FCC-9CCE-7EEE9FC055F3}" srcOrd="2" destOrd="0" presId="urn:microsoft.com/office/officeart/2005/8/layout/orgChart1"/>
    <dgm:cxn modelId="{41C593EC-5019-4F7A-BA46-A00F48A91309}" type="presParOf" srcId="{4D56F0D1-1562-49C8-B788-179F8DF69DB8}" destId="{2317B11E-9EF5-4E87-A2FC-A58724C51C9F}" srcOrd="6" destOrd="0" presId="urn:microsoft.com/office/officeart/2005/8/layout/orgChart1"/>
    <dgm:cxn modelId="{B662CE35-0C92-4DE9-999C-1DCB3F0FD4FD}" type="presParOf" srcId="{4D56F0D1-1562-49C8-B788-179F8DF69DB8}" destId="{95E44379-8BD0-4C5E-9553-A4353F91FEC8}" srcOrd="7" destOrd="0" presId="urn:microsoft.com/office/officeart/2005/8/layout/orgChart1"/>
    <dgm:cxn modelId="{73F0879C-7C02-4D68-8514-64066EBC75EC}" type="presParOf" srcId="{95E44379-8BD0-4C5E-9553-A4353F91FEC8}" destId="{12814B5C-9140-4751-B372-B3FAA128418F}" srcOrd="0" destOrd="0" presId="urn:microsoft.com/office/officeart/2005/8/layout/orgChart1"/>
    <dgm:cxn modelId="{62C97CE4-4281-476B-B67B-655228AC04D6}" type="presParOf" srcId="{12814B5C-9140-4751-B372-B3FAA128418F}" destId="{25AB971C-ED56-44FB-B8E2-C1D96783F896}" srcOrd="0" destOrd="0" presId="urn:microsoft.com/office/officeart/2005/8/layout/orgChart1"/>
    <dgm:cxn modelId="{93D45E1A-C2EF-4A09-AF68-9503B02525ED}" type="presParOf" srcId="{12814B5C-9140-4751-B372-B3FAA128418F}" destId="{07E9AE7D-44B8-464D-93F0-D0460CB05207}" srcOrd="1" destOrd="0" presId="urn:microsoft.com/office/officeart/2005/8/layout/orgChart1"/>
    <dgm:cxn modelId="{5B772950-E8DA-4211-B672-6BE9DEE99889}" type="presParOf" srcId="{95E44379-8BD0-4C5E-9553-A4353F91FEC8}" destId="{C0A5D053-369D-4E6D-A67D-31740586EDE1}" srcOrd="1" destOrd="0" presId="urn:microsoft.com/office/officeart/2005/8/layout/orgChart1"/>
    <dgm:cxn modelId="{BF057483-818B-495F-A844-84C7F3C6E83D}" type="presParOf" srcId="{95E44379-8BD0-4C5E-9553-A4353F91FEC8}" destId="{B83F732D-74D7-4CC1-8587-685643AFDFD9}" srcOrd="2" destOrd="0" presId="urn:microsoft.com/office/officeart/2005/8/layout/orgChart1"/>
    <dgm:cxn modelId="{1C9F5DA2-7708-4E55-B9A7-B7A6C59DFE98}" type="presParOf" srcId="{B83F732D-74D7-4CC1-8587-685643AFDFD9}" destId="{F3C0B49A-10F8-45D4-B950-FCCA906B2204}" srcOrd="0" destOrd="0" presId="urn:microsoft.com/office/officeart/2005/8/layout/orgChart1"/>
    <dgm:cxn modelId="{9B143709-26C6-4C4D-AF51-03DC1E75237C}" type="presParOf" srcId="{B83F732D-74D7-4CC1-8587-685643AFDFD9}" destId="{6E48041A-30B5-40E2-8573-31A7AF013222}" srcOrd="1" destOrd="0" presId="urn:microsoft.com/office/officeart/2005/8/layout/orgChart1"/>
    <dgm:cxn modelId="{3601E8B7-4B93-4C3D-8D40-CF49C0747AF6}" type="presParOf" srcId="{6E48041A-30B5-40E2-8573-31A7AF013222}" destId="{40B85401-EDC7-4968-B4AA-6AD62DC896E8}" srcOrd="0" destOrd="0" presId="urn:microsoft.com/office/officeart/2005/8/layout/orgChart1"/>
    <dgm:cxn modelId="{0322C45B-5611-4205-860E-69802891FCF2}" type="presParOf" srcId="{40B85401-EDC7-4968-B4AA-6AD62DC896E8}" destId="{733B1764-C9B2-42A1-ADC6-4CE3E4B1DF84}" srcOrd="0" destOrd="0" presId="urn:microsoft.com/office/officeart/2005/8/layout/orgChart1"/>
    <dgm:cxn modelId="{12296B77-9304-4927-8808-1E980345C35E}" type="presParOf" srcId="{40B85401-EDC7-4968-B4AA-6AD62DC896E8}" destId="{887B108E-D2AD-4FB5-B7DD-2E69241C052A}" srcOrd="1" destOrd="0" presId="urn:microsoft.com/office/officeart/2005/8/layout/orgChart1"/>
    <dgm:cxn modelId="{1DEDA288-4672-4C20-A627-4C7D25EFEB37}" type="presParOf" srcId="{6E48041A-30B5-40E2-8573-31A7AF013222}" destId="{315F5A87-10F0-4FA2-B853-801FD68498C8}" srcOrd="1" destOrd="0" presId="urn:microsoft.com/office/officeart/2005/8/layout/orgChart1"/>
    <dgm:cxn modelId="{C958A73D-5C84-46BF-9C1B-7469B6FB42FE}" type="presParOf" srcId="{6E48041A-30B5-40E2-8573-31A7AF013222}" destId="{31744D06-CF03-4A04-AB9C-1B8680515711}" srcOrd="2" destOrd="0" presId="urn:microsoft.com/office/officeart/2005/8/layout/orgChart1"/>
    <dgm:cxn modelId="{134432CE-FD5F-42BF-BBA4-A50B02A747D2}" type="presParOf" srcId="{B83F732D-74D7-4CC1-8587-685643AFDFD9}" destId="{1E76EC7C-7E27-46D4-B594-7122D6A73329}" srcOrd="2" destOrd="0" presId="urn:microsoft.com/office/officeart/2005/8/layout/orgChart1"/>
    <dgm:cxn modelId="{ED30DA8B-4674-40EE-8A31-652E32A938BB}" type="presParOf" srcId="{B83F732D-74D7-4CC1-8587-685643AFDFD9}" destId="{BF2CD1BD-9442-487C-91B8-AFF004F2FB4F}" srcOrd="3" destOrd="0" presId="urn:microsoft.com/office/officeart/2005/8/layout/orgChart1"/>
    <dgm:cxn modelId="{57C1E794-B3F9-4636-A8EB-9D908DDE38C9}" type="presParOf" srcId="{BF2CD1BD-9442-487C-91B8-AFF004F2FB4F}" destId="{ACBD4BD3-DDC4-448B-A692-EADA4ACC780C}" srcOrd="0" destOrd="0" presId="urn:microsoft.com/office/officeart/2005/8/layout/orgChart1"/>
    <dgm:cxn modelId="{69500FD8-1866-4CD3-A481-FC1A363100FD}" type="presParOf" srcId="{ACBD4BD3-DDC4-448B-A692-EADA4ACC780C}" destId="{22481B97-CAE2-404F-99FB-68AB7A49CE05}" srcOrd="0" destOrd="0" presId="urn:microsoft.com/office/officeart/2005/8/layout/orgChart1"/>
    <dgm:cxn modelId="{003E3E97-05A4-42A4-840F-FD6999628375}" type="presParOf" srcId="{ACBD4BD3-DDC4-448B-A692-EADA4ACC780C}" destId="{58CC7FE4-81C3-4F94-8597-23385EE87A05}" srcOrd="1" destOrd="0" presId="urn:microsoft.com/office/officeart/2005/8/layout/orgChart1"/>
    <dgm:cxn modelId="{0076732F-5E09-479B-AF19-8DB9642D3F05}" type="presParOf" srcId="{BF2CD1BD-9442-487C-91B8-AFF004F2FB4F}" destId="{D3BE38BC-FE81-4B15-A1AA-4FA9F61411C6}" srcOrd="1" destOrd="0" presId="urn:microsoft.com/office/officeart/2005/8/layout/orgChart1"/>
    <dgm:cxn modelId="{E3A12994-C953-416D-A4EF-4045A5D57B5D}" type="presParOf" srcId="{BF2CD1BD-9442-487C-91B8-AFF004F2FB4F}" destId="{D0152CE7-F0D3-4CB8-9EAC-B128E2AC2E0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76EC7C-7E27-46D4-B594-7122D6A73329}">
      <dsp:nvSpPr>
        <dsp:cNvPr id="0" name=""/>
        <dsp:cNvSpPr/>
      </dsp:nvSpPr>
      <dsp:spPr>
        <a:xfrm>
          <a:off x="7352601" y="4736055"/>
          <a:ext cx="148846" cy="6520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2090"/>
              </a:lnTo>
              <a:lnTo>
                <a:pt x="148846" y="65209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C0B49A-10F8-45D4-B950-FCCA906B2204}">
      <dsp:nvSpPr>
        <dsp:cNvPr id="0" name=""/>
        <dsp:cNvSpPr/>
      </dsp:nvSpPr>
      <dsp:spPr>
        <a:xfrm>
          <a:off x="7203755" y="4736055"/>
          <a:ext cx="148846" cy="652090"/>
        </a:xfrm>
        <a:custGeom>
          <a:avLst/>
          <a:gdLst/>
          <a:ahLst/>
          <a:cxnLst/>
          <a:rect l="0" t="0" r="0" b="0"/>
          <a:pathLst>
            <a:path>
              <a:moveTo>
                <a:pt x="148846" y="0"/>
              </a:moveTo>
              <a:lnTo>
                <a:pt x="148846" y="652090"/>
              </a:lnTo>
              <a:lnTo>
                <a:pt x="0" y="65209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17B11E-9EF5-4E87-A2FC-A58724C51C9F}">
      <dsp:nvSpPr>
        <dsp:cNvPr id="0" name=""/>
        <dsp:cNvSpPr/>
      </dsp:nvSpPr>
      <dsp:spPr>
        <a:xfrm>
          <a:off x="5637320" y="710105"/>
          <a:ext cx="1006487" cy="3671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71552"/>
              </a:lnTo>
              <a:lnTo>
                <a:pt x="1006487" y="36715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CC414A-8EE5-4FA0-BEBB-0CD579836953}">
      <dsp:nvSpPr>
        <dsp:cNvPr id="0" name=""/>
        <dsp:cNvSpPr/>
      </dsp:nvSpPr>
      <dsp:spPr>
        <a:xfrm>
          <a:off x="3922039" y="4736055"/>
          <a:ext cx="148846" cy="6520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2090"/>
              </a:lnTo>
              <a:lnTo>
                <a:pt x="148846" y="65209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8AA6B3-1E3B-45DA-B62B-BFB5619DF217}">
      <dsp:nvSpPr>
        <dsp:cNvPr id="0" name=""/>
        <dsp:cNvSpPr/>
      </dsp:nvSpPr>
      <dsp:spPr>
        <a:xfrm>
          <a:off x="3773192" y="4736055"/>
          <a:ext cx="148846" cy="652090"/>
        </a:xfrm>
        <a:custGeom>
          <a:avLst/>
          <a:gdLst/>
          <a:ahLst/>
          <a:cxnLst/>
          <a:rect l="0" t="0" r="0" b="0"/>
          <a:pathLst>
            <a:path>
              <a:moveTo>
                <a:pt x="148846" y="0"/>
              </a:moveTo>
              <a:lnTo>
                <a:pt x="148846" y="652090"/>
              </a:lnTo>
              <a:lnTo>
                <a:pt x="0" y="65209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9A3A58-5360-4B8E-B4A1-783EC76FEC84}">
      <dsp:nvSpPr>
        <dsp:cNvPr id="0" name=""/>
        <dsp:cNvSpPr/>
      </dsp:nvSpPr>
      <dsp:spPr>
        <a:xfrm>
          <a:off x="4630833" y="710105"/>
          <a:ext cx="1006487" cy="3671552"/>
        </a:xfrm>
        <a:custGeom>
          <a:avLst/>
          <a:gdLst/>
          <a:ahLst/>
          <a:cxnLst/>
          <a:rect l="0" t="0" r="0" b="0"/>
          <a:pathLst>
            <a:path>
              <a:moveTo>
                <a:pt x="1006487" y="0"/>
              </a:moveTo>
              <a:lnTo>
                <a:pt x="1006487" y="3671552"/>
              </a:lnTo>
              <a:lnTo>
                <a:pt x="0" y="36715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4C938F-2A56-4583-9C11-3AB047A1350B}">
      <dsp:nvSpPr>
        <dsp:cNvPr id="0" name=""/>
        <dsp:cNvSpPr/>
      </dsp:nvSpPr>
      <dsp:spPr>
        <a:xfrm>
          <a:off x="7203755" y="1716592"/>
          <a:ext cx="148846" cy="1658577"/>
        </a:xfrm>
        <a:custGeom>
          <a:avLst/>
          <a:gdLst/>
          <a:ahLst/>
          <a:cxnLst/>
          <a:rect l="0" t="0" r="0" b="0"/>
          <a:pathLst>
            <a:path>
              <a:moveTo>
                <a:pt x="148846" y="0"/>
              </a:moveTo>
              <a:lnTo>
                <a:pt x="148846" y="1658577"/>
              </a:lnTo>
              <a:lnTo>
                <a:pt x="0" y="16585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B9DC15-B953-4AC9-A33C-CC9748CBFAA6}">
      <dsp:nvSpPr>
        <dsp:cNvPr id="0" name=""/>
        <dsp:cNvSpPr/>
      </dsp:nvSpPr>
      <dsp:spPr>
        <a:xfrm>
          <a:off x="7352601" y="1716592"/>
          <a:ext cx="148846" cy="6520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2090"/>
              </a:lnTo>
              <a:lnTo>
                <a:pt x="148846" y="65209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DFB2C0-17C1-4CAD-AD87-26AAD60DCB44}">
      <dsp:nvSpPr>
        <dsp:cNvPr id="0" name=""/>
        <dsp:cNvSpPr/>
      </dsp:nvSpPr>
      <dsp:spPr>
        <a:xfrm>
          <a:off x="7203755" y="1716592"/>
          <a:ext cx="148846" cy="652090"/>
        </a:xfrm>
        <a:custGeom>
          <a:avLst/>
          <a:gdLst/>
          <a:ahLst/>
          <a:cxnLst/>
          <a:rect l="0" t="0" r="0" b="0"/>
          <a:pathLst>
            <a:path>
              <a:moveTo>
                <a:pt x="148846" y="0"/>
              </a:moveTo>
              <a:lnTo>
                <a:pt x="148846" y="652090"/>
              </a:lnTo>
              <a:lnTo>
                <a:pt x="0" y="65209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3A14B1-FDE7-48EC-ADF9-909043BE2E4F}">
      <dsp:nvSpPr>
        <dsp:cNvPr id="0" name=""/>
        <dsp:cNvSpPr/>
      </dsp:nvSpPr>
      <dsp:spPr>
        <a:xfrm>
          <a:off x="5637320" y="710105"/>
          <a:ext cx="1006487" cy="6520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2090"/>
              </a:lnTo>
              <a:lnTo>
                <a:pt x="1006487" y="65209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584A93-75F3-4CD0-9520-708788790820}">
      <dsp:nvSpPr>
        <dsp:cNvPr id="0" name=""/>
        <dsp:cNvSpPr/>
      </dsp:nvSpPr>
      <dsp:spPr>
        <a:xfrm>
          <a:off x="3922039" y="1716592"/>
          <a:ext cx="148846" cy="1658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8577"/>
              </a:lnTo>
              <a:lnTo>
                <a:pt x="148846" y="16585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84E866-0F9B-4242-A6AA-9CFDEA6064BB}">
      <dsp:nvSpPr>
        <dsp:cNvPr id="0" name=""/>
        <dsp:cNvSpPr/>
      </dsp:nvSpPr>
      <dsp:spPr>
        <a:xfrm>
          <a:off x="3773192" y="1716592"/>
          <a:ext cx="148846" cy="1658577"/>
        </a:xfrm>
        <a:custGeom>
          <a:avLst/>
          <a:gdLst/>
          <a:ahLst/>
          <a:cxnLst/>
          <a:rect l="0" t="0" r="0" b="0"/>
          <a:pathLst>
            <a:path>
              <a:moveTo>
                <a:pt x="148846" y="0"/>
              </a:moveTo>
              <a:lnTo>
                <a:pt x="148846" y="1658577"/>
              </a:lnTo>
              <a:lnTo>
                <a:pt x="0" y="16585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80E620-9DEB-49B4-8BA5-8CD252656FB9}">
      <dsp:nvSpPr>
        <dsp:cNvPr id="0" name=""/>
        <dsp:cNvSpPr/>
      </dsp:nvSpPr>
      <dsp:spPr>
        <a:xfrm>
          <a:off x="3922039" y="1716592"/>
          <a:ext cx="148846" cy="6520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2090"/>
              </a:lnTo>
              <a:lnTo>
                <a:pt x="148846" y="65209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0266AB-4BC2-45AA-8ACD-C065342701B1}">
      <dsp:nvSpPr>
        <dsp:cNvPr id="0" name=""/>
        <dsp:cNvSpPr/>
      </dsp:nvSpPr>
      <dsp:spPr>
        <a:xfrm>
          <a:off x="3773192" y="1716592"/>
          <a:ext cx="148846" cy="652090"/>
        </a:xfrm>
        <a:custGeom>
          <a:avLst/>
          <a:gdLst/>
          <a:ahLst/>
          <a:cxnLst/>
          <a:rect l="0" t="0" r="0" b="0"/>
          <a:pathLst>
            <a:path>
              <a:moveTo>
                <a:pt x="148846" y="0"/>
              </a:moveTo>
              <a:lnTo>
                <a:pt x="148846" y="652090"/>
              </a:lnTo>
              <a:lnTo>
                <a:pt x="0" y="65209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A43684-D718-4061-B9DD-180E06D0FF9C}">
      <dsp:nvSpPr>
        <dsp:cNvPr id="0" name=""/>
        <dsp:cNvSpPr/>
      </dsp:nvSpPr>
      <dsp:spPr>
        <a:xfrm>
          <a:off x="4630833" y="710105"/>
          <a:ext cx="1006487" cy="652090"/>
        </a:xfrm>
        <a:custGeom>
          <a:avLst/>
          <a:gdLst/>
          <a:ahLst/>
          <a:cxnLst/>
          <a:rect l="0" t="0" r="0" b="0"/>
          <a:pathLst>
            <a:path>
              <a:moveTo>
                <a:pt x="1006487" y="0"/>
              </a:moveTo>
              <a:lnTo>
                <a:pt x="1006487" y="652090"/>
              </a:lnTo>
              <a:lnTo>
                <a:pt x="0" y="65209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A1523F-49BB-4CEA-8695-B2331B958B06}">
      <dsp:nvSpPr>
        <dsp:cNvPr id="0" name=""/>
        <dsp:cNvSpPr/>
      </dsp:nvSpPr>
      <dsp:spPr>
        <a:xfrm>
          <a:off x="4928526" y="1311"/>
          <a:ext cx="1417587" cy="708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Генеральный директор</a:t>
          </a:r>
          <a:endParaRPr lang="en-US" sz="1600" kern="1200" dirty="0"/>
        </a:p>
      </dsp:txBody>
      <dsp:txXfrm>
        <a:off x="4928526" y="1311"/>
        <a:ext cx="1417587" cy="708793"/>
      </dsp:txXfrm>
    </dsp:sp>
    <dsp:sp modelId="{8978E9A8-AD52-4DA4-9A45-E9BF710EAD7B}">
      <dsp:nvSpPr>
        <dsp:cNvPr id="0" name=""/>
        <dsp:cNvSpPr/>
      </dsp:nvSpPr>
      <dsp:spPr>
        <a:xfrm>
          <a:off x="3213245" y="1007798"/>
          <a:ext cx="1417587" cy="708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Отдел разработки</a:t>
          </a:r>
          <a:endParaRPr lang="en-US" sz="1600" kern="1200" dirty="0"/>
        </a:p>
      </dsp:txBody>
      <dsp:txXfrm>
        <a:off x="3213245" y="1007798"/>
        <a:ext cx="1417587" cy="708793"/>
      </dsp:txXfrm>
    </dsp:sp>
    <dsp:sp modelId="{99071ED7-1CFB-4F13-9C1F-8783D318FD4B}">
      <dsp:nvSpPr>
        <dsp:cNvPr id="0" name=""/>
        <dsp:cNvSpPr/>
      </dsp:nvSpPr>
      <dsp:spPr>
        <a:xfrm>
          <a:off x="2355604" y="2014286"/>
          <a:ext cx="1417587" cy="708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Руководитель отдела</a:t>
          </a:r>
          <a:endParaRPr lang="en-US" sz="1600" kern="1200" dirty="0"/>
        </a:p>
      </dsp:txBody>
      <dsp:txXfrm>
        <a:off x="2355604" y="2014286"/>
        <a:ext cx="1417587" cy="708793"/>
      </dsp:txXfrm>
    </dsp:sp>
    <dsp:sp modelId="{B6E6FF56-CED0-4C5E-927A-819FE4AB0AE1}">
      <dsp:nvSpPr>
        <dsp:cNvPr id="0" name=""/>
        <dsp:cNvSpPr/>
      </dsp:nvSpPr>
      <dsp:spPr>
        <a:xfrm>
          <a:off x="4070885" y="2014286"/>
          <a:ext cx="1417587" cy="708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Главный программист</a:t>
          </a:r>
          <a:endParaRPr lang="en-US" sz="1600" kern="1200" dirty="0"/>
        </a:p>
      </dsp:txBody>
      <dsp:txXfrm>
        <a:off x="4070885" y="2014286"/>
        <a:ext cx="1417587" cy="708793"/>
      </dsp:txXfrm>
    </dsp:sp>
    <dsp:sp modelId="{5DFD3409-AC85-494B-89FC-19BC990252FD}">
      <dsp:nvSpPr>
        <dsp:cNvPr id="0" name=""/>
        <dsp:cNvSpPr/>
      </dsp:nvSpPr>
      <dsp:spPr>
        <a:xfrm>
          <a:off x="2355604" y="3020773"/>
          <a:ext cx="1417587" cy="708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Младший программист</a:t>
          </a:r>
          <a:endParaRPr lang="en-US" sz="1600" kern="1200" dirty="0"/>
        </a:p>
      </dsp:txBody>
      <dsp:txXfrm>
        <a:off x="2355604" y="3020773"/>
        <a:ext cx="1417587" cy="708793"/>
      </dsp:txXfrm>
    </dsp:sp>
    <dsp:sp modelId="{B53247A5-E6CE-457A-A75F-29AE07E30403}">
      <dsp:nvSpPr>
        <dsp:cNvPr id="0" name=""/>
        <dsp:cNvSpPr/>
      </dsp:nvSpPr>
      <dsp:spPr>
        <a:xfrm>
          <a:off x="4070885" y="3020773"/>
          <a:ext cx="1417587" cy="708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Стажер</a:t>
          </a:r>
          <a:endParaRPr lang="en-US" sz="1600" kern="1200" dirty="0"/>
        </a:p>
      </dsp:txBody>
      <dsp:txXfrm>
        <a:off x="4070885" y="3020773"/>
        <a:ext cx="1417587" cy="708793"/>
      </dsp:txXfrm>
    </dsp:sp>
    <dsp:sp modelId="{3CE60CC4-84DF-43F5-9E4D-E34025C1FE9D}">
      <dsp:nvSpPr>
        <dsp:cNvPr id="0" name=""/>
        <dsp:cNvSpPr/>
      </dsp:nvSpPr>
      <dsp:spPr>
        <a:xfrm>
          <a:off x="6643807" y="1007798"/>
          <a:ext cx="1417587" cy="708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Отдел поддержки клиентов</a:t>
          </a:r>
          <a:endParaRPr lang="en-US" sz="1600" kern="1200" dirty="0"/>
        </a:p>
      </dsp:txBody>
      <dsp:txXfrm>
        <a:off x="6643807" y="1007798"/>
        <a:ext cx="1417587" cy="708793"/>
      </dsp:txXfrm>
    </dsp:sp>
    <dsp:sp modelId="{D7244CE9-55BB-4D40-B590-10D06086871C}">
      <dsp:nvSpPr>
        <dsp:cNvPr id="0" name=""/>
        <dsp:cNvSpPr/>
      </dsp:nvSpPr>
      <dsp:spPr>
        <a:xfrm>
          <a:off x="5786167" y="2014286"/>
          <a:ext cx="1417587" cy="708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Руководитель отдела</a:t>
          </a:r>
          <a:endParaRPr lang="en-US" sz="1600" kern="1200" dirty="0"/>
        </a:p>
      </dsp:txBody>
      <dsp:txXfrm>
        <a:off x="5786167" y="2014286"/>
        <a:ext cx="1417587" cy="708793"/>
      </dsp:txXfrm>
    </dsp:sp>
    <dsp:sp modelId="{B4552653-A6E1-4AF3-BC5D-886A13EB03DE}">
      <dsp:nvSpPr>
        <dsp:cNvPr id="0" name=""/>
        <dsp:cNvSpPr/>
      </dsp:nvSpPr>
      <dsp:spPr>
        <a:xfrm>
          <a:off x="7501448" y="2014286"/>
          <a:ext cx="1417587" cy="708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Старший специалист по поддержке</a:t>
          </a:r>
          <a:endParaRPr lang="en-US" sz="1600" kern="1200" dirty="0"/>
        </a:p>
      </dsp:txBody>
      <dsp:txXfrm>
        <a:off x="7501448" y="2014286"/>
        <a:ext cx="1417587" cy="708793"/>
      </dsp:txXfrm>
    </dsp:sp>
    <dsp:sp modelId="{9481B9A0-AA8E-4AA3-8FBA-978A50A3B661}">
      <dsp:nvSpPr>
        <dsp:cNvPr id="0" name=""/>
        <dsp:cNvSpPr/>
      </dsp:nvSpPr>
      <dsp:spPr>
        <a:xfrm>
          <a:off x="5786167" y="3020773"/>
          <a:ext cx="1417587" cy="708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Младший специалист по поддержке</a:t>
          </a:r>
          <a:endParaRPr lang="en-US" sz="1600" kern="1200" dirty="0"/>
        </a:p>
      </dsp:txBody>
      <dsp:txXfrm>
        <a:off x="5786167" y="3020773"/>
        <a:ext cx="1417587" cy="708793"/>
      </dsp:txXfrm>
    </dsp:sp>
    <dsp:sp modelId="{26D73252-2734-47E6-92B8-9A5D340E40EB}">
      <dsp:nvSpPr>
        <dsp:cNvPr id="0" name=""/>
        <dsp:cNvSpPr/>
      </dsp:nvSpPr>
      <dsp:spPr>
        <a:xfrm>
          <a:off x="3213245" y="4027261"/>
          <a:ext cx="1417587" cy="708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Отдел маркетинга</a:t>
          </a:r>
          <a:endParaRPr lang="en-US" sz="1600" kern="1200" dirty="0"/>
        </a:p>
      </dsp:txBody>
      <dsp:txXfrm>
        <a:off x="3213245" y="4027261"/>
        <a:ext cx="1417587" cy="708793"/>
      </dsp:txXfrm>
    </dsp:sp>
    <dsp:sp modelId="{9FAAC6E9-0088-4FD5-97D3-971149FD8454}">
      <dsp:nvSpPr>
        <dsp:cNvPr id="0" name=""/>
        <dsp:cNvSpPr/>
      </dsp:nvSpPr>
      <dsp:spPr>
        <a:xfrm>
          <a:off x="2355604" y="5033748"/>
          <a:ext cx="1417587" cy="708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Директор по маркетингу</a:t>
          </a:r>
          <a:endParaRPr lang="en-US" sz="1600" kern="1200" dirty="0"/>
        </a:p>
      </dsp:txBody>
      <dsp:txXfrm>
        <a:off x="2355604" y="5033748"/>
        <a:ext cx="1417587" cy="708793"/>
      </dsp:txXfrm>
    </dsp:sp>
    <dsp:sp modelId="{CAF836CF-E661-4F2C-AFCE-3DC5DD59C340}">
      <dsp:nvSpPr>
        <dsp:cNvPr id="0" name=""/>
        <dsp:cNvSpPr/>
      </dsp:nvSpPr>
      <dsp:spPr>
        <a:xfrm>
          <a:off x="4070885" y="5033748"/>
          <a:ext cx="1417587" cy="708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Аналитик</a:t>
          </a:r>
          <a:endParaRPr lang="en-US" sz="1600" kern="1200" dirty="0"/>
        </a:p>
      </dsp:txBody>
      <dsp:txXfrm>
        <a:off x="4070885" y="5033748"/>
        <a:ext cx="1417587" cy="708793"/>
      </dsp:txXfrm>
    </dsp:sp>
    <dsp:sp modelId="{25AB971C-ED56-44FB-B8E2-C1D96783F896}">
      <dsp:nvSpPr>
        <dsp:cNvPr id="0" name=""/>
        <dsp:cNvSpPr/>
      </dsp:nvSpPr>
      <dsp:spPr>
        <a:xfrm>
          <a:off x="6643807" y="4027261"/>
          <a:ext cx="1417587" cy="708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Бухгалтерия</a:t>
          </a:r>
          <a:endParaRPr lang="en-US" sz="1600" kern="1200" dirty="0"/>
        </a:p>
      </dsp:txBody>
      <dsp:txXfrm>
        <a:off x="6643807" y="4027261"/>
        <a:ext cx="1417587" cy="708793"/>
      </dsp:txXfrm>
    </dsp:sp>
    <dsp:sp modelId="{733B1764-C9B2-42A1-ADC6-4CE3E4B1DF84}">
      <dsp:nvSpPr>
        <dsp:cNvPr id="0" name=""/>
        <dsp:cNvSpPr/>
      </dsp:nvSpPr>
      <dsp:spPr>
        <a:xfrm>
          <a:off x="5786167" y="5033748"/>
          <a:ext cx="1417587" cy="708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Финансовый директор</a:t>
          </a:r>
          <a:endParaRPr lang="en-US" sz="1600" kern="1200" dirty="0"/>
        </a:p>
      </dsp:txBody>
      <dsp:txXfrm>
        <a:off x="5786167" y="5033748"/>
        <a:ext cx="1417587" cy="708793"/>
      </dsp:txXfrm>
    </dsp:sp>
    <dsp:sp modelId="{22481B97-CAE2-404F-99FB-68AB7A49CE05}">
      <dsp:nvSpPr>
        <dsp:cNvPr id="0" name=""/>
        <dsp:cNvSpPr/>
      </dsp:nvSpPr>
      <dsp:spPr>
        <a:xfrm>
          <a:off x="7501448" y="5033748"/>
          <a:ext cx="1417587" cy="7087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Бухгалтер</a:t>
          </a:r>
          <a:endParaRPr lang="en-US" sz="1600" kern="1200" dirty="0"/>
        </a:p>
      </dsp:txBody>
      <dsp:txXfrm>
        <a:off x="7501448" y="5033748"/>
        <a:ext cx="1417587" cy="7087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FA3FC2-09E0-4B42-B1C2-DEA1E2596127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F937B-0A29-42D1-AC80-AA2155A42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73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EA0C2C-9495-4329-9C30-479121481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0327"/>
            <a:ext cx="9144000" cy="916392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3CE60F-09E4-4B8A-A585-5E8DEA478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6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91F9376-C72C-4024-95B5-92A61D71A5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895" y="30137"/>
            <a:ext cx="1899920" cy="153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04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slide" Target="slide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gnevinc@gmail.com" TargetMode="External"/><Relationship Id="rId2" Type="http://schemas.openxmlformats.org/officeDocument/2006/relationships/hyperlink" Target="https://yandex.ru/maps/-/CHEheAzl" TargetMode="External"/><Relationship Id="rId1" Type="http://schemas.openxmlformats.org/officeDocument/2006/relationships/slideLayout" Target="../slideLayouts/slideLayout1.xml"/><Relationship Id="rId5" Type="http://schemas.openxmlformats.org/officeDocument/2006/relationships/slide" Target="slide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hyperlink" Target="https://yandex.ru/map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8BE620-7E5A-4181-87D3-88B2E54F63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GNEVNOV Inc.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A1FD75-DE13-49B8-BDFD-175CA5E3A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1580826"/>
            <a:ext cx="571500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103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87A74-F4B3-46F5-9EE5-FDF5836539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B119B8-BDA4-493E-A38A-A77F7C3BD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533" y="1829252"/>
            <a:ext cx="5257799" cy="448842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200" dirty="0">
                <a:hlinkClick r:id="rId2" action="ppaction://hlinksldjump"/>
              </a:rPr>
              <a:t>Деятельность фирмы</a:t>
            </a:r>
            <a:endParaRPr lang="ru-RU" sz="3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200" dirty="0">
                <a:hlinkClick r:id="rId3" action="ppaction://hlinksldjump"/>
              </a:rPr>
              <a:t>Девиз</a:t>
            </a:r>
            <a:endParaRPr lang="ru-RU" sz="3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200" dirty="0">
                <a:hlinkClick r:id="rId4" action="ppaction://hlinksldjump"/>
              </a:rPr>
              <a:t>Структура фирмы</a:t>
            </a:r>
            <a:endParaRPr lang="ru-RU" sz="3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200" dirty="0">
                <a:hlinkClick r:id="rId5" action="ppaction://hlinksldjump"/>
              </a:rPr>
              <a:t>Директор</a:t>
            </a:r>
            <a:endParaRPr lang="ru-RU" sz="3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200" dirty="0">
                <a:hlinkClick r:id="rId6" action="ppaction://hlinksldjump"/>
              </a:rPr>
              <a:t>Диаграмма доходов</a:t>
            </a:r>
            <a:endParaRPr lang="ru-RU" sz="3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200" dirty="0">
                <a:hlinkClick r:id="rId7" action="ppaction://hlinksldjump"/>
              </a:rPr>
              <a:t>Как нас найти</a:t>
            </a:r>
            <a:endParaRPr lang="ru-RU" sz="3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200" dirty="0">
                <a:hlinkClick r:id="rId8" action="ppaction://hlinksldjump"/>
              </a:rPr>
              <a:t>Источники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A1F6B-4431-4691-A23D-160519ABA378}"/>
              </a:ext>
            </a:extLst>
          </p:cNvPr>
          <p:cNvSpPr txBox="1"/>
          <p:nvPr/>
        </p:nvSpPr>
        <p:spPr>
          <a:xfrm>
            <a:off x="82296" y="6356350"/>
            <a:ext cx="593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44211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A25165-E0D5-483D-BBE3-59CB9BC42F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Деятельность фирмы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75240DF-8C5C-43E9-966C-BFBD6D2A5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29" y="1828800"/>
            <a:ext cx="5948039" cy="4350058"/>
          </a:xfrm>
        </p:spPr>
        <p:txBody>
          <a:bodyPr/>
          <a:lstStyle/>
          <a:p>
            <a:pPr algn="just"/>
            <a:r>
              <a:rPr lang="ru-RU" sz="3200" b="1" dirty="0"/>
              <a:t>Чем мы занимаемся:</a:t>
            </a:r>
            <a:endParaRPr lang="ru-RU" sz="32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200" dirty="0"/>
              <a:t>Разработка сайтов для малого бизнеса.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200" dirty="0"/>
              <a:t>Настройка CRM-систем.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200" dirty="0"/>
              <a:t>Техническая поддержка и консультации.</a:t>
            </a:r>
          </a:p>
          <a:p>
            <a:endParaRPr lang="en-US" dirty="0"/>
          </a:p>
        </p:txBody>
      </p:sp>
      <p:sp>
        <p:nvSpPr>
          <p:cNvPr id="4" name="Прямоугольник: скругленные углы 3">
            <a:hlinkClick r:id="rId2" action="ppaction://hlinksldjump"/>
            <a:extLst>
              <a:ext uri="{FF2B5EF4-FFF2-40B4-BE49-F238E27FC236}">
                <a16:creationId xmlns:a16="http://schemas.microsoft.com/office/drawing/2014/main" id="{95F0FD51-2D4F-4C83-9C23-A31B6A6AC9AB}"/>
              </a:ext>
            </a:extLst>
          </p:cNvPr>
          <p:cNvSpPr/>
          <p:nvPr/>
        </p:nvSpPr>
        <p:spPr>
          <a:xfrm>
            <a:off x="9508067" y="6095548"/>
            <a:ext cx="2116667" cy="54186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Содержание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F5F62-0ABD-45DD-A194-E4FA2CD62846}"/>
              </a:ext>
            </a:extLst>
          </p:cNvPr>
          <p:cNvSpPr txBox="1"/>
          <p:nvPr/>
        </p:nvSpPr>
        <p:spPr>
          <a:xfrm>
            <a:off x="82296" y="6356350"/>
            <a:ext cx="593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81887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D9A6C-4F67-4CBF-ADD6-AED26D0D40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Девиз</a:t>
            </a:r>
            <a:endParaRPr lang="en-US" dirty="0"/>
          </a:p>
        </p:txBody>
      </p:sp>
      <p:sp>
        <p:nvSpPr>
          <p:cNvPr id="6" name="Прямоугольник: загнутый угол 5">
            <a:extLst>
              <a:ext uri="{FF2B5EF4-FFF2-40B4-BE49-F238E27FC236}">
                <a16:creationId xmlns:a16="http://schemas.microsoft.com/office/drawing/2014/main" id="{689DCBD1-B153-4960-A419-28507998FF92}"/>
              </a:ext>
            </a:extLst>
          </p:cNvPr>
          <p:cNvSpPr/>
          <p:nvPr/>
        </p:nvSpPr>
        <p:spPr>
          <a:xfrm>
            <a:off x="2891161" y="1999695"/>
            <a:ext cx="6409678" cy="2858610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Просто и эффективно! </a:t>
            </a:r>
            <a:endParaRPr 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Прямоугольник: скругленные углы 6">
            <a:hlinkClick r:id="rId2" action="ppaction://hlinksldjump"/>
            <a:extLst>
              <a:ext uri="{FF2B5EF4-FFF2-40B4-BE49-F238E27FC236}">
                <a16:creationId xmlns:a16="http://schemas.microsoft.com/office/drawing/2014/main" id="{832FBD9C-9276-4B8B-A3B3-6D8FFEA48F1E}"/>
              </a:ext>
            </a:extLst>
          </p:cNvPr>
          <p:cNvSpPr/>
          <p:nvPr/>
        </p:nvSpPr>
        <p:spPr>
          <a:xfrm>
            <a:off x="9508067" y="6095548"/>
            <a:ext cx="2116667" cy="54186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Содержание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A2EC9-26F3-41C2-863E-B1032F90C5C7}"/>
              </a:ext>
            </a:extLst>
          </p:cNvPr>
          <p:cNvSpPr txBox="1"/>
          <p:nvPr/>
        </p:nvSpPr>
        <p:spPr>
          <a:xfrm>
            <a:off x="82296" y="6356350"/>
            <a:ext cx="593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27609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01323F30-FC5A-47F2-9923-4083A8E600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1829221"/>
              </p:ext>
            </p:extLst>
          </p:nvPr>
        </p:nvGraphicFramePr>
        <p:xfrm>
          <a:off x="458679" y="557073"/>
          <a:ext cx="11274641" cy="5743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Прямоугольник: скругленные углы 6">
            <a:hlinkClick r:id="rId7" action="ppaction://hlinksldjump"/>
            <a:extLst>
              <a:ext uri="{FF2B5EF4-FFF2-40B4-BE49-F238E27FC236}">
                <a16:creationId xmlns:a16="http://schemas.microsoft.com/office/drawing/2014/main" id="{D78E4E9B-855E-44FE-A664-8CEC10BB7746}"/>
              </a:ext>
            </a:extLst>
          </p:cNvPr>
          <p:cNvSpPr/>
          <p:nvPr/>
        </p:nvSpPr>
        <p:spPr>
          <a:xfrm>
            <a:off x="9736667" y="6120948"/>
            <a:ext cx="2116667" cy="54186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Содержание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3DF36F-91E6-4A46-8AFF-FCB74683BC13}"/>
              </a:ext>
            </a:extLst>
          </p:cNvPr>
          <p:cNvSpPr txBox="1"/>
          <p:nvPr/>
        </p:nvSpPr>
        <p:spPr>
          <a:xfrm>
            <a:off x="82296" y="6356350"/>
            <a:ext cx="593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77534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7E7EB0-E1E3-4B98-B5CE-9EFA751782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Директор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38887E-DE71-406D-B123-D055A5946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452" y="2459115"/>
            <a:ext cx="10410548" cy="2798685"/>
          </a:xfrm>
        </p:spPr>
        <p:txBody>
          <a:bodyPr/>
          <a:lstStyle/>
          <a:p>
            <a:pPr algn="l"/>
            <a:r>
              <a:rPr lang="ru-RU" sz="3200" b="1" dirty="0"/>
              <a:t>Гневнов Артем Евгеньевич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3200" dirty="0"/>
              <a:t>Бакалавриат «Информатика и вычислительная техника. Технологии разработки программного обеспечения»</a:t>
            </a:r>
          </a:p>
          <a:p>
            <a:pPr algn="l"/>
            <a:endParaRPr lang="ru-RU" dirty="0"/>
          </a:p>
          <a:p>
            <a:pPr algn="l"/>
            <a:endParaRPr lang="ru-RU" dirty="0"/>
          </a:p>
          <a:p>
            <a:endParaRPr lang="en-US" dirty="0"/>
          </a:p>
        </p:txBody>
      </p:sp>
      <p:sp>
        <p:nvSpPr>
          <p:cNvPr id="4" name="Прямоугольник: скругленные углы 3">
            <a:hlinkClick r:id="rId2" action="ppaction://hlinksldjump"/>
            <a:extLst>
              <a:ext uri="{FF2B5EF4-FFF2-40B4-BE49-F238E27FC236}">
                <a16:creationId xmlns:a16="http://schemas.microsoft.com/office/drawing/2014/main" id="{210687C4-2EEE-4F7A-A73F-F14CBF6BEEE9}"/>
              </a:ext>
            </a:extLst>
          </p:cNvPr>
          <p:cNvSpPr/>
          <p:nvPr/>
        </p:nvSpPr>
        <p:spPr>
          <a:xfrm>
            <a:off x="9508067" y="6095548"/>
            <a:ext cx="2116667" cy="54186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Содержание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BF7F6-C409-4019-8D39-6D3DD4028927}"/>
              </a:ext>
            </a:extLst>
          </p:cNvPr>
          <p:cNvSpPr txBox="1"/>
          <p:nvPr/>
        </p:nvSpPr>
        <p:spPr>
          <a:xfrm>
            <a:off x="82296" y="6356350"/>
            <a:ext cx="593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41168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948C90-67BB-46C3-B514-9D8AEB6B7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230"/>
            <a:ext cx="9144000" cy="917704"/>
          </a:xfrm>
        </p:spPr>
        <p:txBody>
          <a:bodyPr/>
          <a:lstStyle/>
          <a:p>
            <a:r>
              <a:rPr lang="ru-RU" dirty="0"/>
              <a:t>Диаграмма доходов</a:t>
            </a:r>
            <a:endParaRPr lang="en-US" dirty="0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0FE26EDA-2CBA-432A-A9CC-A20EB49CB0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714710"/>
              </p:ext>
            </p:extLst>
          </p:nvPr>
        </p:nvGraphicFramePr>
        <p:xfrm>
          <a:off x="2032000" y="1207363"/>
          <a:ext cx="8128000" cy="5552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Прямоугольник: скругленные углы 6">
            <a:hlinkClick r:id="rId3" action="ppaction://hlinksldjump"/>
            <a:extLst>
              <a:ext uri="{FF2B5EF4-FFF2-40B4-BE49-F238E27FC236}">
                <a16:creationId xmlns:a16="http://schemas.microsoft.com/office/drawing/2014/main" id="{514DDF06-B0E3-43E0-852D-C591B815A218}"/>
              </a:ext>
            </a:extLst>
          </p:cNvPr>
          <p:cNvSpPr/>
          <p:nvPr/>
        </p:nvSpPr>
        <p:spPr>
          <a:xfrm>
            <a:off x="9508067" y="6095548"/>
            <a:ext cx="2116667" cy="54186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Содержание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A9C10-4DC7-4596-A76F-41309E9409BF}"/>
              </a:ext>
            </a:extLst>
          </p:cNvPr>
          <p:cNvSpPr txBox="1"/>
          <p:nvPr/>
        </p:nvSpPr>
        <p:spPr>
          <a:xfrm>
            <a:off x="82296" y="6356350"/>
            <a:ext cx="593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55213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70DBCE-F39E-4EB7-97C3-08F1535C1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04"/>
            <a:ext cx="9144000" cy="916392"/>
          </a:xfrm>
        </p:spPr>
        <p:txBody>
          <a:bodyPr/>
          <a:lstStyle/>
          <a:p>
            <a:r>
              <a:rPr lang="ru-RU" dirty="0"/>
              <a:t>Как нас найти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C12B95-7582-4294-BF6C-DBE4026E3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8566" y="2148560"/>
            <a:ext cx="4914901" cy="4277639"/>
          </a:xfrm>
        </p:spPr>
        <p:txBody>
          <a:bodyPr/>
          <a:lstStyle/>
          <a:p>
            <a:pPr algn="l"/>
            <a:r>
              <a:rPr lang="ru-RU" sz="2800" dirty="0"/>
              <a:t>Адрес: </a:t>
            </a:r>
            <a:r>
              <a:rPr lang="ru-RU" sz="2800" b="0" i="0" dirty="0">
                <a:solidFill>
                  <a:srgbClr val="000000"/>
                </a:solidFill>
                <a:effectLst/>
                <a:latin typeface="Yandex Sans Text"/>
                <a:hlinkClick r:id="rId2"/>
              </a:rPr>
              <a:t>Невский проспект, 114-116</a:t>
            </a:r>
            <a:endParaRPr lang="ru-RU" sz="2800" b="0" i="0" dirty="0">
              <a:solidFill>
                <a:srgbClr val="000000"/>
              </a:solidFill>
              <a:effectLst/>
              <a:latin typeface="Yandex Sans Text"/>
            </a:endParaRPr>
          </a:p>
          <a:p>
            <a:pPr algn="l"/>
            <a:endParaRPr lang="ru-RU" sz="2800" b="0" i="0" dirty="0">
              <a:solidFill>
                <a:srgbClr val="000000"/>
              </a:solidFill>
              <a:effectLst/>
              <a:latin typeface="Yandex Sans Text"/>
            </a:endParaRPr>
          </a:p>
          <a:p>
            <a:pPr algn="l"/>
            <a:r>
              <a:rPr lang="ru-RU" sz="2800" b="0" i="0" dirty="0">
                <a:solidFill>
                  <a:srgbClr val="000000"/>
                </a:solidFill>
                <a:effectLst/>
                <a:latin typeface="Yandex Sans Text"/>
              </a:rPr>
              <a:t>Телефон: +7 (969) 754-53-43</a:t>
            </a:r>
          </a:p>
          <a:p>
            <a:pPr algn="l"/>
            <a:endParaRPr lang="ru-RU" sz="2800" dirty="0">
              <a:solidFill>
                <a:srgbClr val="000000"/>
              </a:solidFill>
              <a:latin typeface="Yandex Sans Text"/>
            </a:endParaRPr>
          </a:p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latin typeface="Yandex Sans Text"/>
              </a:rPr>
              <a:t>Email: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Yandex Sans Text"/>
                <a:hlinkClick r:id="rId3"/>
              </a:rPr>
              <a:t>gnevinc</a:t>
            </a:r>
            <a:r>
              <a:rPr lang="en-US" sz="2800" dirty="0">
                <a:solidFill>
                  <a:srgbClr val="000000"/>
                </a:solidFill>
                <a:latin typeface="Yandex Sans Text"/>
                <a:hlinkClick r:id="rId3"/>
              </a:rPr>
              <a:t>@gmail.com</a:t>
            </a:r>
            <a:endParaRPr lang="ru-RU" sz="2800" b="0" i="0" dirty="0">
              <a:solidFill>
                <a:srgbClr val="000000"/>
              </a:solidFill>
              <a:effectLst/>
              <a:latin typeface="Yandex Sans Text"/>
            </a:endParaRPr>
          </a:p>
          <a:p>
            <a:pPr algn="l"/>
            <a:endParaRPr lang="ru-RU" dirty="0">
              <a:solidFill>
                <a:srgbClr val="000000"/>
              </a:solidFill>
              <a:latin typeface="Yandex Sans Text"/>
            </a:endParaRPr>
          </a:p>
          <a:p>
            <a:pPr algn="l"/>
            <a:endParaRPr lang="ru-RU" b="0" i="0" dirty="0">
              <a:solidFill>
                <a:srgbClr val="000000"/>
              </a:solidFill>
              <a:effectLst/>
              <a:latin typeface="Yandex Sans Text"/>
            </a:endParaRPr>
          </a:p>
          <a:p>
            <a:pPr algn="l"/>
            <a:endParaRPr lang="ru-RU" b="0" i="0" dirty="0">
              <a:solidFill>
                <a:srgbClr val="000000"/>
              </a:solidFill>
              <a:effectLst/>
              <a:latin typeface="Yandex Sans Text"/>
            </a:endParaRPr>
          </a:p>
          <a:p>
            <a:pPr algn="l"/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D9257C8-B776-4793-89A2-4AD61D73D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535" y="1447266"/>
            <a:ext cx="6365291" cy="5066368"/>
          </a:xfrm>
          <a:prstGeom prst="rect">
            <a:avLst/>
          </a:prstGeom>
        </p:spPr>
      </p:pic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10380CF3-7DF0-4F5C-A337-D272A6469499}"/>
              </a:ext>
            </a:extLst>
          </p:cNvPr>
          <p:cNvCxnSpPr/>
          <p:nvPr/>
        </p:nvCxnSpPr>
        <p:spPr>
          <a:xfrm flipV="1">
            <a:off x="3249227" y="4234649"/>
            <a:ext cx="88777" cy="118073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0AA99740-962E-475F-A026-E61887E18C85}"/>
              </a:ext>
            </a:extLst>
          </p:cNvPr>
          <p:cNvCxnSpPr>
            <a:cxnSpLocks/>
          </p:cNvCxnSpPr>
          <p:nvPr/>
        </p:nvCxnSpPr>
        <p:spPr>
          <a:xfrm flipH="1" flipV="1">
            <a:off x="2805344" y="4163627"/>
            <a:ext cx="443883" cy="71022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1DD4F729-B7C2-4855-A6B6-41EB336A7785}"/>
              </a:ext>
            </a:extLst>
          </p:cNvPr>
          <p:cNvCxnSpPr>
            <a:cxnSpLocks/>
          </p:cNvCxnSpPr>
          <p:nvPr/>
        </p:nvCxnSpPr>
        <p:spPr>
          <a:xfrm flipV="1">
            <a:off x="2743200" y="2450237"/>
            <a:ext cx="62144" cy="171339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6D44359B-1CB9-4EDC-A2E2-83F9920B639C}"/>
              </a:ext>
            </a:extLst>
          </p:cNvPr>
          <p:cNvCxnSpPr>
            <a:cxnSpLocks/>
          </p:cNvCxnSpPr>
          <p:nvPr/>
        </p:nvCxnSpPr>
        <p:spPr>
          <a:xfrm rot="10800000">
            <a:off x="2631440" y="2255012"/>
            <a:ext cx="223520" cy="162560"/>
          </a:xfrm>
          <a:prstGeom prst="curvedConnector3">
            <a:avLst>
              <a:gd name="adj1" fmla="val -5682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Прямоугольник: скругленные углы 21">
            <a:hlinkClick r:id="rId5" action="ppaction://hlinksldjump"/>
            <a:extLst>
              <a:ext uri="{FF2B5EF4-FFF2-40B4-BE49-F238E27FC236}">
                <a16:creationId xmlns:a16="http://schemas.microsoft.com/office/drawing/2014/main" id="{AA0CA73A-04E5-44BC-AE08-2E57503C7684}"/>
              </a:ext>
            </a:extLst>
          </p:cNvPr>
          <p:cNvSpPr/>
          <p:nvPr/>
        </p:nvSpPr>
        <p:spPr>
          <a:xfrm>
            <a:off x="9508067" y="6095548"/>
            <a:ext cx="2116667" cy="54186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Содержание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CF8B5A-A156-4AFD-A413-6F92D06B19C3}"/>
              </a:ext>
            </a:extLst>
          </p:cNvPr>
          <p:cNvSpPr txBox="1"/>
          <p:nvPr/>
        </p:nvSpPr>
        <p:spPr>
          <a:xfrm>
            <a:off x="82296" y="6356350"/>
            <a:ext cx="593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0199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B811A8-6367-4A37-87A7-3B0B9E4FB9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25551B-8916-4AB1-A7EC-91BF4C401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800" y="2720040"/>
            <a:ext cx="11404600" cy="2766359"/>
          </a:xfrm>
        </p:spPr>
        <p:txBody>
          <a:bodyPr/>
          <a:lstStyle/>
          <a:p>
            <a:pPr algn="l"/>
            <a:r>
              <a:rPr lang="ru-RU" sz="3200" dirty="0"/>
              <a:t>Изображение карты взято с </a:t>
            </a:r>
            <a:r>
              <a:rPr lang="ru-RU" sz="3200" dirty="0">
                <a:hlinkClick r:id="rId2"/>
              </a:rPr>
              <a:t>Яндекс Карты</a:t>
            </a:r>
            <a:r>
              <a:rPr lang="ru-RU" sz="3200" dirty="0"/>
              <a:t>, 2024</a:t>
            </a:r>
          </a:p>
          <a:p>
            <a:pPr algn="l"/>
            <a:endParaRPr lang="en-US" sz="3200" dirty="0"/>
          </a:p>
        </p:txBody>
      </p:sp>
      <p:sp>
        <p:nvSpPr>
          <p:cNvPr id="4" name="Прямоугольник: скругленные углы 3">
            <a:hlinkClick r:id="rId3" action="ppaction://hlinksldjump"/>
            <a:extLst>
              <a:ext uri="{FF2B5EF4-FFF2-40B4-BE49-F238E27FC236}">
                <a16:creationId xmlns:a16="http://schemas.microsoft.com/office/drawing/2014/main" id="{AF95281B-2A68-4CE3-8A27-03EED13DE3DD}"/>
              </a:ext>
            </a:extLst>
          </p:cNvPr>
          <p:cNvSpPr/>
          <p:nvPr/>
        </p:nvSpPr>
        <p:spPr>
          <a:xfrm>
            <a:off x="9508067" y="6095548"/>
            <a:ext cx="2116667" cy="541866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Содержание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D79F2-2AD4-4941-85B8-BE6E00155DC6}"/>
              </a:ext>
            </a:extLst>
          </p:cNvPr>
          <p:cNvSpPr txBox="1"/>
          <p:nvPr/>
        </p:nvSpPr>
        <p:spPr>
          <a:xfrm>
            <a:off x="82296" y="6356350"/>
            <a:ext cx="593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1805118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Гневнов А.Е.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невнов Артем Евгеньевич^LJ ИВТ 2.1.^LJ Шаблон.pptx" id="{7325B612-55B0-4038-B5D9-1D0C73E21113}" vid="{0039AAE9-320B-42F1-9AFB-5CE424DFDAE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Гневнов Артем Евгеньевич^LJ ИВТ 2.1.^LJ Шаблон</Template>
  <TotalTime>63</TotalTime>
  <Words>144</Words>
  <Application>Microsoft Office PowerPoint</Application>
  <PresentationFormat>Широкоэкранный</PresentationFormat>
  <Paragraphs>65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Yandex Sans Text</vt:lpstr>
      <vt:lpstr>Шаблон Гневнов А.Е.</vt:lpstr>
      <vt:lpstr>GNEVNOV Inc.</vt:lpstr>
      <vt:lpstr>Содержание</vt:lpstr>
      <vt:lpstr>Деятельность фирмы</vt:lpstr>
      <vt:lpstr>Девиз</vt:lpstr>
      <vt:lpstr>Презентация PowerPoint</vt:lpstr>
      <vt:lpstr>Директор</vt:lpstr>
      <vt:lpstr>Диаграмма доходов</vt:lpstr>
      <vt:lpstr>Как нас найти</vt:lpstr>
      <vt:lpstr>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GNEVNOV Inc.</dc:title>
  <dc:creator>Artyom Gnevnov</dc:creator>
  <cp:lastModifiedBy>Artyom Gnevnov</cp:lastModifiedBy>
  <cp:revision>6</cp:revision>
  <dcterms:created xsi:type="dcterms:W3CDTF">2024-12-19T16:16:36Z</dcterms:created>
  <dcterms:modified xsi:type="dcterms:W3CDTF">2024-12-19T18:15:17Z</dcterms:modified>
</cp:coreProperties>
</file>