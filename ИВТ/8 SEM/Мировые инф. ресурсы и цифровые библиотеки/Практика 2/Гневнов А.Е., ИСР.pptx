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yom Gnevnov" userId="2f0d4a8a008de216" providerId="LiveId" clId="{ED947D4A-AC2F-41A3-BDE5-EC1D39E74003}"/>
    <pc:docChg chg="undo redo custSel addSld modSld">
      <pc:chgData name="Artyom Gnevnov" userId="2f0d4a8a008de216" providerId="LiveId" clId="{ED947D4A-AC2F-41A3-BDE5-EC1D39E74003}" dt="2026-03-03T09:22:36.893" v="276" actId="14100"/>
      <pc:docMkLst>
        <pc:docMk/>
      </pc:docMkLst>
      <pc:sldChg chg="modSp new mod">
        <pc:chgData name="Artyom Gnevnov" userId="2f0d4a8a008de216" providerId="LiveId" clId="{ED947D4A-AC2F-41A3-BDE5-EC1D39E74003}" dt="2026-03-03T09:04:55.005" v="39" actId="121"/>
        <pc:sldMkLst>
          <pc:docMk/>
          <pc:sldMk cId="256201550" sldId="256"/>
        </pc:sldMkLst>
        <pc:spChg chg="mod">
          <ac:chgData name="Artyom Gnevnov" userId="2f0d4a8a008de216" providerId="LiveId" clId="{ED947D4A-AC2F-41A3-BDE5-EC1D39E74003}" dt="2026-03-03T09:04:38.547" v="11"/>
          <ac:spMkLst>
            <pc:docMk/>
            <pc:sldMk cId="256201550" sldId="256"/>
            <ac:spMk id="2" creationId="{68DD0DFA-B45C-4694-8EBA-DAF307D98668}"/>
          </ac:spMkLst>
        </pc:spChg>
        <pc:spChg chg="mod">
          <ac:chgData name="Artyom Gnevnov" userId="2f0d4a8a008de216" providerId="LiveId" clId="{ED947D4A-AC2F-41A3-BDE5-EC1D39E74003}" dt="2026-03-03T09:04:55.005" v="39" actId="121"/>
          <ac:spMkLst>
            <pc:docMk/>
            <pc:sldMk cId="256201550" sldId="256"/>
            <ac:spMk id="3" creationId="{75ACCD7D-0583-4852-900E-F56D3012E860}"/>
          </ac:spMkLst>
        </pc:spChg>
      </pc:sldChg>
      <pc:sldChg chg="addSp delSp modSp new mod">
        <pc:chgData name="Artyom Gnevnov" userId="2f0d4a8a008de216" providerId="LiveId" clId="{ED947D4A-AC2F-41A3-BDE5-EC1D39E74003}" dt="2026-03-03T09:06:20.348" v="59" actId="14100"/>
        <pc:sldMkLst>
          <pc:docMk/>
          <pc:sldMk cId="1058678957" sldId="257"/>
        </pc:sldMkLst>
        <pc:spChg chg="mod">
          <ac:chgData name="Artyom Gnevnov" userId="2f0d4a8a008de216" providerId="LiveId" clId="{ED947D4A-AC2F-41A3-BDE5-EC1D39E74003}" dt="2026-03-03T09:05:46.838" v="49" actId="1076"/>
          <ac:spMkLst>
            <pc:docMk/>
            <pc:sldMk cId="1058678957" sldId="257"/>
            <ac:spMk id="2" creationId="{DEF777B5-F4C6-421F-A721-351F74347847}"/>
          </ac:spMkLst>
        </pc:spChg>
        <pc:spChg chg="add del mod">
          <ac:chgData name="Artyom Gnevnov" userId="2f0d4a8a008de216" providerId="LiveId" clId="{ED947D4A-AC2F-41A3-BDE5-EC1D39E74003}" dt="2026-03-03T09:06:20.348" v="59" actId="14100"/>
          <ac:spMkLst>
            <pc:docMk/>
            <pc:sldMk cId="1058678957" sldId="257"/>
            <ac:spMk id="3" creationId="{2ACC43C3-1834-4DDD-9A15-4CFF5F059B07}"/>
          </ac:spMkLst>
        </pc:spChg>
        <pc:spChg chg="add del mod">
          <ac:chgData name="Artyom Gnevnov" userId="2f0d4a8a008de216" providerId="LiveId" clId="{ED947D4A-AC2F-41A3-BDE5-EC1D39E74003}" dt="2026-03-03T09:06:06.828" v="53"/>
          <ac:spMkLst>
            <pc:docMk/>
            <pc:sldMk cId="1058678957" sldId="257"/>
            <ac:spMk id="4" creationId="{6E903D99-D23B-4601-B63C-A68CCE68DE92}"/>
          </ac:spMkLst>
        </pc:spChg>
      </pc:sldChg>
      <pc:sldChg chg="addSp delSp modSp new mod">
        <pc:chgData name="Artyom Gnevnov" userId="2f0d4a8a008de216" providerId="LiveId" clId="{ED947D4A-AC2F-41A3-BDE5-EC1D39E74003}" dt="2026-03-03T09:07:12.375" v="78" actId="1076"/>
        <pc:sldMkLst>
          <pc:docMk/>
          <pc:sldMk cId="3126582719" sldId="258"/>
        </pc:sldMkLst>
        <pc:spChg chg="mod">
          <ac:chgData name="Artyom Gnevnov" userId="2f0d4a8a008de216" providerId="LiveId" clId="{ED947D4A-AC2F-41A3-BDE5-EC1D39E74003}" dt="2026-03-03T09:06:49.314" v="70" actId="1076"/>
          <ac:spMkLst>
            <pc:docMk/>
            <pc:sldMk cId="3126582719" sldId="258"/>
            <ac:spMk id="2" creationId="{32166B2A-B986-4D75-B97B-CA824B72705C}"/>
          </ac:spMkLst>
        </pc:spChg>
        <pc:spChg chg="del">
          <ac:chgData name="Artyom Gnevnov" userId="2f0d4a8a008de216" providerId="LiveId" clId="{ED947D4A-AC2F-41A3-BDE5-EC1D39E74003}" dt="2026-03-03T09:07:02.085" v="73" actId="478"/>
          <ac:spMkLst>
            <pc:docMk/>
            <pc:sldMk cId="3126582719" sldId="258"/>
            <ac:spMk id="3" creationId="{57FF871B-0DEF-4F7C-B61B-6863D6F66F37}"/>
          </ac:spMkLst>
        </pc:spChg>
        <pc:picChg chg="add del">
          <ac:chgData name="Artyom Gnevnov" userId="2f0d4a8a008de216" providerId="LiveId" clId="{ED947D4A-AC2F-41A3-BDE5-EC1D39E74003}" dt="2026-03-03T09:07:01.004" v="72" actId="22"/>
          <ac:picMkLst>
            <pc:docMk/>
            <pc:sldMk cId="3126582719" sldId="258"/>
            <ac:picMk id="5" creationId="{02D22F63-B97A-42F2-A36B-651190C1B159}"/>
          </ac:picMkLst>
        </pc:picChg>
        <pc:picChg chg="add mod">
          <ac:chgData name="Artyom Gnevnov" userId="2f0d4a8a008de216" providerId="LiveId" clId="{ED947D4A-AC2F-41A3-BDE5-EC1D39E74003}" dt="2026-03-03T09:07:12.375" v="78" actId="1076"/>
          <ac:picMkLst>
            <pc:docMk/>
            <pc:sldMk cId="3126582719" sldId="258"/>
            <ac:picMk id="7" creationId="{716251B2-E9FC-4DE0-BB0E-31F21D92CCA6}"/>
          </ac:picMkLst>
        </pc:picChg>
      </pc:sldChg>
      <pc:sldChg chg="addSp delSp modSp new mod">
        <pc:chgData name="Artyom Gnevnov" userId="2f0d4a8a008de216" providerId="LiveId" clId="{ED947D4A-AC2F-41A3-BDE5-EC1D39E74003}" dt="2026-03-03T09:08:20.176" v="99" actId="113"/>
        <pc:sldMkLst>
          <pc:docMk/>
          <pc:sldMk cId="2626475730" sldId="259"/>
        </pc:sldMkLst>
        <pc:spChg chg="mod">
          <ac:chgData name="Artyom Gnevnov" userId="2f0d4a8a008de216" providerId="LiveId" clId="{ED947D4A-AC2F-41A3-BDE5-EC1D39E74003}" dt="2026-03-03T09:07:38.542" v="84" actId="1076"/>
          <ac:spMkLst>
            <pc:docMk/>
            <pc:sldMk cId="2626475730" sldId="259"/>
            <ac:spMk id="2" creationId="{B53826FA-04BE-428B-A503-F155C56874C0}"/>
          </ac:spMkLst>
        </pc:spChg>
        <pc:spChg chg="add del mod">
          <ac:chgData name="Artyom Gnevnov" userId="2f0d4a8a008de216" providerId="LiveId" clId="{ED947D4A-AC2F-41A3-BDE5-EC1D39E74003}" dt="2026-03-03T09:08:20.176" v="99" actId="113"/>
          <ac:spMkLst>
            <pc:docMk/>
            <pc:sldMk cId="2626475730" sldId="259"/>
            <ac:spMk id="3" creationId="{6843BBCC-29AF-4852-8BF9-0951CE504338}"/>
          </ac:spMkLst>
        </pc:spChg>
        <pc:spChg chg="add del mod">
          <ac:chgData name="Artyom Gnevnov" userId="2f0d4a8a008de216" providerId="LiveId" clId="{ED947D4A-AC2F-41A3-BDE5-EC1D39E74003}" dt="2026-03-03T09:07:45.864" v="86"/>
          <ac:spMkLst>
            <pc:docMk/>
            <pc:sldMk cId="2626475730" sldId="259"/>
            <ac:spMk id="4" creationId="{BF269B0C-2B8C-486B-B1CF-5F958CE0B596}"/>
          </ac:spMkLst>
        </pc:spChg>
      </pc:sldChg>
      <pc:sldChg chg="addSp delSp modSp new mod">
        <pc:chgData name="Artyom Gnevnov" userId="2f0d4a8a008de216" providerId="LiveId" clId="{ED947D4A-AC2F-41A3-BDE5-EC1D39E74003}" dt="2026-03-03T09:09:34.646" v="113" actId="14100"/>
        <pc:sldMkLst>
          <pc:docMk/>
          <pc:sldMk cId="2740207053" sldId="260"/>
        </pc:sldMkLst>
        <pc:spChg chg="mod">
          <ac:chgData name="Artyom Gnevnov" userId="2f0d4a8a008de216" providerId="LiveId" clId="{ED947D4A-AC2F-41A3-BDE5-EC1D39E74003}" dt="2026-03-03T09:09:19.651" v="105" actId="1076"/>
          <ac:spMkLst>
            <pc:docMk/>
            <pc:sldMk cId="2740207053" sldId="260"/>
            <ac:spMk id="2" creationId="{94C81A88-557F-4F82-A7ED-455EC4AC3893}"/>
          </ac:spMkLst>
        </pc:spChg>
        <pc:spChg chg="add del mod">
          <ac:chgData name="Artyom Gnevnov" userId="2f0d4a8a008de216" providerId="LiveId" clId="{ED947D4A-AC2F-41A3-BDE5-EC1D39E74003}" dt="2026-03-03T09:09:34.646" v="113" actId="14100"/>
          <ac:spMkLst>
            <pc:docMk/>
            <pc:sldMk cId="2740207053" sldId="260"/>
            <ac:spMk id="3" creationId="{CAFD1018-7DA0-4EF6-9E56-35586D88028F}"/>
          </ac:spMkLst>
        </pc:spChg>
        <pc:spChg chg="add del mod">
          <ac:chgData name="Artyom Gnevnov" userId="2f0d4a8a008de216" providerId="LiveId" clId="{ED947D4A-AC2F-41A3-BDE5-EC1D39E74003}" dt="2026-03-03T09:09:25.469" v="107"/>
          <ac:spMkLst>
            <pc:docMk/>
            <pc:sldMk cId="2740207053" sldId="260"/>
            <ac:spMk id="4" creationId="{E40B4D40-D03D-46E7-85BF-27879B488992}"/>
          </ac:spMkLst>
        </pc:spChg>
      </pc:sldChg>
      <pc:sldChg chg="modSp new mod">
        <pc:chgData name="Artyom Gnevnov" userId="2f0d4a8a008de216" providerId="LiveId" clId="{ED947D4A-AC2F-41A3-BDE5-EC1D39E74003}" dt="2026-03-03T09:13:43.032" v="158" actId="12"/>
        <pc:sldMkLst>
          <pc:docMk/>
          <pc:sldMk cId="3731225995" sldId="261"/>
        </pc:sldMkLst>
        <pc:spChg chg="mod">
          <ac:chgData name="Artyom Gnevnov" userId="2f0d4a8a008de216" providerId="LiveId" clId="{ED947D4A-AC2F-41A3-BDE5-EC1D39E74003}" dt="2026-03-03T09:10:02.292" v="119" actId="1076"/>
          <ac:spMkLst>
            <pc:docMk/>
            <pc:sldMk cId="3731225995" sldId="261"/>
            <ac:spMk id="2" creationId="{F9F00290-13CA-483D-B8AC-DAC1856BE590}"/>
          </ac:spMkLst>
        </pc:spChg>
        <pc:spChg chg="mod">
          <ac:chgData name="Artyom Gnevnov" userId="2f0d4a8a008de216" providerId="LiveId" clId="{ED947D4A-AC2F-41A3-BDE5-EC1D39E74003}" dt="2026-03-03T09:13:43.032" v="158" actId="12"/>
          <ac:spMkLst>
            <pc:docMk/>
            <pc:sldMk cId="3731225995" sldId="261"/>
            <ac:spMk id="3" creationId="{89D8FB8C-C9C7-4B67-BA2D-AE65FD31681A}"/>
          </ac:spMkLst>
        </pc:spChg>
      </pc:sldChg>
      <pc:sldChg chg="addSp delSp modSp new mod">
        <pc:chgData name="Artyom Gnevnov" userId="2f0d4a8a008de216" providerId="LiveId" clId="{ED947D4A-AC2F-41A3-BDE5-EC1D39E74003}" dt="2026-03-03T09:14:56.669" v="171" actId="14100"/>
        <pc:sldMkLst>
          <pc:docMk/>
          <pc:sldMk cId="1166382718" sldId="262"/>
        </pc:sldMkLst>
        <pc:spChg chg="mod">
          <ac:chgData name="Artyom Gnevnov" userId="2f0d4a8a008de216" providerId="LiveId" clId="{ED947D4A-AC2F-41A3-BDE5-EC1D39E74003}" dt="2026-03-03T09:14:32.384" v="162" actId="14100"/>
          <ac:spMkLst>
            <pc:docMk/>
            <pc:sldMk cId="1166382718" sldId="262"/>
            <ac:spMk id="2" creationId="{7D852457-A01F-431D-B0CA-60A7A469A4F2}"/>
          </ac:spMkLst>
        </pc:spChg>
        <pc:spChg chg="add del mod">
          <ac:chgData name="Artyom Gnevnov" userId="2f0d4a8a008de216" providerId="LiveId" clId="{ED947D4A-AC2F-41A3-BDE5-EC1D39E74003}" dt="2026-03-03T09:14:56.669" v="171" actId="14100"/>
          <ac:spMkLst>
            <pc:docMk/>
            <pc:sldMk cId="1166382718" sldId="262"/>
            <ac:spMk id="3" creationId="{8223F913-43FF-4DA5-90AD-230EEE3A5240}"/>
          </ac:spMkLst>
        </pc:spChg>
        <pc:spChg chg="add del mod">
          <ac:chgData name="Artyom Gnevnov" userId="2f0d4a8a008de216" providerId="LiveId" clId="{ED947D4A-AC2F-41A3-BDE5-EC1D39E74003}" dt="2026-03-03T09:14:43.529" v="164"/>
          <ac:spMkLst>
            <pc:docMk/>
            <pc:sldMk cId="1166382718" sldId="262"/>
            <ac:spMk id="4" creationId="{07CE4A20-FEEE-48E3-B1F4-43518AB2E75E}"/>
          </ac:spMkLst>
        </pc:spChg>
      </pc:sldChg>
      <pc:sldChg chg="addSp delSp modSp new mod">
        <pc:chgData name="Artyom Gnevnov" userId="2f0d4a8a008de216" providerId="LiveId" clId="{ED947D4A-AC2F-41A3-BDE5-EC1D39E74003}" dt="2026-03-03T09:15:51.844" v="192" actId="20577"/>
        <pc:sldMkLst>
          <pc:docMk/>
          <pc:sldMk cId="1342684051" sldId="263"/>
        </pc:sldMkLst>
        <pc:spChg chg="mod">
          <ac:chgData name="Artyom Gnevnov" userId="2f0d4a8a008de216" providerId="LiveId" clId="{ED947D4A-AC2F-41A3-BDE5-EC1D39E74003}" dt="2026-03-03T09:15:13.368" v="177" actId="1076"/>
          <ac:spMkLst>
            <pc:docMk/>
            <pc:sldMk cId="1342684051" sldId="263"/>
            <ac:spMk id="2" creationId="{BAF2DDE1-7742-482F-B919-C98C5F5B891F}"/>
          </ac:spMkLst>
        </pc:spChg>
        <pc:spChg chg="add del mod">
          <ac:chgData name="Artyom Gnevnov" userId="2f0d4a8a008de216" providerId="LiveId" clId="{ED947D4A-AC2F-41A3-BDE5-EC1D39E74003}" dt="2026-03-03T09:15:51.844" v="192" actId="20577"/>
          <ac:spMkLst>
            <pc:docMk/>
            <pc:sldMk cId="1342684051" sldId="263"/>
            <ac:spMk id="3" creationId="{88CAF76C-79CD-42E1-A773-5C3581846512}"/>
          </ac:spMkLst>
        </pc:spChg>
        <pc:spChg chg="add del mod">
          <ac:chgData name="Artyom Gnevnov" userId="2f0d4a8a008de216" providerId="LiveId" clId="{ED947D4A-AC2F-41A3-BDE5-EC1D39E74003}" dt="2026-03-03T09:15:19.247" v="179"/>
          <ac:spMkLst>
            <pc:docMk/>
            <pc:sldMk cId="1342684051" sldId="263"/>
            <ac:spMk id="4" creationId="{CB97F993-D9B3-4DC5-9DD1-D83EFC1EA2FB}"/>
          </ac:spMkLst>
        </pc:spChg>
      </pc:sldChg>
      <pc:sldChg chg="modSp new mod">
        <pc:chgData name="Artyom Gnevnov" userId="2f0d4a8a008de216" providerId="LiveId" clId="{ED947D4A-AC2F-41A3-BDE5-EC1D39E74003}" dt="2026-03-03T09:17:02.253" v="216" actId="123"/>
        <pc:sldMkLst>
          <pc:docMk/>
          <pc:sldMk cId="2520982920" sldId="264"/>
        </pc:sldMkLst>
        <pc:spChg chg="mod">
          <ac:chgData name="Artyom Gnevnov" userId="2f0d4a8a008de216" providerId="LiveId" clId="{ED947D4A-AC2F-41A3-BDE5-EC1D39E74003}" dt="2026-03-03T09:16:12.308" v="198" actId="1076"/>
          <ac:spMkLst>
            <pc:docMk/>
            <pc:sldMk cId="2520982920" sldId="264"/>
            <ac:spMk id="2" creationId="{CADC9DA4-6D80-4716-9BBB-FD88291FDF06}"/>
          </ac:spMkLst>
        </pc:spChg>
        <pc:spChg chg="mod">
          <ac:chgData name="Artyom Gnevnov" userId="2f0d4a8a008de216" providerId="LiveId" clId="{ED947D4A-AC2F-41A3-BDE5-EC1D39E74003}" dt="2026-03-03T09:17:02.253" v="216" actId="123"/>
          <ac:spMkLst>
            <pc:docMk/>
            <pc:sldMk cId="2520982920" sldId="264"/>
            <ac:spMk id="3" creationId="{07097EC0-3E5F-40F8-8BB9-B53AD2366E0A}"/>
          </ac:spMkLst>
        </pc:spChg>
      </pc:sldChg>
      <pc:sldChg chg="modSp new mod">
        <pc:chgData name="Artyom Gnevnov" userId="2f0d4a8a008de216" providerId="LiveId" clId="{ED947D4A-AC2F-41A3-BDE5-EC1D39E74003}" dt="2026-03-03T09:16:59.929" v="215" actId="14100"/>
        <pc:sldMkLst>
          <pc:docMk/>
          <pc:sldMk cId="824979964" sldId="265"/>
        </pc:sldMkLst>
        <pc:spChg chg="mod">
          <ac:chgData name="Artyom Gnevnov" userId="2f0d4a8a008de216" providerId="LiveId" clId="{ED947D4A-AC2F-41A3-BDE5-EC1D39E74003}" dt="2026-03-03T09:16:33.969" v="208" actId="1076"/>
          <ac:spMkLst>
            <pc:docMk/>
            <pc:sldMk cId="824979964" sldId="265"/>
            <ac:spMk id="2" creationId="{8809A1FA-8846-4D36-BB86-31EC32138A80}"/>
          </ac:spMkLst>
        </pc:spChg>
        <pc:spChg chg="mod">
          <ac:chgData name="Artyom Gnevnov" userId="2f0d4a8a008de216" providerId="LiveId" clId="{ED947D4A-AC2F-41A3-BDE5-EC1D39E74003}" dt="2026-03-03T09:16:59.929" v="215" actId="14100"/>
          <ac:spMkLst>
            <pc:docMk/>
            <pc:sldMk cId="824979964" sldId="265"/>
            <ac:spMk id="3" creationId="{2948E006-E5E4-4C23-B3D4-23E32D3F52F2}"/>
          </ac:spMkLst>
        </pc:spChg>
      </pc:sldChg>
      <pc:sldChg chg="modSp new mod">
        <pc:chgData name="Artyom Gnevnov" userId="2f0d4a8a008de216" providerId="LiveId" clId="{ED947D4A-AC2F-41A3-BDE5-EC1D39E74003}" dt="2026-03-03T09:17:27.298" v="226" actId="123"/>
        <pc:sldMkLst>
          <pc:docMk/>
          <pc:sldMk cId="59771863" sldId="266"/>
        </pc:sldMkLst>
        <pc:spChg chg="mod">
          <ac:chgData name="Artyom Gnevnov" userId="2f0d4a8a008de216" providerId="LiveId" clId="{ED947D4A-AC2F-41A3-BDE5-EC1D39E74003}" dt="2026-03-03T09:17:18.410" v="222" actId="1076"/>
          <ac:spMkLst>
            <pc:docMk/>
            <pc:sldMk cId="59771863" sldId="266"/>
            <ac:spMk id="2" creationId="{CF115101-5ED9-4A14-B859-1693DBC47BF3}"/>
          </ac:spMkLst>
        </pc:spChg>
        <pc:spChg chg="mod">
          <ac:chgData name="Artyom Gnevnov" userId="2f0d4a8a008de216" providerId="LiveId" clId="{ED947D4A-AC2F-41A3-BDE5-EC1D39E74003}" dt="2026-03-03T09:17:27.298" v="226" actId="123"/>
          <ac:spMkLst>
            <pc:docMk/>
            <pc:sldMk cId="59771863" sldId="266"/>
            <ac:spMk id="3" creationId="{B194F1B8-6422-495E-8CAB-1DACA6BF9AC1}"/>
          </ac:spMkLst>
        </pc:spChg>
      </pc:sldChg>
      <pc:sldChg chg="modSp new mod">
        <pc:chgData name="Artyom Gnevnov" userId="2f0d4a8a008de216" providerId="LiveId" clId="{ED947D4A-AC2F-41A3-BDE5-EC1D39E74003}" dt="2026-03-03T09:22:36.893" v="276" actId="14100"/>
        <pc:sldMkLst>
          <pc:docMk/>
          <pc:sldMk cId="170689082" sldId="267"/>
        </pc:sldMkLst>
        <pc:spChg chg="mod">
          <ac:chgData name="Artyom Gnevnov" userId="2f0d4a8a008de216" providerId="LiveId" clId="{ED947D4A-AC2F-41A3-BDE5-EC1D39E74003}" dt="2026-03-03T09:17:47.463" v="232" actId="1076"/>
          <ac:spMkLst>
            <pc:docMk/>
            <pc:sldMk cId="170689082" sldId="267"/>
            <ac:spMk id="2" creationId="{959CF758-5BF7-4CF7-9C0F-03515448A1FC}"/>
          </ac:spMkLst>
        </pc:spChg>
        <pc:spChg chg="mod">
          <ac:chgData name="Artyom Gnevnov" userId="2f0d4a8a008de216" providerId="LiveId" clId="{ED947D4A-AC2F-41A3-BDE5-EC1D39E74003}" dt="2026-03-03T09:22:36.893" v="276" actId="14100"/>
          <ac:spMkLst>
            <pc:docMk/>
            <pc:sldMk cId="170689082" sldId="267"/>
            <ac:spMk id="3" creationId="{68DB19A8-07F4-49E7-97E1-53D04C7162A5}"/>
          </ac:spMkLst>
        </pc:spChg>
      </pc:sldChg>
      <pc:sldChg chg="modSp new mod">
        <pc:chgData name="Artyom Gnevnov" userId="2f0d4a8a008de216" providerId="LiveId" clId="{ED947D4A-AC2F-41A3-BDE5-EC1D39E74003}" dt="2026-03-03T09:19:06.291" v="268" actId="14100"/>
        <pc:sldMkLst>
          <pc:docMk/>
          <pc:sldMk cId="1500374887" sldId="268"/>
        </pc:sldMkLst>
        <pc:spChg chg="mod">
          <ac:chgData name="Artyom Gnevnov" userId="2f0d4a8a008de216" providerId="LiveId" clId="{ED947D4A-AC2F-41A3-BDE5-EC1D39E74003}" dt="2026-03-03T09:18:30.370" v="251" actId="1076"/>
          <ac:spMkLst>
            <pc:docMk/>
            <pc:sldMk cId="1500374887" sldId="268"/>
            <ac:spMk id="2" creationId="{3B09EFB9-3666-4AAF-ADC6-C54BBAD47226}"/>
          </ac:spMkLst>
        </pc:spChg>
        <pc:spChg chg="mod">
          <ac:chgData name="Artyom Gnevnov" userId="2f0d4a8a008de216" providerId="LiveId" clId="{ED947D4A-AC2F-41A3-BDE5-EC1D39E74003}" dt="2026-03-03T09:19:06.291" v="268" actId="14100"/>
          <ac:spMkLst>
            <pc:docMk/>
            <pc:sldMk cId="1500374887" sldId="268"/>
            <ac:spMk id="3" creationId="{2E0BF04E-F905-4201-A457-D78F74392482}"/>
          </ac:spMkLst>
        </pc:spChg>
      </pc:sldChg>
      <pc:sldMasterChg chg="addSldLayout">
        <pc:chgData name="Artyom Gnevnov" userId="2f0d4a8a008de216" providerId="LiveId" clId="{ED947D4A-AC2F-41A3-BDE5-EC1D39E74003}" dt="2026-03-03T09:04:23.764" v="0" actId="680"/>
        <pc:sldMasterMkLst>
          <pc:docMk/>
          <pc:sldMasterMk cId="1573288363" sldId="2147483648"/>
        </pc:sldMasterMkLst>
        <pc:sldLayoutChg chg="add">
          <pc:chgData name="Artyom Gnevnov" userId="2f0d4a8a008de216" providerId="LiveId" clId="{ED947D4A-AC2F-41A3-BDE5-EC1D39E74003}" dt="2026-03-03T09:04:23.764" v="0" actId="680"/>
          <pc:sldLayoutMkLst>
            <pc:docMk/>
            <pc:sldMasterMk cId="1573288363" sldId="2147483648"/>
            <pc:sldLayoutMk cId="1634690565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BCC1A8-BABA-4E19-9AEF-E7CE5BD5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E858F1A-A5AA-46C5-A1BA-4EF99C9AE6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690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3288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pamyat-naroda.ru/" TargetMode="Externa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&#1055;&#1072;&#1084;&#1103;&#1090;&#1100;_&#1085;&#1072;&#1088;&#1086;&#1076;&#1072;" TargetMode="External"/><Relationship Id="rId2" Type="http://schemas.openxmlformats.org/officeDocument/2006/relationships/hyperlink" Target="https://pamyat-naroda.ru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DD0DFA-B45C-4694-8EBA-DAF307D986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Память народа</a:t>
            </a:r>
            <a:br>
              <a:rPr lang="ru-RU" dirty="0"/>
            </a:b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5ACCD7D-0583-4852-900E-F56D3012E8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/>
              <a:t>Выполнил: Гневнов А.Е.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01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F777B5-F4C6-421F-A721-351F743478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5208"/>
            <a:ext cx="9144000" cy="1432588"/>
          </a:xfrm>
        </p:spPr>
        <p:txBody>
          <a:bodyPr/>
          <a:lstStyle/>
          <a:p>
            <a:r>
              <a:rPr lang="ru-RU" dirty="0"/>
              <a:t>Архив «Память народа»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ACC43C3-1834-4DDD-9A15-4CFF5F059B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7351" y="2334827"/>
            <a:ext cx="10330649" cy="2922973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Год запуска: 2015 год (проект Министерства обороны РФ).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Суть: Это крупнейший в мире интернет-портал о судьбах героев Великой Отечественной войны.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678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166B2A-B986-4D75-B97B-CA824B7270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8575"/>
            <a:ext cx="9144000" cy="1050848"/>
          </a:xfrm>
        </p:spPr>
        <p:txBody>
          <a:bodyPr/>
          <a:lstStyle/>
          <a:p>
            <a:r>
              <a:rPr lang="ru-RU" dirty="0"/>
              <a:t>Скриншот</a:t>
            </a:r>
            <a:endParaRPr lang="en-US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16251B2-E9FC-4DE0-BB0E-31F21D92C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557" y="1299423"/>
            <a:ext cx="8208885" cy="4352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582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3826FA-04BE-428B-A503-F155C56874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6432"/>
            <a:ext cx="9144000" cy="1805450"/>
          </a:xfrm>
        </p:spPr>
        <p:txBody>
          <a:bodyPr/>
          <a:lstStyle/>
          <a:p>
            <a:r>
              <a:rPr lang="ru-RU" dirty="0"/>
              <a:t>Основные направления деятельности и функции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843BBCC-29AF-4852-8BF9-0951CE504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639" y="2388093"/>
            <a:ext cx="10351363" cy="3488924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b="1" dirty="0"/>
              <a:t>Поиск родственников</a:t>
            </a:r>
            <a:r>
              <a:rPr lang="ru-RU" dirty="0"/>
              <a:t>: Позволяет найти информацию о наградах, ранениях и месте захоронения солдат по фамилии.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b="1" dirty="0"/>
              <a:t>Восстановление боевого пути</a:t>
            </a:r>
            <a:r>
              <a:rPr lang="ru-RU" dirty="0"/>
              <a:t>: На сайте можно увидеть на карте, где именно воевала конкретная часть или боец.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b="1" dirty="0"/>
              <a:t>Оцифровка архивов</a:t>
            </a:r>
            <a:r>
              <a:rPr lang="ru-RU" dirty="0"/>
              <a:t>: Перевод бумажных документов Центрального архива Минобороны (ЦАМО) в электронный вид.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b="1" dirty="0"/>
              <a:t>Образование</a:t>
            </a:r>
            <a:r>
              <a:rPr lang="ru-RU" dirty="0"/>
              <a:t>: Изучение истории операций через первоисточники (журналы боевых действий, приказы).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475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C81A88-557F-4F82-A7ED-455EC4AC38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3063"/>
            <a:ext cx="9144000" cy="1840961"/>
          </a:xfrm>
        </p:spPr>
        <p:txBody>
          <a:bodyPr/>
          <a:lstStyle/>
          <a:p>
            <a:r>
              <a:rPr lang="ru-RU" dirty="0"/>
              <a:t>Система управления (Руководство)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AFD1018-7DA0-4EF6-9E56-35586D8802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4085" y="2396971"/>
            <a:ext cx="10383915" cy="2860829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Куратор: Министерство обороны Российской Федерации.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Исполнитель: Корпорация «ЭЛАР» (именно они занимались технической оцифровкой миллионов страниц документов).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207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F00290-13CA-483D-B8AC-DAC1856BE5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47660"/>
            <a:ext cx="9144000" cy="910623"/>
          </a:xfrm>
        </p:spPr>
        <p:txBody>
          <a:bodyPr/>
          <a:lstStyle/>
          <a:p>
            <a:r>
              <a:rPr lang="ru-RU" dirty="0"/>
              <a:t>Структура сайта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9D8FB8C-C9C7-4B67-BA2D-AE65FD3168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697" y="1526959"/>
            <a:ext cx="11274641" cy="4883381"/>
          </a:xfrm>
        </p:spPr>
        <p:txBody>
          <a:bodyPr/>
          <a:lstStyle/>
          <a:p>
            <a:pPr algn="just"/>
            <a:r>
              <a:rPr lang="ru-RU" dirty="0"/>
              <a:t>Сайт очень логичный, в нем выделены ключевые блоки: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Участники войны: База данных с именами и личными карточками.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Боевые операции: Описания ключевых сражений с привязкой к картам того времени.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Воинские захоронения: Информация о мемориалах и списках погребенных.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Воинские части: Настоящая «родословная» армии. Здесь можно найти свою дивизию или полк, узнать имена командиров и проследить весь путь подразделения от Москвы до Берлина.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Документы частей: Сканы оригинальных приказов и журналов.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Истории пользователей: Самый эмоциональный раздел. Это «народная летопись», куда люди сами загружают фотографии из семейных альбомов, копии писем с фронта и рассказывают истории своих предков.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225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852457-A01F-431D-B0CA-60A7A469A4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5107"/>
            <a:ext cx="9144000" cy="870011"/>
          </a:xfrm>
        </p:spPr>
        <p:txBody>
          <a:bodyPr/>
          <a:lstStyle/>
          <a:p>
            <a:r>
              <a:rPr lang="ru-RU" dirty="0"/>
              <a:t>Пользователи сайта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223F913-43FF-4DA5-90AD-230EEE3A52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697" y="1757779"/>
            <a:ext cx="10428303" cy="3500021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Обычные люди: Те, кто ищет информацию о своих дедах и прадедах для семейного архива или акции «Бессмертный полк».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Историки и краеведы: Для профессиональных исследований.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Поисковые отряды: Чтобы идентифицировать найденные останки бойцов.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382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F2DDE1-7742-482F-B919-C98C5F5B89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1841"/>
            <a:ext cx="9144000" cy="1761062"/>
          </a:xfrm>
        </p:spPr>
        <p:txBody>
          <a:bodyPr/>
          <a:lstStyle/>
          <a:p>
            <a:r>
              <a:rPr lang="ru-RU" dirty="0"/>
              <a:t>Оценка качества информации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8CAF76C-79CD-42E1-A773-5C3581846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1942" y="2254928"/>
            <a:ext cx="10446058" cy="3002872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Достоверность: Максимальная, это официальные документы. Мы видим сканы с печатями и подписями.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Актуальность: База постоянно пополняется новыми оцифрованными листами.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Полнота: На текущий момент это самая полная база данных в мире по данной тематике.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Нюанс: Иногда встречаются ошибки в распознавании текста (из-за плохого почерка в оригиналах), но это поправимо ручным поиском.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684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DC9DA4-6D80-4716-9BBB-FD88291FDF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4084"/>
            <a:ext cx="9144000" cy="917683"/>
          </a:xfrm>
        </p:spPr>
        <p:txBody>
          <a:bodyPr/>
          <a:lstStyle/>
          <a:p>
            <a:r>
              <a:rPr lang="ru-RU" dirty="0"/>
              <a:t>Расположение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7097EC0-3E5F-40F8-8BB9-B53AD2366E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8474" y="1979720"/>
            <a:ext cx="10339526" cy="3278080"/>
          </a:xfrm>
        </p:spPr>
        <p:txBody>
          <a:bodyPr/>
          <a:lstStyle/>
          <a:p>
            <a:pPr algn="just"/>
            <a:r>
              <a:rPr lang="ru-RU" dirty="0"/>
              <a:t>Город, страна: Москва, Россия (серверы и ведомственная принадлежность).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0982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09A1FA-8846-4D36-BB86-31EC32138A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0820"/>
            <a:ext cx="9144000" cy="1050848"/>
          </a:xfrm>
        </p:spPr>
        <p:txBody>
          <a:bodyPr/>
          <a:lstStyle/>
          <a:p>
            <a:r>
              <a:rPr lang="ru-RU" dirty="0"/>
              <a:t>Наличие рекламы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948E006-E5E4-4C23-B3D4-23E32D3F52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166" y="1828800"/>
            <a:ext cx="7270812" cy="3429000"/>
          </a:xfrm>
        </p:spPr>
        <p:txBody>
          <a:bodyPr/>
          <a:lstStyle/>
          <a:p>
            <a:pPr algn="just"/>
            <a:r>
              <a:rPr lang="ru-RU" dirty="0"/>
              <a:t>Рекламы нет. Это государственный социально значимый проект, финансируемый из бюджета.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979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115101-5ED9-4A14-B859-1693DBC47B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8473"/>
            <a:ext cx="9144000" cy="962072"/>
          </a:xfrm>
        </p:spPr>
        <p:txBody>
          <a:bodyPr/>
          <a:lstStyle/>
          <a:p>
            <a:r>
              <a:rPr lang="en-US" dirty="0"/>
              <a:t>URL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194F1B8-6422-495E-8CAB-1DACA6BF9A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4085" y="1793289"/>
            <a:ext cx="10383915" cy="3464511"/>
          </a:xfrm>
        </p:spPr>
        <p:txBody>
          <a:bodyPr/>
          <a:lstStyle/>
          <a:p>
            <a:pPr algn="just"/>
            <a:r>
              <a:rPr lang="en-US" dirty="0">
                <a:hlinkClick r:id="rId2"/>
              </a:rPr>
              <a:t>https://pamyat-naroda.ru/</a:t>
            </a:r>
            <a:r>
              <a:rPr lang="ru-RU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71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9CF758-5BF7-4CF7-9C0F-03515448A1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6229"/>
            <a:ext cx="9144000" cy="953194"/>
          </a:xfrm>
        </p:spPr>
        <p:txBody>
          <a:bodyPr/>
          <a:lstStyle/>
          <a:p>
            <a:r>
              <a:rPr lang="ru-RU" dirty="0"/>
              <a:t>Общее впечатление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8DB19A8-07F4-49E7-97E1-53D04C71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576" y="1562469"/>
            <a:ext cx="10830756" cy="4492101"/>
          </a:xfrm>
        </p:spPr>
        <p:txBody>
          <a:bodyPr/>
          <a:lstStyle/>
          <a:p>
            <a:pPr algn="just"/>
            <a:r>
              <a:rPr lang="ru-RU" dirty="0"/>
              <a:t>«Память народа» — это очень качественный пример того, как огромный бумажный архив превратили в удобный цифровой сервис. Здесь подкупает то, что всё работает в «одно окно»: не нужно искать по разным сайтам, всё — от наградного листа до карты наступления — собрано в одном месте. Это удобно, быстро и действительно полезно для изучения истории.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890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09EFB9-3666-4AAF-ADC6-C54BBAD472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23781"/>
            <a:ext cx="9144000" cy="926561"/>
          </a:xfrm>
        </p:spPr>
        <p:txBody>
          <a:bodyPr/>
          <a:lstStyle/>
          <a:p>
            <a:r>
              <a:rPr lang="ru-RU" dirty="0"/>
              <a:t>Источники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E0BF04E-F905-4201-A457-D78F743924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575" y="2228295"/>
            <a:ext cx="10419425" cy="3029505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Официальный портал «Память народа» — </a:t>
            </a:r>
            <a:r>
              <a:rPr lang="en-US" dirty="0">
                <a:hlinkClick r:id="rId2"/>
              </a:rPr>
              <a:t>https://pamyat-naroda.ru/</a:t>
            </a:r>
            <a:r>
              <a:rPr lang="en-US" dirty="0"/>
              <a:t> </a:t>
            </a:r>
            <a:endParaRPr lang="ru-RU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Wiki - </a:t>
            </a:r>
            <a:r>
              <a:rPr lang="en-US" dirty="0">
                <a:hlinkClick r:id="rId3"/>
              </a:rPr>
              <a:t>https://ru.wikipedia.org/wiki/</a:t>
            </a:r>
            <a:r>
              <a:rPr lang="ru-RU" dirty="0" err="1">
                <a:hlinkClick r:id="rId3"/>
              </a:rPr>
              <a:t>Память_народа</a:t>
            </a:r>
            <a:endParaRPr lang="en-US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37488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494</Words>
  <Application>Microsoft Office PowerPoint</Application>
  <PresentationFormat>Широкоэкранный</PresentationFormat>
  <Paragraphs>42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Тема Office</vt:lpstr>
      <vt:lpstr>Память народа </vt:lpstr>
      <vt:lpstr>Архив «Память народа»</vt:lpstr>
      <vt:lpstr>Скриншот</vt:lpstr>
      <vt:lpstr>Основные направления деятельности и функции</vt:lpstr>
      <vt:lpstr>Система управления (Руководство)</vt:lpstr>
      <vt:lpstr>Структура сайта</vt:lpstr>
      <vt:lpstr>Пользователи сайта</vt:lpstr>
      <vt:lpstr>Оценка качества информации</vt:lpstr>
      <vt:lpstr>Расположение</vt:lpstr>
      <vt:lpstr>Наличие рекламы</vt:lpstr>
      <vt:lpstr>URL</vt:lpstr>
      <vt:lpstr>Общее впечатление</vt:lpstr>
      <vt:lpstr>Источники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Память народа </dc:title>
  <dc:creator>Artyom Gnevnov</dc:creator>
  <cp:lastModifiedBy>Artyom Gnevnov</cp:lastModifiedBy>
  <cp:revision>2</cp:revision>
  <dcterms:created xsi:type="dcterms:W3CDTF">2026-03-03T09:04:19Z</dcterms:created>
  <dcterms:modified xsi:type="dcterms:W3CDTF">2026-03-03T09:22:51Z</dcterms:modified>
</cp:coreProperties>
</file>