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38C87F22-D393-4431-9F23-65149BAC4AF4}"/>
    <pc:docChg chg="undo redo custSel addSld modSld">
      <pc:chgData name="Artyom Gnevnov" userId="2f0d4a8a008de216" providerId="LiveId" clId="{38C87F22-D393-4431-9F23-65149BAC4AF4}" dt="2026-03-03T11:23:31.974" v="328" actId="20577"/>
      <pc:docMkLst>
        <pc:docMk/>
      </pc:docMkLst>
      <pc:sldChg chg="modSp new mod">
        <pc:chgData name="Artyom Gnevnov" userId="2f0d4a8a008de216" providerId="LiveId" clId="{38C87F22-D393-4431-9F23-65149BAC4AF4}" dt="2026-03-03T11:06:25.590" v="26" actId="121"/>
        <pc:sldMkLst>
          <pc:docMk/>
          <pc:sldMk cId="342959055" sldId="256"/>
        </pc:sldMkLst>
        <pc:spChg chg="mod">
          <ac:chgData name="Artyom Gnevnov" userId="2f0d4a8a008de216" providerId="LiveId" clId="{38C87F22-D393-4431-9F23-65149BAC4AF4}" dt="2026-03-03T11:06:15.594" v="3"/>
          <ac:spMkLst>
            <pc:docMk/>
            <pc:sldMk cId="342959055" sldId="256"/>
            <ac:spMk id="2" creationId="{7B9C8F56-C98B-4985-8F6D-00E9FDF32138}"/>
          </ac:spMkLst>
        </pc:spChg>
        <pc:spChg chg="mod">
          <ac:chgData name="Artyom Gnevnov" userId="2f0d4a8a008de216" providerId="LiveId" clId="{38C87F22-D393-4431-9F23-65149BAC4AF4}" dt="2026-03-03T11:06:25.590" v="26" actId="121"/>
          <ac:spMkLst>
            <pc:docMk/>
            <pc:sldMk cId="342959055" sldId="256"/>
            <ac:spMk id="3" creationId="{38079279-A3A4-4D2C-820D-A48AE09AD0CE}"/>
          </ac:spMkLst>
        </pc:spChg>
      </pc:sldChg>
      <pc:sldChg chg="addSp delSp modSp new mod">
        <pc:chgData name="Artyom Gnevnov" userId="2f0d4a8a008de216" providerId="LiveId" clId="{38C87F22-D393-4431-9F23-65149BAC4AF4}" dt="2026-03-03T11:08:34.537" v="61" actId="20577"/>
        <pc:sldMkLst>
          <pc:docMk/>
          <pc:sldMk cId="625440281" sldId="257"/>
        </pc:sldMkLst>
        <pc:spChg chg="mod">
          <ac:chgData name="Artyom Gnevnov" userId="2f0d4a8a008de216" providerId="LiveId" clId="{38C87F22-D393-4431-9F23-65149BAC4AF4}" dt="2026-03-03T11:07:18.931" v="49" actId="1076"/>
          <ac:spMkLst>
            <pc:docMk/>
            <pc:sldMk cId="625440281" sldId="257"/>
            <ac:spMk id="2" creationId="{7FCBC58D-D674-47E1-909E-BB97EE58559A}"/>
          </ac:spMkLst>
        </pc:spChg>
        <pc:spChg chg="add del mod">
          <ac:chgData name="Artyom Gnevnov" userId="2f0d4a8a008de216" providerId="LiveId" clId="{38C87F22-D393-4431-9F23-65149BAC4AF4}" dt="2026-03-03T11:08:34.537" v="61" actId="20577"/>
          <ac:spMkLst>
            <pc:docMk/>
            <pc:sldMk cId="625440281" sldId="257"/>
            <ac:spMk id="3" creationId="{966E4213-8099-4393-894E-5139B9AA416E}"/>
          </ac:spMkLst>
        </pc:spChg>
        <pc:spChg chg="add del mod">
          <ac:chgData name="Artyom Gnevnov" userId="2f0d4a8a008de216" providerId="LiveId" clId="{38C87F22-D393-4431-9F23-65149BAC4AF4}" dt="2026-03-03T11:08:14.161" v="53"/>
          <ac:spMkLst>
            <pc:docMk/>
            <pc:sldMk cId="625440281" sldId="257"/>
            <ac:spMk id="4" creationId="{9C0925B1-ED34-4B2D-80A1-6D6D9FC289CB}"/>
          </ac:spMkLst>
        </pc:spChg>
      </pc:sldChg>
      <pc:sldChg chg="addSp delSp modSp new mod">
        <pc:chgData name="Artyom Gnevnov" userId="2f0d4a8a008de216" providerId="LiveId" clId="{38C87F22-D393-4431-9F23-65149BAC4AF4}" dt="2026-03-03T11:07:08.532" v="44" actId="1076"/>
        <pc:sldMkLst>
          <pc:docMk/>
          <pc:sldMk cId="2815450724" sldId="258"/>
        </pc:sldMkLst>
        <pc:spChg chg="mod">
          <ac:chgData name="Artyom Gnevnov" userId="2f0d4a8a008de216" providerId="LiveId" clId="{38C87F22-D393-4431-9F23-65149BAC4AF4}" dt="2026-03-03T11:06:55.998" v="41" actId="1076"/>
          <ac:spMkLst>
            <pc:docMk/>
            <pc:sldMk cId="2815450724" sldId="258"/>
            <ac:spMk id="2" creationId="{8CC76547-FF78-4419-A9BA-378FE0F98F64}"/>
          </ac:spMkLst>
        </pc:spChg>
        <pc:spChg chg="del">
          <ac:chgData name="Artyom Gnevnov" userId="2f0d4a8a008de216" providerId="LiveId" clId="{38C87F22-D393-4431-9F23-65149BAC4AF4}" dt="2026-03-03T11:06:49.416" v="31" actId="478"/>
          <ac:spMkLst>
            <pc:docMk/>
            <pc:sldMk cId="2815450724" sldId="258"/>
            <ac:spMk id="3" creationId="{A662E665-AE0F-43A9-9D47-9E425CD500E4}"/>
          </ac:spMkLst>
        </pc:spChg>
        <pc:picChg chg="add mod">
          <ac:chgData name="Artyom Gnevnov" userId="2f0d4a8a008de216" providerId="LiveId" clId="{38C87F22-D393-4431-9F23-65149BAC4AF4}" dt="2026-03-03T11:07:08.532" v="44" actId="1076"/>
          <ac:picMkLst>
            <pc:docMk/>
            <pc:sldMk cId="2815450724" sldId="258"/>
            <ac:picMk id="5" creationId="{8016B913-43FF-44DA-A637-0168E09033E7}"/>
          </ac:picMkLst>
        </pc:picChg>
      </pc:sldChg>
      <pc:sldChg chg="addSp delSp modSp new mod">
        <pc:chgData name="Artyom Gnevnov" userId="2f0d4a8a008de216" providerId="LiveId" clId="{38C87F22-D393-4431-9F23-65149BAC4AF4}" dt="2026-03-03T11:10:19.083" v="77" actId="12"/>
        <pc:sldMkLst>
          <pc:docMk/>
          <pc:sldMk cId="1582192383" sldId="259"/>
        </pc:sldMkLst>
        <pc:spChg chg="mod">
          <ac:chgData name="Artyom Gnevnov" userId="2f0d4a8a008de216" providerId="LiveId" clId="{38C87F22-D393-4431-9F23-65149BAC4AF4}" dt="2026-03-03T11:09:41.281" v="65" actId="1076"/>
          <ac:spMkLst>
            <pc:docMk/>
            <pc:sldMk cId="1582192383" sldId="259"/>
            <ac:spMk id="2" creationId="{A5ECB68D-0648-456E-B9A6-9D8747C90824}"/>
          </ac:spMkLst>
        </pc:spChg>
        <pc:spChg chg="add del mod">
          <ac:chgData name="Artyom Gnevnov" userId="2f0d4a8a008de216" providerId="LiveId" clId="{38C87F22-D393-4431-9F23-65149BAC4AF4}" dt="2026-03-03T11:10:19.083" v="77" actId="12"/>
          <ac:spMkLst>
            <pc:docMk/>
            <pc:sldMk cId="1582192383" sldId="259"/>
            <ac:spMk id="3" creationId="{22A01AC5-E919-48FE-B026-35B6BC5A2109}"/>
          </ac:spMkLst>
        </pc:spChg>
        <pc:spChg chg="add del mod">
          <ac:chgData name="Artyom Gnevnov" userId="2f0d4a8a008de216" providerId="LiveId" clId="{38C87F22-D393-4431-9F23-65149BAC4AF4}" dt="2026-03-03T11:09:58.445" v="67"/>
          <ac:spMkLst>
            <pc:docMk/>
            <pc:sldMk cId="1582192383" sldId="259"/>
            <ac:spMk id="4" creationId="{9E2BDE93-0A0E-4B8F-BA9B-F01348AF94E9}"/>
          </ac:spMkLst>
        </pc:spChg>
      </pc:sldChg>
      <pc:sldChg chg="addSp delSp modSp new mod">
        <pc:chgData name="Artyom Gnevnov" userId="2f0d4a8a008de216" providerId="LiveId" clId="{38C87F22-D393-4431-9F23-65149BAC4AF4}" dt="2026-03-03T11:10:59.622" v="96" actId="20577"/>
        <pc:sldMkLst>
          <pc:docMk/>
          <pc:sldMk cId="676368025" sldId="260"/>
        </pc:sldMkLst>
        <pc:spChg chg="mod">
          <ac:chgData name="Artyom Gnevnov" userId="2f0d4a8a008de216" providerId="LiveId" clId="{38C87F22-D393-4431-9F23-65149BAC4AF4}" dt="2026-03-03T11:10:29.932" v="83" actId="1076"/>
          <ac:spMkLst>
            <pc:docMk/>
            <pc:sldMk cId="676368025" sldId="260"/>
            <ac:spMk id="2" creationId="{AAD01E2C-9C20-4D0D-B0F3-C52283342A44}"/>
          </ac:spMkLst>
        </pc:spChg>
        <pc:spChg chg="add del mod">
          <ac:chgData name="Artyom Gnevnov" userId="2f0d4a8a008de216" providerId="LiveId" clId="{38C87F22-D393-4431-9F23-65149BAC4AF4}" dt="2026-03-03T11:10:59.622" v="96" actId="20577"/>
          <ac:spMkLst>
            <pc:docMk/>
            <pc:sldMk cId="676368025" sldId="260"/>
            <ac:spMk id="3" creationId="{FECEF81F-5C47-4078-92BE-41E96FB7D695}"/>
          </ac:spMkLst>
        </pc:spChg>
        <pc:spChg chg="add del mod">
          <ac:chgData name="Artyom Gnevnov" userId="2f0d4a8a008de216" providerId="LiveId" clId="{38C87F22-D393-4431-9F23-65149BAC4AF4}" dt="2026-03-03T11:10:42.444" v="87"/>
          <ac:spMkLst>
            <pc:docMk/>
            <pc:sldMk cId="676368025" sldId="260"/>
            <ac:spMk id="4" creationId="{6ACD5987-EF92-4470-A3C4-B33B8C5A27B8}"/>
          </ac:spMkLst>
        </pc:spChg>
        <pc:spChg chg="add del mod">
          <ac:chgData name="Artyom Gnevnov" userId="2f0d4a8a008de216" providerId="LiveId" clId="{38C87F22-D393-4431-9F23-65149BAC4AF4}" dt="2026-03-03T11:10:44.085" v="89"/>
          <ac:spMkLst>
            <pc:docMk/>
            <pc:sldMk cId="676368025" sldId="260"/>
            <ac:spMk id="5" creationId="{F9FBF790-3029-4931-867A-99B6D4386ECF}"/>
          </ac:spMkLst>
        </pc:spChg>
      </pc:sldChg>
      <pc:sldChg chg="addSp delSp modSp new mod">
        <pc:chgData name="Artyom Gnevnov" userId="2f0d4a8a008de216" providerId="LiveId" clId="{38C87F22-D393-4431-9F23-65149BAC4AF4}" dt="2026-03-03T11:14:57.153" v="112" actId="12"/>
        <pc:sldMkLst>
          <pc:docMk/>
          <pc:sldMk cId="2240548350" sldId="261"/>
        </pc:sldMkLst>
        <pc:spChg chg="mod">
          <ac:chgData name="Artyom Gnevnov" userId="2f0d4a8a008de216" providerId="LiveId" clId="{38C87F22-D393-4431-9F23-65149BAC4AF4}" dt="2026-03-03T11:13:25.670" v="102" actId="1076"/>
          <ac:spMkLst>
            <pc:docMk/>
            <pc:sldMk cId="2240548350" sldId="261"/>
            <ac:spMk id="2" creationId="{B806B660-4DA2-4868-AB35-8A793E2259AD}"/>
          </ac:spMkLst>
        </pc:spChg>
        <pc:spChg chg="add del mod">
          <ac:chgData name="Artyom Gnevnov" userId="2f0d4a8a008de216" providerId="LiveId" clId="{38C87F22-D393-4431-9F23-65149BAC4AF4}" dt="2026-03-03T11:14:57.153" v="112" actId="12"/>
          <ac:spMkLst>
            <pc:docMk/>
            <pc:sldMk cId="2240548350" sldId="261"/>
            <ac:spMk id="3" creationId="{E0F280BD-DEFD-4191-9B1D-73F4D82726E2}"/>
          </ac:spMkLst>
        </pc:spChg>
        <pc:spChg chg="add del mod">
          <ac:chgData name="Artyom Gnevnov" userId="2f0d4a8a008de216" providerId="LiveId" clId="{38C87F22-D393-4431-9F23-65149BAC4AF4}" dt="2026-03-03T11:14:46.124" v="104"/>
          <ac:spMkLst>
            <pc:docMk/>
            <pc:sldMk cId="2240548350" sldId="261"/>
            <ac:spMk id="4" creationId="{FD5C907D-0E98-426F-B693-F4D07774E234}"/>
          </ac:spMkLst>
        </pc:spChg>
      </pc:sldChg>
      <pc:sldChg chg="addSp delSp modSp new mod">
        <pc:chgData name="Artyom Gnevnov" userId="2f0d4a8a008de216" providerId="LiveId" clId="{38C87F22-D393-4431-9F23-65149BAC4AF4}" dt="2026-03-03T11:15:43.489" v="146" actId="20577"/>
        <pc:sldMkLst>
          <pc:docMk/>
          <pc:sldMk cId="1548672022" sldId="262"/>
        </pc:sldMkLst>
        <pc:spChg chg="mod">
          <ac:chgData name="Artyom Gnevnov" userId="2f0d4a8a008de216" providerId="LiveId" clId="{38C87F22-D393-4431-9F23-65149BAC4AF4}" dt="2026-03-03T11:15:09.308" v="118" actId="1076"/>
          <ac:spMkLst>
            <pc:docMk/>
            <pc:sldMk cId="1548672022" sldId="262"/>
            <ac:spMk id="2" creationId="{C66405C7-B9A0-43C5-B940-48762F8599B6}"/>
          </ac:spMkLst>
        </pc:spChg>
        <pc:spChg chg="add del mod">
          <ac:chgData name="Artyom Gnevnov" userId="2f0d4a8a008de216" providerId="LiveId" clId="{38C87F22-D393-4431-9F23-65149BAC4AF4}" dt="2026-03-03T11:15:43.489" v="146" actId="20577"/>
          <ac:spMkLst>
            <pc:docMk/>
            <pc:sldMk cId="1548672022" sldId="262"/>
            <ac:spMk id="3" creationId="{0AAED7AD-DFB7-457E-A021-F96C3BD9B0E8}"/>
          </ac:spMkLst>
        </pc:spChg>
        <pc:spChg chg="add del mod">
          <ac:chgData name="Artyom Gnevnov" userId="2f0d4a8a008de216" providerId="LiveId" clId="{38C87F22-D393-4431-9F23-65149BAC4AF4}" dt="2026-03-03T11:15:15.961" v="120"/>
          <ac:spMkLst>
            <pc:docMk/>
            <pc:sldMk cId="1548672022" sldId="262"/>
            <ac:spMk id="4" creationId="{039BE130-2F63-4511-8B96-D7DF357651F5}"/>
          </ac:spMkLst>
        </pc:spChg>
      </pc:sldChg>
      <pc:sldChg chg="addSp delSp modSp new mod">
        <pc:chgData name="Artyom Gnevnov" userId="2f0d4a8a008de216" providerId="LiveId" clId="{38C87F22-D393-4431-9F23-65149BAC4AF4}" dt="2026-03-03T11:16:09.382" v="162" actId="20577"/>
        <pc:sldMkLst>
          <pc:docMk/>
          <pc:sldMk cId="3270513747" sldId="263"/>
        </pc:sldMkLst>
        <pc:spChg chg="mod">
          <ac:chgData name="Artyom Gnevnov" userId="2f0d4a8a008de216" providerId="LiveId" clId="{38C87F22-D393-4431-9F23-65149BAC4AF4}" dt="2026-03-03T11:15:56.079" v="153" actId="1076"/>
          <ac:spMkLst>
            <pc:docMk/>
            <pc:sldMk cId="3270513747" sldId="263"/>
            <ac:spMk id="2" creationId="{F27ED381-F034-41B3-939C-5F3B99B8C569}"/>
          </ac:spMkLst>
        </pc:spChg>
        <pc:spChg chg="add del mod">
          <ac:chgData name="Artyom Gnevnov" userId="2f0d4a8a008de216" providerId="LiveId" clId="{38C87F22-D393-4431-9F23-65149BAC4AF4}" dt="2026-03-03T11:16:09.382" v="162" actId="20577"/>
          <ac:spMkLst>
            <pc:docMk/>
            <pc:sldMk cId="3270513747" sldId="263"/>
            <ac:spMk id="3" creationId="{E1E382E3-D501-4910-B485-5E90DA3540F6}"/>
          </ac:spMkLst>
        </pc:spChg>
        <pc:spChg chg="add del mod">
          <ac:chgData name="Artyom Gnevnov" userId="2f0d4a8a008de216" providerId="LiveId" clId="{38C87F22-D393-4431-9F23-65149BAC4AF4}" dt="2026-03-03T11:16:01.102" v="155"/>
          <ac:spMkLst>
            <pc:docMk/>
            <pc:sldMk cId="3270513747" sldId="263"/>
            <ac:spMk id="4" creationId="{64BE11FD-77AD-4A12-80DB-DFFB77C8712E}"/>
          </ac:spMkLst>
        </pc:spChg>
      </pc:sldChg>
      <pc:sldChg chg="addSp delSp modSp new mod">
        <pc:chgData name="Artyom Gnevnov" userId="2f0d4a8a008de216" providerId="LiveId" clId="{38C87F22-D393-4431-9F23-65149BAC4AF4}" dt="2026-03-03T11:18:08.719" v="177" actId="12"/>
        <pc:sldMkLst>
          <pc:docMk/>
          <pc:sldMk cId="1557967647" sldId="264"/>
        </pc:sldMkLst>
        <pc:spChg chg="mod">
          <ac:chgData name="Artyom Gnevnov" userId="2f0d4a8a008de216" providerId="LiveId" clId="{38C87F22-D393-4431-9F23-65149BAC4AF4}" dt="2026-03-03T11:16:36.323" v="166" actId="1076"/>
          <ac:spMkLst>
            <pc:docMk/>
            <pc:sldMk cId="1557967647" sldId="264"/>
            <ac:spMk id="2" creationId="{1E0AD2D2-65A9-41AA-ABDB-345F1E3F1AC8}"/>
          </ac:spMkLst>
        </pc:spChg>
        <pc:spChg chg="add del mod">
          <ac:chgData name="Artyom Gnevnov" userId="2f0d4a8a008de216" providerId="LiveId" clId="{38C87F22-D393-4431-9F23-65149BAC4AF4}" dt="2026-03-03T11:18:08.719" v="177" actId="12"/>
          <ac:spMkLst>
            <pc:docMk/>
            <pc:sldMk cId="1557967647" sldId="264"/>
            <ac:spMk id="3" creationId="{3A9FF512-FD1D-48F3-8F93-35064AA7D966}"/>
          </ac:spMkLst>
        </pc:spChg>
        <pc:spChg chg="add del mod">
          <ac:chgData name="Artyom Gnevnov" userId="2f0d4a8a008de216" providerId="LiveId" clId="{38C87F22-D393-4431-9F23-65149BAC4AF4}" dt="2026-03-03T11:17:58.910" v="170"/>
          <ac:spMkLst>
            <pc:docMk/>
            <pc:sldMk cId="1557967647" sldId="264"/>
            <ac:spMk id="6" creationId="{0C79B722-7BD0-40E5-8785-DF25B27A9F07}"/>
          </ac:spMkLst>
        </pc:spChg>
        <pc:picChg chg="add del">
          <ac:chgData name="Artyom Gnevnov" userId="2f0d4a8a008de216" providerId="LiveId" clId="{38C87F22-D393-4431-9F23-65149BAC4AF4}" dt="2026-03-03T11:17:53.620" v="168" actId="22"/>
          <ac:picMkLst>
            <pc:docMk/>
            <pc:sldMk cId="1557967647" sldId="264"/>
            <ac:picMk id="5" creationId="{63E7AAB0-18B1-4E47-ADB7-0804AE56402C}"/>
          </ac:picMkLst>
        </pc:picChg>
      </pc:sldChg>
      <pc:sldChg chg="addSp delSp modSp new mod">
        <pc:chgData name="Artyom Gnevnov" userId="2f0d4a8a008de216" providerId="LiveId" clId="{38C87F22-D393-4431-9F23-65149BAC4AF4}" dt="2026-03-03T11:18:48.721" v="196" actId="12"/>
        <pc:sldMkLst>
          <pc:docMk/>
          <pc:sldMk cId="2689868413" sldId="265"/>
        </pc:sldMkLst>
        <pc:spChg chg="mod">
          <ac:chgData name="Artyom Gnevnov" userId="2f0d4a8a008de216" providerId="LiveId" clId="{38C87F22-D393-4431-9F23-65149BAC4AF4}" dt="2026-03-03T11:18:20.772" v="183" actId="1076"/>
          <ac:spMkLst>
            <pc:docMk/>
            <pc:sldMk cId="2689868413" sldId="265"/>
            <ac:spMk id="2" creationId="{4AEC84E7-3D3F-4EB1-B75B-FFE78BC0850B}"/>
          </ac:spMkLst>
        </pc:spChg>
        <pc:spChg chg="add del mod">
          <ac:chgData name="Artyom Gnevnov" userId="2f0d4a8a008de216" providerId="LiveId" clId="{38C87F22-D393-4431-9F23-65149BAC4AF4}" dt="2026-03-03T11:18:48.721" v="196" actId="12"/>
          <ac:spMkLst>
            <pc:docMk/>
            <pc:sldMk cId="2689868413" sldId="265"/>
            <ac:spMk id="3" creationId="{0F7C345D-E250-4E1C-9694-55CED3B25BBA}"/>
          </ac:spMkLst>
        </pc:spChg>
        <pc:spChg chg="add del mod">
          <ac:chgData name="Artyom Gnevnov" userId="2f0d4a8a008de216" providerId="LiveId" clId="{38C87F22-D393-4431-9F23-65149BAC4AF4}" dt="2026-03-03T11:18:25.637" v="185"/>
          <ac:spMkLst>
            <pc:docMk/>
            <pc:sldMk cId="2689868413" sldId="265"/>
            <ac:spMk id="4" creationId="{9EF2E0D9-D1B0-48D2-805B-144286640C20}"/>
          </ac:spMkLst>
        </pc:spChg>
      </pc:sldChg>
      <pc:sldChg chg="addSp delSp modSp new mod">
        <pc:chgData name="Artyom Gnevnov" userId="2f0d4a8a008de216" providerId="LiveId" clId="{38C87F22-D393-4431-9F23-65149BAC4AF4}" dt="2026-03-03T11:19:51.861" v="221" actId="14100"/>
        <pc:sldMkLst>
          <pc:docMk/>
          <pc:sldMk cId="1246849081" sldId="266"/>
        </pc:sldMkLst>
        <pc:spChg chg="mod">
          <ac:chgData name="Artyom Gnevnov" userId="2f0d4a8a008de216" providerId="LiveId" clId="{38C87F22-D393-4431-9F23-65149BAC4AF4}" dt="2026-03-03T11:19:48.198" v="220" actId="1076"/>
          <ac:spMkLst>
            <pc:docMk/>
            <pc:sldMk cId="1246849081" sldId="266"/>
            <ac:spMk id="2" creationId="{EAFE774B-E95F-4D31-BA96-A483BD483D51}"/>
          </ac:spMkLst>
        </pc:spChg>
        <pc:spChg chg="add del mod">
          <ac:chgData name="Artyom Gnevnov" userId="2f0d4a8a008de216" providerId="LiveId" clId="{38C87F22-D393-4431-9F23-65149BAC4AF4}" dt="2026-03-03T11:19:51.861" v="221" actId="14100"/>
          <ac:spMkLst>
            <pc:docMk/>
            <pc:sldMk cId="1246849081" sldId="266"/>
            <ac:spMk id="3" creationId="{5D96E73D-E05B-4C4B-B38E-A07F6BF1F810}"/>
          </ac:spMkLst>
        </pc:spChg>
        <pc:spChg chg="add del mod">
          <ac:chgData name="Artyom Gnevnov" userId="2f0d4a8a008de216" providerId="LiveId" clId="{38C87F22-D393-4431-9F23-65149BAC4AF4}" dt="2026-03-03T11:19:08.467" v="199"/>
          <ac:spMkLst>
            <pc:docMk/>
            <pc:sldMk cId="1246849081" sldId="266"/>
            <ac:spMk id="4" creationId="{ED956599-EC9A-4D89-B0A6-9968A0B6B5F3}"/>
          </ac:spMkLst>
        </pc:spChg>
      </pc:sldChg>
      <pc:sldChg chg="modSp new mod">
        <pc:chgData name="Artyom Gnevnov" userId="2f0d4a8a008de216" providerId="LiveId" clId="{38C87F22-D393-4431-9F23-65149BAC4AF4}" dt="2026-03-03T11:23:31.974" v="328" actId="20577"/>
        <pc:sldMkLst>
          <pc:docMk/>
          <pc:sldMk cId="4084908839" sldId="267"/>
        </pc:sldMkLst>
        <pc:spChg chg="mod">
          <ac:chgData name="Artyom Gnevnov" userId="2f0d4a8a008de216" providerId="LiveId" clId="{38C87F22-D393-4431-9F23-65149BAC4AF4}" dt="2026-03-03T11:20:04.747" v="228" actId="1076"/>
          <ac:spMkLst>
            <pc:docMk/>
            <pc:sldMk cId="4084908839" sldId="267"/>
            <ac:spMk id="2" creationId="{7CDD4215-E5DF-497C-81D4-ED29EC73841B}"/>
          </ac:spMkLst>
        </pc:spChg>
        <pc:spChg chg="mod">
          <ac:chgData name="Artyom Gnevnov" userId="2f0d4a8a008de216" providerId="LiveId" clId="{38C87F22-D393-4431-9F23-65149BAC4AF4}" dt="2026-03-03T11:23:31.974" v="328" actId="20577"/>
          <ac:spMkLst>
            <pc:docMk/>
            <pc:sldMk cId="4084908839" sldId="267"/>
            <ac:spMk id="3" creationId="{063E3529-9C85-47DD-B9B9-50C674D198E8}"/>
          </ac:spMkLst>
        </pc:spChg>
      </pc:sldChg>
      <pc:sldChg chg="addSp delSp modSp new mod">
        <pc:chgData name="Artyom Gnevnov" userId="2f0d4a8a008de216" providerId="LiveId" clId="{38C87F22-D393-4431-9F23-65149BAC4AF4}" dt="2026-03-03T11:22:35.700" v="313" actId="20577"/>
        <pc:sldMkLst>
          <pc:docMk/>
          <pc:sldMk cId="3498806890" sldId="268"/>
        </pc:sldMkLst>
        <pc:spChg chg="mod">
          <ac:chgData name="Artyom Gnevnov" userId="2f0d4a8a008de216" providerId="LiveId" clId="{38C87F22-D393-4431-9F23-65149BAC4AF4}" dt="2026-03-03T11:20:28.261" v="234" actId="1076"/>
          <ac:spMkLst>
            <pc:docMk/>
            <pc:sldMk cId="3498806890" sldId="268"/>
            <ac:spMk id="2" creationId="{7B5D1885-C5FF-49D7-81F6-8937F082C17D}"/>
          </ac:spMkLst>
        </pc:spChg>
        <pc:spChg chg="add del mod">
          <ac:chgData name="Artyom Gnevnov" userId="2f0d4a8a008de216" providerId="LiveId" clId="{38C87F22-D393-4431-9F23-65149BAC4AF4}" dt="2026-03-03T11:22:35.700" v="313" actId="20577"/>
          <ac:spMkLst>
            <pc:docMk/>
            <pc:sldMk cId="3498806890" sldId="268"/>
            <ac:spMk id="3" creationId="{B196C269-1B53-4786-882D-EB2A2F933CC0}"/>
          </ac:spMkLst>
        </pc:spChg>
        <pc:spChg chg="add del mod">
          <ac:chgData name="Artyom Gnevnov" userId="2f0d4a8a008de216" providerId="LiveId" clId="{38C87F22-D393-4431-9F23-65149BAC4AF4}" dt="2026-03-03T11:20:42.528" v="236"/>
          <ac:spMkLst>
            <pc:docMk/>
            <pc:sldMk cId="3498806890" sldId="268"/>
            <ac:spMk id="4" creationId="{53E2159E-AAAF-4C1B-926F-8DD1314C9759}"/>
          </ac:spMkLst>
        </pc:spChg>
      </pc:sldChg>
      <pc:sldMasterChg chg="addSldLayout">
        <pc:chgData name="Artyom Gnevnov" userId="2f0d4a8a008de216" providerId="LiveId" clId="{38C87F22-D393-4431-9F23-65149BAC4AF4}" dt="2026-03-03T11:06:07.871" v="0" actId="680"/>
        <pc:sldMasterMkLst>
          <pc:docMk/>
          <pc:sldMasterMk cId="693811180" sldId="2147483648"/>
        </pc:sldMasterMkLst>
        <pc:sldLayoutChg chg="add">
          <pc:chgData name="Artyom Gnevnov" userId="2f0d4a8a008de216" providerId="LiveId" clId="{38C87F22-D393-4431-9F23-65149BAC4AF4}" dt="2026-03-03T11:06:07.871" v="0" actId="680"/>
          <pc:sldLayoutMkLst>
            <pc:docMk/>
            <pc:sldMasterMk cId="693811180" sldId="2147483648"/>
            <pc:sldLayoutMk cId="2413188401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5F503E-06C6-4671-BBC7-6079E3CC5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045DE2-3057-4E56-B781-AB9B7BF7B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8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3811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.org/digital-emerging-technologies/" TargetMode="External"/><Relationship Id="rId2" Type="http://schemas.openxmlformats.org/officeDocument/2006/relationships/hyperlink" Target="https://www.un.org/ru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.org/digital-emerging-technologies/" TargetMode="External"/><Relationship Id="rId2" Type="http://schemas.openxmlformats.org/officeDocument/2006/relationships/hyperlink" Target="https://www.un.org/ru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United_N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C8F56-C98B-4985-8F6D-00E9FDF321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Организация объединенных наций (ООН)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079279-A3A4-4D2C-820D-A48AE09AD0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Выполнил: Гневнов А.Е.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59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CBC58D-D674-47E1-909E-BB97EE585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0692"/>
            <a:ext cx="9144000" cy="1909763"/>
          </a:xfrm>
        </p:spPr>
        <p:txBody>
          <a:bodyPr/>
          <a:lstStyle/>
          <a:p>
            <a:r>
              <a:rPr lang="ru-RU" dirty="0"/>
              <a:t>Название ресурса и год основания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6E4213-8099-4393-894E-5139B9AA4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016" y="2404872"/>
            <a:ext cx="10539984" cy="2852928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Название: Организация Объединенных Наций (ООН).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Год основания: 1945 г.</a:t>
            </a:r>
          </a:p>
        </p:txBody>
      </p:sp>
    </p:spTree>
    <p:extLst>
      <p:ext uri="{BB962C8B-B14F-4D97-AF65-F5344CB8AC3E}">
        <p14:creationId xmlns:p14="http://schemas.microsoft.com/office/powerpoint/2010/main" val="625440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6547-FF78-4419-A9BA-378FE0F98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6796"/>
            <a:ext cx="9144000" cy="914159"/>
          </a:xfrm>
        </p:spPr>
        <p:txBody>
          <a:bodyPr/>
          <a:lstStyle/>
          <a:p>
            <a:r>
              <a:rPr lang="ru-RU" dirty="0"/>
              <a:t>Скриншот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16B913-43FF-44DA-A637-0168E0903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78" y="1067415"/>
            <a:ext cx="8991444" cy="472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45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ECB68D-0648-456E-B9A6-9D8747C90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9183"/>
            <a:ext cx="9144000" cy="1909763"/>
          </a:xfrm>
        </p:spPr>
        <p:txBody>
          <a:bodyPr/>
          <a:lstStyle/>
          <a:p>
            <a:r>
              <a:rPr lang="ru-RU" dirty="0"/>
              <a:t>Основные направления деятельности в сфере ИТ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A01AC5-E919-48FE-B026-35B6BC5A2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85" y="2432481"/>
            <a:ext cx="10815961" cy="3409026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Цифровое сотрудничество: Координация стран в вопросах доступа к интернету.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Кибербезопасность: Разработка международных норм защиты данных и борьбы с киберпреступностью.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Информатизация общества: Поддержка Целей устойчивого развития, где интернет рассматривается как право каждого человека.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Стандартизация: Через структуру МСЭ (ITU) устанавливаются глобальные технические стандарты связи.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192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01E2C-9C20-4D0D-B0F3-C52283342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0692"/>
            <a:ext cx="9144000" cy="1909763"/>
          </a:xfrm>
        </p:spPr>
        <p:txBody>
          <a:bodyPr/>
          <a:lstStyle/>
          <a:p>
            <a:r>
              <a:rPr lang="ru-RU" dirty="0"/>
              <a:t>Система управления (Руководство)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CEF81F-5C47-4078-92BE-41E96FB7D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65" y="2494625"/>
            <a:ext cx="10534835" cy="276317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Генеральный секретарь: </a:t>
            </a:r>
            <a:r>
              <a:rPr lang="ru-RU" dirty="0" err="1"/>
              <a:t>Антониу</a:t>
            </a:r>
            <a:r>
              <a:rPr lang="ru-RU" dirty="0"/>
              <a:t> </a:t>
            </a:r>
            <a:r>
              <a:rPr lang="ru-RU" dirty="0" err="1"/>
              <a:t>Гутерриш</a:t>
            </a:r>
            <a:r>
              <a:rPr lang="ru-RU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Ключевой орган по ИТ: Канцелярия Посланника Генерального секретаря по технологиям.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Тип управления: Коллегиальный (решения принимаются Генеральной Ассамблеей и Советом Безопасности).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368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06B660-4DA2-4868-AB35-8A793E225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6228"/>
            <a:ext cx="9144000" cy="873295"/>
          </a:xfrm>
        </p:spPr>
        <p:txBody>
          <a:bodyPr/>
          <a:lstStyle/>
          <a:p>
            <a:r>
              <a:rPr lang="ru-RU" dirty="0"/>
              <a:t>Структура сайта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F280BD-DEFD-4191-9B1D-73F4D8272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517" y="1784412"/>
            <a:ext cx="10197483" cy="3473388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Главная страница: Новости, повестка дня и главные темы (климат, права человека, ИТ).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Библиотека документов: Электронное хранилище всех резолюций и отчетов с 1945 года.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Базы данных и статистика: Статистические показатели развития стран (включая уровень цифровизации).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Медиацентр: Прямые трансляции, фото и видеоархивы.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48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6405C7-B9A0-43C5-B940-48762F859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6229"/>
            <a:ext cx="9144000" cy="899928"/>
          </a:xfrm>
        </p:spPr>
        <p:txBody>
          <a:bodyPr/>
          <a:lstStyle/>
          <a:p>
            <a:r>
              <a:rPr lang="ru-RU" dirty="0"/>
              <a:t>Пользователи сайта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AED7AD-DFB7-457E-A021-F96C3BD9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54" y="1553592"/>
            <a:ext cx="10570346" cy="3704208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Государственные органы: Дипломаты и министерства, использующие документы как базу для национальных законов.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Научное сообщество: Исследователи, анализирующие мировые тренды и статистику.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Общественные организации: НКО, работающие в сфере цифровых прав.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Студенты: Изучающие международное право и информационную культуру.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672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ED381-F034-41B3-939C-5F3B99B8C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739"/>
            <a:ext cx="9144000" cy="1725551"/>
          </a:xfrm>
        </p:spPr>
        <p:txBody>
          <a:bodyPr/>
          <a:lstStyle/>
          <a:p>
            <a:r>
              <a:rPr lang="ru-RU" dirty="0"/>
              <a:t>Оценка качества информации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E382E3-D501-4910-B485-5E90DA354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474" y="2308194"/>
            <a:ext cx="10339526" cy="2949606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Актуальность: Высокая. Резолюции и отчеты публикуются сразу после принятия.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Достоверность: Официальный первоисточник. Информация имеет высший международный статус.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Полнота: Сайт объединяет данные от сотен подразделений ООН по всему миру.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513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AD2D2-65A9-41AA-ABDB-345F1E3F1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9596"/>
            <a:ext cx="9144000" cy="944316"/>
          </a:xfrm>
        </p:spPr>
        <p:txBody>
          <a:bodyPr/>
          <a:lstStyle/>
          <a:p>
            <a:r>
              <a:rPr lang="ru-RU" dirty="0"/>
              <a:t>Расположение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9FF512-FD1D-48F3-8F93-35064AA7D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474" y="1509204"/>
            <a:ext cx="10741980" cy="4456590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Штаб-квартира: Нью-Йорк, США.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Дополнительные центры: Женева (Швейцария), Вена (Австрия), Найроби (Кения).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967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C84E7-3D3F-4EB1-B75B-FFE78BC08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085"/>
            <a:ext cx="9144000" cy="917683"/>
          </a:xfrm>
        </p:spPr>
        <p:txBody>
          <a:bodyPr/>
          <a:lstStyle/>
          <a:p>
            <a:r>
              <a:rPr lang="ru-RU" dirty="0"/>
              <a:t>Наличие рекламы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7C345D-E250-4E1C-9694-55CED3B25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085" y="1615736"/>
            <a:ext cx="10383915" cy="3642064"/>
          </a:xfrm>
        </p:spPr>
        <p:txBody>
          <a:bodyPr/>
          <a:lstStyle/>
          <a:p>
            <a:pPr algn="just"/>
            <a:r>
              <a:rPr lang="ru-RU" dirty="0"/>
              <a:t>Реклама отсутствует. Ресурс полностью некоммерческий, финансируется за счет взносов государств-членов ООН.</a:t>
            </a:r>
          </a:p>
        </p:txBody>
      </p:sp>
    </p:spTree>
    <p:extLst>
      <p:ext uri="{BB962C8B-B14F-4D97-AF65-F5344CB8AC3E}">
        <p14:creationId xmlns:p14="http://schemas.microsoft.com/office/powerpoint/2010/main" val="2689868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FE774B-E95F-4D31-BA96-A483BD483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7"/>
            <a:ext cx="9144000" cy="997582"/>
          </a:xfrm>
        </p:spPr>
        <p:txBody>
          <a:bodyPr/>
          <a:lstStyle/>
          <a:p>
            <a:r>
              <a:rPr lang="en-US" dirty="0"/>
              <a:t>URL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96E73D-E05B-4C4B-B38E-A07F6BF1F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963" y="1731146"/>
            <a:ext cx="10375037" cy="3526654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Главный портал: </a:t>
            </a:r>
            <a:r>
              <a:rPr lang="en-US" dirty="0">
                <a:hlinkClick r:id="rId2"/>
              </a:rPr>
              <a:t>https://www.un.org/ru</a:t>
            </a:r>
            <a:r>
              <a:rPr lang="ru-RU" dirty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Раздел по технологиям: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https://www.un.org/digital-emerging-technologies/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49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D4215-E5DF-497C-81D4-ED29EC738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8271"/>
            <a:ext cx="9144000" cy="864417"/>
          </a:xfrm>
        </p:spPr>
        <p:txBody>
          <a:bodyPr/>
          <a:lstStyle/>
          <a:p>
            <a:r>
              <a:rPr lang="ru-RU" dirty="0"/>
              <a:t>Общее впечатление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3E3529-9C85-47DD-B9B9-50C674D19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761" y="1766656"/>
            <a:ext cx="10215239" cy="3491144"/>
          </a:xfrm>
        </p:spPr>
        <p:txBody>
          <a:bodyPr/>
          <a:lstStyle/>
          <a:p>
            <a:pPr algn="just"/>
            <a:r>
              <a:rPr lang="ru-RU" dirty="0"/>
              <a:t>Сайт ООН — это фундамент мировой информационной культуры.</a:t>
            </a:r>
            <a:r>
              <a:rPr lang="en-US" dirty="0"/>
              <a:t> </a:t>
            </a:r>
            <a:r>
              <a:rPr lang="ru-RU" dirty="0"/>
              <a:t>Формирует правила, по которым страны строят свое «цифровое будущее». Это пример того, как информационный ресурс может влиять на развитие ИТ-технологий во всем мире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4908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D1885-C5FF-49D7-81F6-8937F082C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5"/>
            <a:ext cx="9144000" cy="979827"/>
          </a:xfrm>
        </p:spPr>
        <p:txBody>
          <a:bodyPr/>
          <a:lstStyle/>
          <a:p>
            <a:r>
              <a:rPr lang="ru-RU" dirty="0"/>
              <a:t>Источники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196C269-1B53-4786-882D-EB2A2F933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697" y="2024109"/>
            <a:ext cx="11274641" cy="4128116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Официальный портал ООН: </a:t>
            </a:r>
            <a:r>
              <a:rPr lang="en-US" dirty="0">
                <a:hlinkClick r:id="rId2"/>
              </a:rPr>
              <a:t>https://www.un.org/ru</a:t>
            </a:r>
            <a:r>
              <a:rPr lang="ru-RU" dirty="0"/>
              <a:t> 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Раздел по технологиям</a:t>
            </a:r>
            <a:r>
              <a:rPr lang="en-US" dirty="0"/>
              <a:t> </a:t>
            </a:r>
            <a:r>
              <a:rPr lang="ru-RU" dirty="0"/>
              <a:t>ООН: </a:t>
            </a:r>
            <a:r>
              <a:rPr lang="en-US" dirty="0">
                <a:hlinkClick r:id="rId3"/>
              </a:rPr>
              <a:t>https://www.un.org/digital-emerging-technologies/</a:t>
            </a:r>
            <a:r>
              <a:rPr lang="en-US" dirty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Wiki</a:t>
            </a:r>
            <a:r>
              <a:rPr lang="ru-RU" dirty="0"/>
              <a:t>: </a:t>
            </a:r>
            <a:r>
              <a:rPr lang="en-US" dirty="0">
                <a:hlinkClick r:id="rId4"/>
              </a:rPr>
              <a:t>https://en.wikipedia.org/wiki/United_Nations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8068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419</Words>
  <Application>Microsoft Office PowerPoint</Application>
  <PresentationFormat>Широкоэкранный</PresentationFormat>
  <Paragraphs>43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Организация объединенных наций (ООН)</vt:lpstr>
      <vt:lpstr>Название ресурса и год основания</vt:lpstr>
      <vt:lpstr>Скриншот</vt:lpstr>
      <vt:lpstr>Основные направления деятельности в сфере ИТ</vt:lpstr>
      <vt:lpstr>Система управления (Руководство)</vt:lpstr>
      <vt:lpstr>Структура сайта</vt:lpstr>
      <vt:lpstr>Пользователи сайта</vt:lpstr>
      <vt:lpstr>Оценка качества информации</vt:lpstr>
      <vt:lpstr>Расположение</vt:lpstr>
      <vt:lpstr>Наличие рекламы</vt:lpstr>
      <vt:lpstr>URL</vt:lpstr>
      <vt:lpstr>Общее впечатление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Организация объединенных наций (ООН)</dc:title>
  <dc:creator>Artyom Gnevnov</dc:creator>
  <cp:lastModifiedBy>Artyom Gnevnov</cp:lastModifiedBy>
  <cp:revision>1</cp:revision>
  <dcterms:created xsi:type="dcterms:W3CDTF">2026-03-03T11:06:06Z</dcterms:created>
  <dcterms:modified xsi:type="dcterms:W3CDTF">2026-03-03T11:23:41Z</dcterms:modified>
</cp:coreProperties>
</file>