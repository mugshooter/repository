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171FFA35-4C62-4D25-AC5A-0E24167068FE}"/>
    <pc:docChg chg="undo redo custSel addSld modSld sldOrd">
      <pc:chgData name="Artyom Gnevnov" userId="2f0d4a8a008de216" providerId="LiveId" clId="{171FFA35-4C62-4D25-AC5A-0E24167068FE}" dt="2026-03-12T09:25:14.941" v="288" actId="20577"/>
      <pc:docMkLst>
        <pc:docMk/>
      </pc:docMkLst>
      <pc:sldChg chg="modSp new mod">
        <pc:chgData name="Artyom Gnevnov" userId="2f0d4a8a008de216" providerId="LiveId" clId="{171FFA35-4C62-4D25-AC5A-0E24167068FE}" dt="2026-03-12T09:11:30.203" v="47" actId="121"/>
        <pc:sldMkLst>
          <pc:docMk/>
          <pc:sldMk cId="3729324832" sldId="256"/>
        </pc:sldMkLst>
        <pc:spChg chg="mod">
          <ac:chgData name="Artyom Gnevnov" userId="2f0d4a8a008de216" providerId="LiveId" clId="{171FFA35-4C62-4D25-AC5A-0E24167068FE}" dt="2026-03-12T09:11:17.390" v="4" actId="1076"/>
          <ac:spMkLst>
            <pc:docMk/>
            <pc:sldMk cId="3729324832" sldId="256"/>
            <ac:spMk id="2" creationId="{C8591589-35C2-4C51-9333-76C64F9F68A5}"/>
          </ac:spMkLst>
        </pc:spChg>
        <pc:spChg chg="mod">
          <ac:chgData name="Artyom Gnevnov" userId="2f0d4a8a008de216" providerId="LiveId" clId="{171FFA35-4C62-4D25-AC5A-0E24167068FE}" dt="2026-03-12T09:11:30.203" v="47" actId="121"/>
          <ac:spMkLst>
            <pc:docMk/>
            <pc:sldMk cId="3729324832" sldId="256"/>
            <ac:spMk id="3" creationId="{34DE6A8D-B968-4DE7-B812-84B05E3160F3}"/>
          </ac:spMkLst>
        </pc:spChg>
      </pc:sldChg>
      <pc:sldChg chg="addSp delSp modSp new mod">
        <pc:chgData name="Artyom Gnevnov" userId="2f0d4a8a008de216" providerId="LiveId" clId="{171FFA35-4C62-4D25-AC5A-0E24167068FE}" dt="2026-03-12T09:14:12.441" v="96" actId="1076"/>
        <pc:sldMkLst>
          <pc:docMk/>
          <pc:sldMk cId="3108074561" sldId="257"/>
        </pc:sldMkLst>
        <pc:spChg chg="mod">
          <ac:chgData name="Artyom Gnevnov" userId="2f0d4a8a008de216" providerId="LiveId" clId="{171FFA35-4C62-4D25-AC5A-0E24167068FE}" dt="2026-03-12T09:13:59.030" v="92" actId="1076"/>
          <ac:spMkLst>
            <pc:docMk/>
            <pc:sldMk cId="3108074561" sldId="257"/>
            <ac:spMk id="2" creationId="{54C8D682-C466-4961-BCF9-19B47C9652AA}"/>
          </ac:spMkLst>
        </pc:spChg>
        <pc:spChg chg="del">
          <ac:chgData name="Artyom Gnevnov" userId="2f0d4a8a008de216" providerId="LiveId" clId="{171FFA35-4C62-4D25-AC5A-0E24167068FE}" dt="2026-03-12T09:14:00.533" v="93" actId="478"/>
          <ac:spMkLst>
            <pc:docMk/>
            <pc:sldMk cId="3108074561" sldId="257"/>
            <ac:spMk id="3" creationId="{F7730A77-5278-40F3-AEBE-3B6DBDD68834}"/>
          </ac:spMkLst>
        </pc:spChg>
        <pc:picChg chg="add mod">
          <ac:chgData name="Artyom Gnevnov" userId="2f0d4a8a008de216" providerId="LiveId" clId="{171FFA35-4C62-4D25-AC5A-0E24167068FE}" dt="2026-03-12T09:14:12.441" v="96" actId="1076"/>
          <ac:picMkLst>
            <pc:docMk/>
            <pc:sldMk cId="3108074561" sldId="257"/>
            <ac:picMk id="5" creationId="{87CC1760-2D94-4868-B2F8-5E1D8EDF4B1E}"/>
          </ac:picMkLst>
        </pc:picChg>
      </pc:sldChg>
      <pc:sldChg chg="addSp delSp modSp new mod ord">
        <pc:chgData name="Artyom Gnevnov" userId="2f0d4a8a008de216" providerId="LiveId" clId="{171FFA35-4C62-4D25-AC5A-0E24167068FE}" dt="2026-03-12T09:14:09.235" v="95" actId="1076"/>
        <pc:sldMkLst>
          <pc:docMk/>
          <pc:sldMk cId="1782842583" sldId="258"/>
        </pc:sldMkLst>
        <pc:spChg chg="mod">
          <ac:chgData name="Artyom Gnevnov" userId="2f0d4a8a008de216" providerId="LiveId" clId="{171FFA35-4C62-4D25-AC5A-0E24167068FE}" dt="2026-03-12T09:14:09.235" v="95" actId="1076"/>
          <ac:spMkLst>
            <pc:docMk/>
            <pc:sldMk cId="1782842583" sldId="258"/>
            <ac:spMk id="2" creationId="{81958B6C-A53B-4F37-8F15-4F43FD336944}"/>
          </ac:spMkLst>
        </pc:spChg>
        <pc:spChg chg="add del mod">
          <ac:chgData name="Artyom Gnevnov" userId="2f0d4a8a008de216" providerId="LiveId" clId="{171FFA35-4C62-4D25-AC5A-0E24167068FE}" dt="2026-03-12T09:12:37.222" v="68" actId="14100"/>
          <ac:spMkLst>
            <pc:docMk/>
            <pc:sldMk cId="1782842583" sldId="258"/>
            <ac:spMk id="3" creationId="{79905C16-D7BB-4F3D-8878-4618AC2611A9}"/>
          </ac:spMkLst>
        </pc:spChg>
        <pc:spChg chg="add del mod">
          <ac:chgData name="Artyom Gnevnov" userId="2f0d4a8a008de216" providerId="LiveId" clId="{171FFA35-4C62-4D25-AC5A-0E24167068FE}" dt="2026-03-12T09:12:22.657" v="61"/>
          <ac:spMkLst>
            <pc:docMk/>
            <pc:sldMk cId="1782842583" sldId="258"/>
            <ac:spMk id="4" creationId="{D97210B0-FC3A-4155-8676-98D7AC72F04D}"/>
          </ac:spMkLst>
        </pc:spChg>
      </pc:sldChg>
      <pc:sldChg chg="addSp delSp modSp new mod">
        <pc:chgData name="Artyom Gnevnov" userId="2f0d4a8a008de216" providerId="LiveId" clId="{171FFA35-4C62-4D25-AC5A-0E24167068FE}" dt="2026-03-12T09:15:22.870" v="114" actId="1076"/>
        <pc:sldMkLst>
          <pc:docMk/>
          <pc:sldMk cId="2116141982" sldId="259"/>
        </pc:sldMkLst>
        <pc:spChg chg="mod">
          <ac:chgData name="Artyom Gnevnov" userId="2f0d4a8a008de216" providerId="LiveId" clId="{171FFA35-4C62-4D25-AC5A-0E24167068FE}" dt="2026-03-12T09:15:22.870" v="114" actId="1076"/>
          <ac:spMkLst>
            <pc:docMk/>
            <pc:sldMk cId="2116141982" sldId="259"/>
            <ac:spMk id="2" creationId="{4707A651-5422-4E20-84A3-8C815F06BFAD}"/>
          </ac:spMkLst>
        </pc:spChg>
        <pc:spChg chg="add del mod">
          <ac:chgData name="Artyom Gnevnov" userId="2f0d4a8a008de216" providerId="LiveId" clId="{171FFA35-4C62-4D25-AC5A-0E24167068FE}" dt="2026-03-12T09:15:20.560" v="113" actId="1076"/>
          <ac:spMkLst>
            <pc:docMk/>
            <pc:sldMk cId="2116141982" sldId="259"/>
            <ac:spMk id="3" creationId="{94D82388-4C5E-4843-A634-657A5B2FF40C}"/>
          </ac:spMkLst>
        </pc:spChg>
        <pc:spChg chg="add del mod">
          <ac:chgData name="Artyom Gnevnov" userId="2f0d4a8a008de216" providerId="LiveId" clId="{171FFA35-4C62-4D25-AC5A-0E24167068FE}" dt="2026-03-12T09:14:53.038" v="101"/>
          <ac:spMkLst>
            <pc:docMk/>
            <pc:sldMk cId="2116141982" sldId="259"/>
            <ac:spMk id="4" creationId="{1A8C9D49-E77F-4A16-BD94-41E224AB478A}"/>
          </ac:spMkLst>
        </pc:spChg>
      </pc:sldChg>
      <pc:sldChg chg="modSp new mod">
        <pc:chgData name="Artyom Gnevnov" userId="2f0d4a8a008de216" providerId="LiveId" clId="{171FFA35-4C62-4D25-AC5A-0E24167068FE}" dt="2026-03-12T09:19:40.439" v="145" actId="123"/>
        <pc:sldMkLst>
          <pc:docMk/>
          <pc:sldMk cId="1801286540" sldId="260"/>
        </pc:sldMkLst>
        <pc:spChg chg="mod">
          <ac:chgData name="Artyom Gnevnov" userId="2f0d4a8a008de216" providerId="LiveId" clId="{171FFA35-4C62-4D25-AC5A-0E24167068FE}" dt="2026-03-12T09:19:23.022" v="136" actId="1076"/>
          <ac:spMkLst>
            <pc:docMk/>
            <pc:sldMk cId="1801286540" sldId="260"/>
            <ac:spMk id="2" creationId="{C096030E-1EB3-415F-BA91-01296A8BDDFA}"/>
          </ac:spMkLst>
        </pc:spChg>
        <pc:spChg chg="mod">
          <ac:chgData name="Artyom Gnevnov" userId="2f0d4a8a008de216" providerId="LiveId" clId="{171FFA35-4C62-4D25-AC5A-0E24167068FE}" dt="2026-03-12T09:19:40.439" v="145" actId="123"/>
          <ac:spMkLst>
            <pc:docMk/>
            <pc:sldMk cId="1801286540" sldId="260"/>
            <ac:spMk id="3" creationId="{97540006-9746-45CF-8596-4721C6F5E0F6}"/>
          </ac:spMkLst>
        </pc:spChg>
      </pc:sldChg>
      <pc:sldChg chg="addSp delSp modSp new mod">
        <pc:chgData name="Artyom Gnevnov" userId="2f0d4a8a008de216" providerId="LiveId" clId="{171FFA35-4C62-4D25-AC5A-0E24167068FE}" dt="2026-03-12T09:20:13.066" v="157" actId="12"/>
        <pc:sldMkLst>
          <pc:docMk/>
          <pc:sldMk cId="233458995" sldId="261"/>
        </pc:sldMkLst>
        <pc:spChg chg="mod">
          <ac:chgData name="Artyom Gnevnov" userId="2f0d4a8a008de216" providerId="LiveId" clId="{171FFA35-4C62-4D25-AC5A-0E24167068FE}" dt="2026-03-12T09:19:56.757" v="149" actId="1076"/>
          <ac:spMkLst>
            <pc:docMk/>
            <pc:sldMk cId="233458995" sldId="261"/>
            <ac:spMk id="2" creationId="{C0F2FD64-9BEA-4001-A2DD-8440E8D9DB89}"/>
          </ac:spMkLst>
        </pc:spChg>
        <pc:spChg chg="add del mod">
          <ac:chgData name="Artyom Gnevnov" userId="2f0d4a8a008de216" providerId="LiveId" clId="{171FFA35-4C62-4D25-AC5A-0E24167068FE}" dt="2026-03-12T09:20:13.066" v="157" actId="12"/>
          <ac:spMkLst>
            <pc:docMk/>
            <pc:sldMk cId="233458995" sldId="261"/>
            <ac:spMk id="3" creationId="{5E2F39D0-61A4-470D-960C-556359A7D31C}"/>
          </ac:spMkLst>
        </pc:spChg>
        <pc:spChg chg="add del mod">
          <ac:chgData name="Artyom Gnevnov" userId="2f0d4a8a008de216" providerId="LiveId" clId="{171FFA35-4C62-4D25-AC5A-0E24167068FE}" dt="2026-03-12T09:20:02.212" v="151"/>
          <ac:spMkLst>
            <pc:docMk/>
            <pc:sldMk cId="233458995" sldId="261"/>
            <ac:spMk id="4" creationId="{2EBDC128-917B-4350-B81E-F91189E34B4F}"/>
          </ac:spMkLst>
        </pc:spChg>
      </pc:sldChg>
      <pc:sldChg chg="addSp delSp modSp new mod ord">
        <pc:chgData name="Artyom Gnevnov" userId="2f0d4a8a008de216" providerId="LiveId" clId="{171FFA35-4C62-4D25-AC5A-0E24167068FE}" dt="2026-03-12T09:18:47.259" v="133"/>
        <pc:sldMkLst>
          <pc:docMk/>
          <pc:sldMk cId="3710751473" sldId="262"/>
        </pc:sldMkLst>
        <pc:spChg chg="mod">
          <ac:chgData name="Artyom Gnevnov" userId="2f0d4a8a008de216" providerId="LiveId" clId="{171FFA35-4C62-4D25-AC5A-0E24167068FE}" dt="2026-03-12T09:15:45.084" v="120" actId="1076"/>
          <ac:spMkLst>
            <pc:docMk/>
            <pc:sldMk cId="3710751473" sldId="262"/>
            <ac:spMk id="2" creationId="{E8D885FE-6DAC-44DC-845B-836DBB842036}"/>
          </ac:spMkLst>
        </pc:spChg>
        <pc:spChg chg="add del mod">
          <ac:chgData name="Artyom Gnevnov" userId="2f0d4a8a008de216" providerId="LiveId" clId="{171FFA35-4C62-4D25-AC5A-0E24167068FE}" dt="2026-03-12T09:16:00.223" v="129" actId="14100"/>
          <ac:spMkLst>
            <pc:docMk/>
            <pc:sldMk cId="3710751473" sldId="262"/>
            <ac:spMk id="3" creationId="{370957A4-ACFE-4937-8395-2B00CB9D460E}"/>
          </ac:spMkLst>
        </pc:spChg>
        <pc:spChg chg="add del mod">
          <ac:chgData name="Artyom Gnevnov" userId="2f0d4a8a008de216" providerId="LiveId" clId="{171FFA35-4C62-4D25-AC5A-0E24167068FE}" dt="2026-03-12T09:15:49.677" v="122"/>
          <ac:spMkLst>
            <pc:docMk/>
            <pc:sldMk cId="3710751473" sldId="262"/>
            <ac:spMk id="4" creationId="{72987F79-0422-4D4D-B663-1D9432AE8FCD}"/>
          </ac:spMkLst>
        </pc:spChg>
      </pc:sldChg>
      <pc:sldChg chg="addSp delSp modSp new mod">
        <pc:chgData name="Artyom Gnevnov" userId="2f0d4a8a008de216" providerId="LiveId" clId="{171FFA35-4C62-4D25-AC5A-0E24167068FE}" dt="2026-03-12T09:20:53.632" v="173" actId="14100"/>
        <pc:sldMkLst>
          <pc:docMk/>
          <pc:sldMk cId="811730992" sldId="263"/>
        </pc:sldMkLst>
        <pc:spChg chg="mod">
          <ac:chgData name="Artyom Gnevnov" userId="2f0d4a8a008de216" providerId="LiveId" clId="{171FFA35-4C62-4D25-AC5A-0E24167068FE}" dt="2026-03-12T09:20:29.396" v="163" actId="1076"/>
          <ac:spMkLst>
            <pc:docMk/>
            <pc:sldMk cId="811730992" sldId="263"/>
            <ac:spMk id="2" creationId="{7EE4B38E-8238-4BC8-B4A1-CF7BF98ED122}"/>
          </ac:spMkLst>
        </pc:spChg>
        <pc:spChg chg="add del mod">
          <ac:chgData name="Artyom Gnevnov" userId="2f0d4a8a008de216" providerId="LiveId" clId="{171FFA35-4C62-4D25-AC5A-0E24167068FE}" dt="2026-03-12T09:20:53.632" v="173" actId="14100"/>
          <ac:spMkLst>
            <pc:docMk/>
            <pc:sldMk cId="811730992" sldId="263"/>
            <ac:spMk id="3" creationId="{85515AB7-DA8C-42B9-951F-248EA83C1049}"/>
          </ac:spMkLst>
        </pc:spChg>
        <pc:spChg chg="add del mod">
          <ac:chgData name="Artyom Gnevnov" userId="2f0d4a8a008de216" providerId="LiveId" clId="{171FFA35-4C62-4D25-AC5A-0E24167068FE}" dt="2026-03-12T09:20:41.063" v="165"/>
          <ac:spMkLst>
            <pc:docMk/>
            <pc:sldMk cId="811730992" sldId="263"/>
            <ac:spMk id="4" creationId="{8DDD6E27-EA3F-44FB-82E0-10E1982DF936}"/>
          </ac:spMkLst>
        </pc:spChg>
      </pc:sldChg>
      <pc:sldChg chg="modSp new mod">
        <pc:chgData name="Artyom Gnevnov" userId="2f0d4a8a008de216" providerId="LiveId" clId="{171FFA35-4C62-4D25-AC5A-0E24167068FE}" dt="2026-03-12T09:22:13.214" v="210" actId="1076"/>
        <pc:sldMkLst>
          <pc:docMk/>
          <pc:sldMk cId="3860559631" sldId="264"/>
        </pc:sldMkLst>
        <pc:spChg chg="mod">
          <ac:chgData name="Artyom Gnevnov" userId="2f0d4a8a008de216" providerId="LiveId" clId="{171FFA35-4C62-4D25-AC5A-0E24167068FE}" dt="2026-03-12T09:22:07.435" v="207" actId="1076"/>
          <ac:spMkLst>
            <pc:docMk/>
            <pc:sldMk cId="3860559631" sldId="264"/>
            <ac:spMk id="2" creationId="{054535AE-41F8-46F7-A8B9-2EF10C66D43E}"/>
          </ac:spMkLst>
        </pc:spChg>
        <pc:spChg chg="mod">
          <ac:chgData name="Artyom Gnevnov" userId="2f0d4a8a008de216" providerId="LiveId" clId="{171FFA35-4C62-4D25-AC5A-0E24167068FE}" dt="2026-03-12T09:22:13.214" v="210" actId="1076"/>
          <ac:spMkLst>
            <pc:docMk/>
            <pc:sldMk cId="3860559631" sldId="264"/>
            <ac:spMk id="3" creationId="{AF9639D5-79DD-488B-BCA1-6057D1529479}"/>
          </ac:spMkLst>
        </pc:spChg>
      </pc:sldChg>
      <pc:sldChg chg="modSp new mod">
        <pc:chgData name="Artyom Gnevnov" userId="2f0d4a8a008de216" providerId="LiveId" clId="{171FFA35-4C62-4D25-AC5A-0E24167068FE}" dt="2026-03-12T09:22:26.786" v="216" actId="14100"/>
        <pc:sldMkLst>
          <pc:docMk/>
          <pc:sldMk cId="481665257" sldId="265"/>
        </pc:sldMkLst>
        <pc:spChg chg="mod">
          <ac:chgData name="Artyom Gnevnov" userId="2f0d4a8a008de216" providerId="LiveId" clId="{171FFA35-4C62-4D25-AC5A-0E24167068FE}" dt="2026-03-12T09:21:33.620" v="184" actId="1076"/>
          <ac:spMkLst>
            <pc:docMk/>
            <pc:sldMk cId="481665257" sldId="265"/>
            <ac:spMk id="2" creationId="{8A0AAD73-1EB9-4077-863A-465478DD6130}"/>
          </ac:spMkLst>
        </pc:spChg>
        <pc:spChg chg="mod">
          <ac:chgData name="Artyom Gnevnov" userId="2f0d4a8a008de216" providerId="LiveId" clId="{171FFA35-4C62-4D25-AC5A-0E24167068FE}" dt="2026-03-12T09:22:26.786" v="216" actId="14100"/>
          <ac:spMkLst>
            <pc:docMk/>
            <pc:sldMk cId="481665257" sldId="265"/>
            <ac:spMk id="3" creationId="{DCBE5C5F-B233-46DE-9004-94173BB3A3F8}"/>
          </ac:spMkLst>
        </pc:spChg>
      </pc:sldChg>
      <pc:sldChg chg="modSp new mod">
        <pc:chgData name="Artyom Gnevnov" userId="2f0d4a8a008de216" providerId="LiveId" clId="{171FFA35-4C62-4D25-AC5A-0E24167068FE}" dt="2026-03-12T09:22:58.341" v="227" actId="1076"/>
        <pc:sldMkLst>
          <pc:docMk/>
          <pc:sldMk cId="1663641593" sldId="266"/>
        </pc:sldMkLst>
        <pc:spChg chg="mod">
          <ac:chgData name="Artyom Gnevnov" userId="2f0d4a8a008de216" providerId="LiveId" clId="{171FFA35-4C62-4D25-AC5A-0E24167068FE}" dt="2026-03-12T09:22:46.185" v="222" actId="1076"/>
          <ac:spMkLst>
            <pc:docMk/>
            <pc:sldMk cId="1663641593" sldId="266"/>
            <ac:spMk id="2" creationId="{A611BB33-A7DB-4656-B6CE-CE7A91219C6A}"/>
          </ac:spMkLst>
        </pc:spChg>
        <pc:spChg chg="mod">
          <ac:chgData name="Artyom Gnevnov" userId="2f0d4a8a008de216" providerId="LiveId" clId="{171FFA35-4C62-4D25-AC5A-0E24167068FE}" dt="2026-03-12T09:22:58.341" v="227" actId="1076"/>
          <ac:spMkLst>
            <pc:docMk/>
            <pc:sldMk cId="1663641593" sldId="266"/>
            <ac:spMk id="3" creationId="{744851E9-2B1F-4AD7-8833-7AA0CB4658FE}"/>
          </ac:spMkLst>
        </pc:spChg>
      </pc:sldChg>
      <pc:sldChg chg="modSp new mod">
        <pc:chgData name="Artyom Gnevnov" userId="2f0d4a8a008de216" providerId="LiveId" clId="{171FFA35-4C62-4D25-AC5A-0E24167068FE}" dt="2026-03-12T09:23:20.028" v="236" actId="14100"/>
        <pc:sldMkLst>
          <pc:docMk/>
          <pc:sldMk cId="845408681" sldId="267"/>
        </pc:sldMkLst>
        <pc:spChg chg="mod">
          <ac:chgData name="Artyom Gnevnov" userId="2f0d4a8a008de216" providerId="LiveId" clId="{171FFA35-4C62-4D25-AC5A-0E24167068FE}" dt="2026-03-12T09:23:17.283" v="235" actId="1076"/>
          <ac:spMkLst>
            <pc:docMk/>
            <pc:sldMk cId="845408681" sldId="267"/>
            <ac:spMk id="2" creationId="{78349B7D-9C1A-4938-BBB3-B40CE2045521}"/>
          </ac:spMkLst>
        </pc:spChg>
        <pc:spChg chg="mod">
          <ac:chgData name="Artyom Gnevnov" userId="2f0d4a8a008de216" providerId="LiveId" clId="{171FFA35-4C62-4D25-AC5A-0E24167068FE}" dt="2026-03-12T09:23:20.028" v="236" actId="14100"/>
          <ac:spMkLst>
            <pc:docMk/>
            <pc:sldMk cId="845408681" sldId="267"/>
            <ac:spMk id="3" creationId="{0C79F113-5D55-4955-B5D9-AE329F6C5DD9}"/>
          </ac:spMkLst>
        </pc:spChg>
      </pc:sldChg>
      <pc:sldChg chg="addSp delSp modSp new mod">
        <pc:chgData name="Artyom Gnevnov" userId="2f0d4a8a008de216" providerId="LiveId" clId="{171FFA35-4C62-4D25-AC5A-0E24167068FE}" dt="2026-03-12T09:25:14.941" v="288" actId="20577"/>
        <pc:sldMkLst>
          <pc:docMk/>
          <pc:sldMk cId="2363559566" sldId="268"/>
        </pc:sldMkLst>
        <pc:spChg chg="mod">
          <ac:chgData name="Artyom Gnevnov" userId="2f0d4a8a008de216" providerId="LiveId" clId="{171FFA35-4C62-4D25-AC5A-0E24167068FE}" dt="2026-03-12T09:23:32.014" v="240" actId="1076"/>
          <ac:spMkLst>
            <pc:docMk/>
            <pc:sldMk cId="2363559566" sldId="268"/>
            <ac:spMk id="2" creationId="{8147FDD1-1432-468C-A93F-F7DE483FBB74}"/>
          </ac:spMkLst>
        </pc:spChg>
        <pc:spChg chg="add del mod">
          <ac:chgData name="Artyom Gnevnov" userId="2f0d4a8a008de216" providerId="LiveId" clId="{171FFA35-4C62-4D25-AC5A-0E24167068FE}" dt="2026-03-12T09:25:14.941" v="288" actId="20577"/>
          <ac:spMkLst>
            <pc:docMk/>
            <pc:sldMk cId="2363559566" sldId="268"/>
            <ac:spMk id="3" creationId="{1177E638-CDF6-47DE-B7DD-6496EA5F6906}"/>
          </ac:spMkLst>
        </pc:spChg>
        <pc:spChg chg="add del mod">
          <ac:chgData name="Artyom Gnevnov" userId="2f0d4a8a008de216" providerId="LiveId" clId="{171FFA35-4C62-4D25-AC5A-0E24167068FE}" dt="2026-03-12T09:23:44.844" v="249"/>
          <ac:spMkLst>
            <pc:docMk/>
            <pc:sldMk cId="2363559566" sldId="268"/>
            <ac:spMk id="4" creationId="{A0C86F59-6185-4F12-84C9-3830353EAB7D}"/>
          </ac:spMkLst>
        </pc:spChg>
        <pc:spChg chg="add del mod">
          <ac:chgData name="Artyom Gnevnov" userId="2f0d4a8a008de216" providerId="LiveId" clId="{171FFA35-4C62-4D25-AC5A-0E24167068FE}" dt="2026-03-12T09:23:46.522" v="251"/>
          <ac:spMkLst>
            <pc:docMk/>
            <pc:sldMk cId="2363559566" sldId="268"/>
            <ac:spMk id="5" creationId="{82560176-7054-4756-8B83-43830E85AFA3}"/>
          </ac:spMkLst>
        </pc:spChg>
      </pc:sldChg>
      <pc:sldMasterChg chg="addSldLayout">
        <pc:chgData name="Artyom Gnevnov" userId="2f0d4a8a008de216" providerId="LiveId" clId="{171FFA35-4C62-4D25-AC5A-0E24167068FE}" dt="2026-03-12T09:11:02.986" v="0" actId="680"/>
        <pc:sldMasterMkLst>
          <pc:docMk/>
          <pc:sldMasterMk cId="197620907" sldId="2147483648"/>
        </pc:sldMasterMkLst>
        <pc:sldLayoutChg chg="add">
          <pc:chgData name="Artyom Gnevnov" userId="2f0d4a8a008de216" providerId="LiveId" clId="{171FFA35-4C62-4D25-AC5A-0E24167068FE}" dt="2026-03-12T09:11:02.986" v="0" actId="680"/>
          <pc:sldLayoutMkLst>
            <pc:docMk/>
            <pc:sldMasterMk cId="197620907" sldId="2147483648"/>
            <pc:sldLayoutMk cId="182291309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FE974-4A22-4D44-8579-E78C93CA3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AFA5DA-8EEA-47C0-933C-BA6C979C8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1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2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turk.com/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urk.com/help" TargetMode="External"/><Relationship Id="rId2" Type="http://schemas.openxmlformats.org/officeDocument/2006/relationships/hyperlink" Target="https://www.mturk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Amazon_Mechanical_Tu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91589-35C2-4C51-9333-76C64F9F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747"/>
            <a:ext cx="9144000" cy="1024215"/>
          </a:xfrm>
        </p:spPr>
        <p:txBody>
          <a:bodyPr/>
          <a:lstStyle/>
          <a:p>
            <a:r>
              <a:rPr lang="en-US" dirty="0"/>
              <a:t>Amazon Mechanical Turk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DE6A8D-B968-4DE7-B812-84B05E316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24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58B6C-A53B-4F37-8F15-4F43FD336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7245"/>
            <a:ext cx="9144000" cy="982955"/>
          </a:xfrm>
        </p:spPr>
        <p:txBody>
          <a:bodyPr/>
          <a:lstStyle/>
          <a:p>
            <a:r>
              <a:rPr lang="ru-RU" dirty="0"/>
              <a:t>Название и год основания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905C16-D7BB-4F3D-8878-4618AC261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" y="2228295"/>
            <a:ext cx="10410548" cy="302950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Название: </a:t>
            </a:r>
            <a:r>
              <a:rPr lang="en-US" dirty="0"/>
              <a:t>Amazon Mechanical Turk (</a:t>
            </a:r>
            <a:r>
              <a:rPr lang="en-US" dirty="0" err="1"/>
              <a:t>MTurk</a:t>
            </a:r>
            <a:r>
              <a:rPr lang="en-US" dirty="0"/>
              <a:t>).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Год основания: 2005 г.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Тип ресурса: Краудсорсинговая площадка, предоставляющая услуги «человеческого интеллекта» (</a:t>
            </a:r>
            <a:r>
              <a:rPr lang="en-US" dirty="0"/>
              <a:t>Human Intelligence Tasks).</a:t>
            </a:r>
          </a:p>
        </p:txBody>
      </p:sp>
    </p:spTree>
    <p:extLst>
      <p:ext uri="{BB962C8B-B14F-4D97-AF65-F5344CB8AC3E}">
        <p14:creationId xmlns:p14="http://schemas.microsoft.com/office/powerpoint/2010/main" val="1782842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C8D682-C466-4961-BCF9-19B47C965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128"/>
            <a:ext cx="9144000" cy="855539"/>
          </a:xfrm>
        </p:spPr>
        <p:txBody>
          <a:bodyPr/>
          <a:lstStyle/>
          <a:p>
            <a:r>
              <a:rPr lang="ru-RU" dirty="0"/>
              <a:t>Скриншот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C1760-2D94-4868-B2F8-5E1D8EDF4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34" y="1397077"/>
            <a:ext cx="6441532" cy="521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07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7A651-5422-4E20-84A3-8C815F06B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103" y="493867"/>
            <a:ext cx="9078897" cy="1698918"/>
          </a:xfrm>
        </p:spPr>
        <p:txBody>
          <a:bodyPr/>
          <a:lstStyle/>
          <a:p>
            <a:r>
              <a:rPr lang="ru-RU" dirty="0"/>
              <a:t>Основные направления деятельности и функции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D82388-4C5E-4843-A634-657A5B2FF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618913"/>
            <a:ext cx="10543713" cy="344675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err="1"/>
              <a:t>Микрозадачи</a:t>
            </a:r>
            <a:r>
              <a:rPr lang="ru-RU" dirty="0"/>
              <a:t> (</a:t>
            </a:r>
            <a:r>
              <a:rPr lang="ru-RU" dirty="0" err="1"/>
              <a:t>HITs</a:t>
            </a:r>
            <a:r>
              <a:rPr lang="ru-RU" dirty="0"/>
              <a:t>): Поиск и выполнение мелких заданий, которые сложно автоматизировать.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Разметка данных для ИИ: Обучение нейросетей через ручную классификацию изображений и текста.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Исследования: Проведение массовых социологических опросов.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Модерация контента: Проверка текстов и фото на соответствие правилам.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4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885FE-6DAC-44DC-845B-836DBB842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4"/>
            <a:ext cx="9144000" cy="1778817"/>
          </a:xfrm>
        </p:spPr>
        <p:txBody>
          <a:bodyPr/>
          <a:lstStyle/>
          <a:p>
            <a:r>
              <a:rPr lang="ru-RU" dirty="0"/>
              <a:t>Система управления (Руководство)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0957A4-ACFE-4937-8395-2B00CB9D4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553" y="2441359"/>
            <a:ext cx="10490447" cy="281644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Владелец: </a:t>
            </a:r>
            <a:r>
              <a:rPr lang="en-US" dirty="0"/>
              <a:t>Amazon.com, Inc. (</a:t>
            </a:r>
            <a:r>
              <a:rPr lang="ru-RU" dirty="0"/>
              <a:t>входит в подразделение </a:t>
            </a:r>
            <a:r>
              <a:rPr lang="en-US" dirty="0"/>
              <a:t>Amazon Web Services — AWS).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Генеральный директор </a:t>
            </a:r>
            <a:r>
              <a:rPr lang="en-US" dirty="0"/>
              <a:t>Amazon: </a:t>
            </a:r>
            <a:r>
              <a:rPr lang="ru-RU" dirty="0"/>
              <a:t>Энди Джесси (</a:t>
            </a:r>
            <a:r>
              <a:rPr lang="en-US" dirty="0"/>
              <a:t>Andy Jassy).</a:t>
            </a:r>
            <a:endParaRPr lang="ru-RU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Тип управления: Централизованная корпоративная платформа.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75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6030E-1EB3-415F-BA91-01296A8BD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9392"/>
            <a:ext cx="9144000" cy="882173"/>
          </a:xfrm>
        </p:spPr>
        <p:txBody>
          <a:bodyPr/>
          <a:lstStyle/>
          <a:p>
            <a:r>
              <a:rPr lang="ru-RU" dirty="0"/>
              <a:t>Структура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7540006-9746-45CF-8596-4721C6F5E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862" y="1757779"/>
            <a:ext cx="10295138" cy="3500021"/>
          </a:xfrm>
        </p:spPr>
        <p:txBody>
          <a:bodyPr/>
          <a:lstStyle/>
          <a:p>
            <a:pPr algn="just"/>
            <a:r>
              <a:rPr lang="ru-RU" dirty="0"/>
              <a:t>Сайт имеет двухуровневую структуру: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Интерфейс работника (</a:t>
            </a:r>
            <a:r>
              <a:rPr lang="ru-RU" dirty="0" err="1"/>
              <a:t>Worker</a:t>
            </a:r>
            <a:r>
              <a:rPr lang="ru-RU" dirty="0"/>
              <a:t>): Список доступных заданий, фильтры по оплате, личный кабинет со статистикой заработка.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Интерфейс заказчика (</a:t>
            </a:r>
            <a:r>
              <a:rPr lang="ru-RU" dirty="0" err="1"/>
              <a:t>Requester</a:t>
            </a:r>
            <a:r>
              <a:rPr lang="ru-RU" dirty="0"/>
              <a:t>): Инструменты для создания проектов, API для интеграции, панель управления качеством.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86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2FD64-9BEA-4001-A2DD-8440E8D9D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1537"/>
            <a:ext cx="9144000" cy="926561"/>
          </a:xfrm>
        </p:spPr>
        <p:txBody>
          <a:bodyPr/>
          <a:lstStyle/>
          <a:p>
            <a:r>
              <a:rPr lang="ru-RU" dirty="0"/>
              <a:t>Пользователи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2F39D0-61A4-470D-960C-556359A7D3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575" y="2077375"/>
            <a:ext cx="10419425" cy="318042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Заказчики: Исследователи данных, ИТ-компании (разработчики AI), маркетинговые агентства.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Исполнители: Фрилансеры по всему миру, студенты, люди, ищущие удаленный заработок на простых задачах.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5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4B38E-8238-4BC8-B4A1-CF7BF98ED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3958"/>
            <a:ext cx="9144000" cy="1909763"/>
          </a:xfrm>
        </p:spPr>
        <p:txBody>
          <a:bodyPr/>
          <a:lstStyle/>
          <a:p>
            <a:r>
              <a:rPr lang="ru-RU" dirty="0"/>
              <a:t>Оценка качества информации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515AB7-DA8C-42B9-951F-248EA83C1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8" y="2601157"/>
            <a:ext cx="10241872" cy="2982897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Актуальность: Высокая (задания обновляются в режиме реального времени).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Достоверность: Обеспечивается за счет системы рейтингов исполнителей и возможности двойной проверки одного задания разными людьми.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Полнота: Зависит от объема выборки, установленного заказчиком.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73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535AE-41F8-46F7-A8B9-2EF10C66D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5005"/>
            <a:ext cx="9144000" cy="899927"/>
          </a:xfrm>
        </p:spPr>
        <p:txBody>
          <a:bodyPr/>
          <a:lstStyle/>
          <a:p>
            <a:r>
              <a:rPr lang="ru-RU" dirty="0"/>
              <a:t>Расположение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9639D5-79DD-488B-BCA1-6057D1529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679" y="1773238"/>
            <a:ext cx="9144000" cy="1655762"/>
          </a:xfrm>
        </p:spPr>
        <p:txBody>
          <a:bodyPr/>
          <a:lstStyle/>
          <a:p>
            <a:pPr algn="just"/>
            <a:r>
              <a:rPr lang="ru-RU" dirty="0"/>
              <a:t>Расположение: Сиэтл, Вашингтон, США (штаб-квартира Amazon).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59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0AAD73-1EB9-4077-863A-465478DD6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1738"/>
            <a:ext cx="9144000" cy="926561"/>
          </a:xfrm>
        </p:spPr>
        <p:txBody>
          <a:bodyPr/>
          <a:lstStyle/>
          <a:p>
            <a:r>
              <a:rPr lang="ru-RU" dirty="0"/>
              <a:t>Реклама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BE5C5F-B233-46DE-9004-94173BB3A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435" y="2368042"/>
            <a:ext cx="11481786" cy="1573643"/>
          </a:xfrm>
        </p:spPr>
        <p:txBody>
          <a:bodyPr/>
          <a:lstStyle/>
          <a:p>
            <a:pPr algn="just"/>
            <a:r>
              <a:rPr lang="ru-RU" dirty="0"/>
              <a:t>Наличие рекламы: Сторонняя реклама отсутствует. Ресурс монетизируется за счет комиссии с каждой выполненной задачи.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665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1BB33-A7DB-4656-B6CE-CE7A91219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8473"/>
            <a:ext cx="9144000" cy="1033093"/>
          </a:xfrm>
        </p:spPr>
        <p:txBody>
          <a:bodyPr/>
          <a:lstStyle/>
          <a:p>
            <a:r>
              <a:rPr lang="en-US" dirty="0"/>
              <a:t>URL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4851E9-2B1F-4AD7-8833-7AA0CB465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147" y="1933036"/>
            <a:ext cx="9144000" cy="1655762"/>
          </a:xfrm>
        </p:spPr>
        <p:txBody>
          <a:bodyPr/>
          <a:lstStyle/>
          <a:p>
            <a:pPr algn="just"/>
            <a:r>
              <a:rPr lang="en-US" dirty="0">
                <a:hlinkClick r:id="rId2"/>
              </a:rPr>
              <a:t>https://www.mturk.com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641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349B7D-9C1A-4938-BBB3-B40CE2045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3681"/>
            <a:ext cx="9144000" cy="908806"/>
          </a:xfrm>
        </p:spPr>
        <p:txBody>
          <a:bodyPr/>
          <a:lstStyle/>
          <a:p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79F113-5D55-4955-B5D9-AE329F6C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5" y="1953087"/>
            <a:ext cx="10383915" cy="3304713"/>
          </a:xfrm>
        </p:spPr>
        <p:txBody>
          <a:bodyPr/>
          <a:lstStyle/>
          <a:p>
            <a:pPr algn="just"/>
            <a:r>
              <a:rPr lang="ru-RU" dirty="0" err="1"/>
              <a:t>MTurk</a:t>
            </a:r>
            <a:r>
              <a:rPr lang="ru-RU" dirty="0"/>
              <a:t> — это уникальный пример того, как информационные услуги могут быть «расфасованы» в </a:t>
            </a:r>
            <a:r>
              <a:rPr lang="ru-RU" dirty="0" err="1"/>
              <a:t>микрозадачи</a:t>
            </a:r>
            <a:r>
              <a:rPr lang="ru-RU" dirty="0"/>
              <a:t>. С точки зрения программирования — это фактически «API с живыми людьми», которое позволяет разработчикам встраивать человеческий труд в автоматизированные алгоритмы обработки данных.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08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7FDD1-1432-468C-A93F-F7DE483FB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3783"/>
            <a:ext cx="9144000" cy="891050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E638-CDF6-47DE-B7DD-6496EA5F6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2" y="1890944"/>
            <a:ext cx="10410548" cy="336685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Официальный сайт Amazon </a:t>
            </a:r>
            <a:r>
              <a:rPr lang="ru-RU" dirty="0" err="1"/>
              <a:t>Mechanical</a:t>
            </a:r>
            <a:r>
              <a:rPr lang="ru-RU" dirty="0"/>
              <a:t> </a:t>
            </a:r>
            <a:r>
              <a:rPr lang="ru-RU" dirty="0" err="1"/>
              <a:t>Turk</a:t>
            </a:r>
            <a:r>
              <a:rPr lang="ru-RU" dirty="0"/>
              <a:t>: </a:t>
            </a:r>
            <a:r>
              <a:rPr lang="en-US" dirty="0">
                <a:hlinkClick r:id="rId2"/>
              </a:rPr>
              <a:t>https://www.mturk.com/</a:t>
            </a:r>
            <a:r>
              <a:rPr lang="ru-RU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Документация AWS по услугам краудсорсинга: </a:t>
            </a:r>
            <a:r>
              <a:rPr lang="en-US" dirty="0">
                <a:hlinkClick r:id="rId3"/>
              </a:rPr>
              <a:t>https://www.mturk.com/help</a:t>
            </a:r>
            <a:r>
              <a:rPr lang="ru-RU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Wiki: </a:t>
            </a:r>
            <a:r>
              <a:rPr lang="en-US" dirty="0">
                <a:hlinkClick r:id="rId4"/>
              </a:rPr>
              <a:t>https://en.wikipedia.org/wiki/Amazon_Mechanical_Turk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35595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385</Words>
  <Application>Microsoft Office PowerPoint</Application>
  <PresentationFormat>Широкоэкранный</PresentationFormat>
  <Paragraphs>39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Amazon Mechanical Turk</vt:lpstr>
      <vt:lpstr>Название и год основания</vt:lpstr>
      <vt:lpstr>Скриншот</vt:lpstr>
      <vt:lpstr>Основные направления деятельности и функции</vt:lpstr>
      <vt:lpstr>Система управления (Руководство)</vt:lpstr>
      <vt:lpstr>Структура сайта</vt:lpstr>
      <vt:lpstr>Пользователи сайта</vt:lpstr>
      <vt:lpstr>Оценка качества информации</vt:lpstr>
      <vt:lpstr>Расположение</vt:lpstr>
      <vt:lpstr>Реклама</vt:lpstr>
      <vt:lpstr>URL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Mechanical Turk</dc:title>
  <dc:creator>Artyom Gnevnov</dc:creator>
  <cp:lastModifiedBy>Artyom Gnevnov</cp:lastModifiedBy>
  <cp:revision>1</cp:revision>
  <dcterms:created xsi:type="dcterms:W3CDTF">2026-03-12T09:11:00Z</dcterms:created>
  <dcterms:modified xsi:type="dcterms:W3CDTF">2026-03-12T09:25:27Z</dcterms:modified>
</cp:coreProperties>
</file>