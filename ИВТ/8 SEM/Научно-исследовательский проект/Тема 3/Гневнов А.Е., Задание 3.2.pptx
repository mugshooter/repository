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53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tyom Gnevnov" userId="2f0d4a8a008de216" providerId="LiveId" clId="{EA9557DB-76D9-45E6-BDA4-B6B187A57B55}"/>
    <pc:docChg chg="undo custSel addSld modSld">
      <pc:chgData name="Artyom Gnevnov" userId="2f0d4a8a008de216" providerId="LiveId" clId="{EA9557DB-76D9-45E6-BDA4-B6B187A57B55}" dt="2026-03-30T17:45:18.153" v="133" actId="1076"/>
      <pc:docMkLst>
        <pc:docMk/>
      </pc:docMkLst>
      <pc:sldChg chg="modSp new mod">
        <pc:chgData name="Artyom Gnevnov" userId="2f0d4a8a008de216" providerId="LiveId" clId="{EA9557DB-76D9-45E6-BDA4-B6B187A57B55}" dt="2026-03-30T17:45:18.153" v="133" actId="1076"/>
        <pc:sldMkLst>
          <pc:docMk/>
          <pc:sldMk cId="823450908" sldId="256"/>
        </pc:sldMkLst>
        <pc:spChg chg="mod">
          <ac:chgData name="Artyom Gnevnov" userId="2f0d4a8a008de216" providerId="LiveId" clId="{EA9557DB-76D9-45E6-BDA4-B6B187A57B55}" dt="2026-03-30T17:37:28.653" v="1"/>
          <ac:spMkLst>
            <pc:docMk/>
            <pc:sldMk cId="823450908" sldId="256"/>
            <ac:spMk id="2" creationId="{94330C2D-8029-409C-A1EC-F8C8626E99E1}"/>
          </ac:spMkLst>
        </pc:spChg>
        <pc:spChg chg="mod">
          <ac:chgData name="Artyom Gnevnov" userId="2f0d4a8a008de216" providerId="LiveId" clId="{EA9557DB-76D9-45E6-BDA4-B6B187A57B55}" dt="2026-03-30T17:45:18.153" v="133" actId="1076"/>
          <ac:spMkLst>
            <pc:docMk/>
            <pc:sldMk cId="823450908" sldId="256"/>
            <ac:spMk id="3" creationId="{B51A4144-85CA-41FD-BBE7-05BD0CAB0601}"/>
          </ac:spMkLst>
        </pc:spChg>
      </pc:sldChg>
      <pc:sldChg chg="addSp delSp modSp new mod">
        <pc:chgData name="Artyom Gnevnov" userId="2f0d4a8a008de216" providerId="LiveId" clId="{EA9557DB-76D9-45E6-BDA4-B6B187A57B55}" dt="2026-03-30T17:39:23.406" v="52" actId="403"/>
        <pc:sldMkLst>
          <pc:docMk/>
          <pc:sldMk cId="3806744141" sldId="257"/>
        </pc:sldMkLst>
        <pc:spChg chg="mod">
          <ac:chgData name="Artyom Gnevnov" userId="2f0d4a8a008de216" providerId="LiveId" clId="{EA9557DB-76D9-45E6-BDA4-B6B187A57B55}" dt="2026-03-30T17:37:55.646" v="29" actId="1076"/>
          <ac:spMkLst>
            <pc:docMk/>
            <pc:sldMk cId="3806744141" sldId="257"/>
            <ac:spMk id="2" creationId="{637F3757-EE9B-4383-B056-A2476CA81F1B}"/>
          </ac:spMkLst>
        </pc:spChg>
        <pc:spChg chg="add del mod">
          <ac:chgData name="Artyom Gnevnov" userId="2f0d4a8a008de216" providerId="LiveId" clId="{EA9557DB-76D9-45E6-BDA4-B6B187A57B55}" dt="2026-03-30T17:39:23.406" v="52" actId="403"/>
          <ac:spMkLst>
            <pc:docMk/>
            <pc:sldMk cId="3806744141" sldId="257"/>
            <ac:spMk id="3" creationId="{EB90DD95-04FA-4E06-BBB2-B34C50846FC4}"/>
          </ac:spMkLst>
        </pc:spChg>
        <pc:spChg chg="add del mod">
          <ac:chgData name="Artyom Gnevnov" userId="2f0d4a8a008de216" providerId="LiveId" clId="{EA9557DB-76D9-45E6-BDA4-B6B187A57B55}" dt="2026-03-30T17:38:18.393" v="33"/>
          <ac:spMkLst>
            <pc:docMk/>
            <pc:sldMk cId="3806744141" sldId="257"/>
            <ac:spMk id="4" creationId="{B147961A-B16E-4F12-8983-11F5E2C07ADC}"/>
          </ac:spMkLst>
        </pc:spChg>
      </pc:sldChg>
      <pc:sldChg chg="addSp delSp modSp new mod">
        <pc:chgData name="Artyom Gnevnov" userId="2f0d4a8a008de216" providerId="LiveId" clId="{EA9557DB-76D9-45E6-BDA4-B6B187A57B55}" dt="2026-03-30T17:40:07.716" v="68" actId="14100"/>
        <pc:sldMkLst>
          <pc:docMk/>
          <pc:sldMk cId="3921070021" sldId="258"/>
        </pc:sldMkLst>
        <pc:spChg chg="mod">
          <ac:chgData name="Artyom Gnevnov" userId="2f0d4a8a008de216" providerId="LiveId" clId="{EA9557DB-76D9-45E6-BDA4-B6B187A57B55}" dt="2026-03-30T17:39:35.536" v="56" actId="1076"/>
          <ac:spMkLst>
            <pc:docMk/>
            <pc:sldMk cId="3921070021" sldId="258"/>
            <ac:spMk id="2" creationId="{614CB6D4-B67B-45B6-96FC-155E21BF6299}"/>
          </ac:spMkLst>
        </pc:spChg>
        <pc:spChg chg="add del mod">
          <ac:chgData name="Artyom Gnevnov" userId="2f0d4a8a008de216" providerId="LiveId" clId="{EA9557DB-76D9-45E6-BDA4-B6B187A57B55}" dt="2026-03-30T17:40:07.716" v="68" actId="14100"/>
          <ac:spMkLst>
            <pc:docMk/>
            <pc:sldMk cId="3921070021" sldId="258"/>
            <ac:spMk id="3" creationId="{9416EF16-DF9C-4BEA-88F0-D25C879C3ED6}"/>
          </ac:spMkLst>
        </pc:spChg>
        <pc:spChg chg="add del mod">
          <ac:chgData name="Artyom Gnevnov" userId="2f0d4a8a008de216" providerId="LiveId" clId="{EA9557DB-76D9-45E6-BDA4-B6B187A57B55}" dt="2026-03-30T17:39:40.746" v="60"/>
          <ac:spMkLst>
            <pc:docMk/>
            <pc:sldMk cId="3921070021" sldId="258"/>
            <ac:spMk id="4" creationId="{95B51673-008D-4837-8D7A-4589A867E7EA}"/>
          </ac:spMkLst>
        </pc:spChg>
      </pc:sldChg>
      <pc:sldChg chg="modSp new mod">
        <pc:chgData name="Artyom Gnevnov" userId="2f0d4a8a008de216" providerId="LiveId" clId="{EA9557DB-76D9-45E6-BDA4-B6B187A57B55}" dt="2026-03-30T17:41:41.171" v="81" actId="12"/>
        <pc:sldMkLst>
          <pc:docMk/>
          <pc:sldMk cId="4020818354" sldId="259"/>
        </pc:sldMkLst>
        <pc:spChg chg="mod">
          <ac:chgData name="Artyom Gnevnov" userId="2f0d4a8a008de216" providerId="LiveId" clId="{EA9557DB-76D9-45E6-BDA4-B6B187A57B55}" dt="2026-03-30T17:40:25.039" v="72" actId="1076"/>
          <ac:spMkLst>
            <pc:docMk/>
            <pc:sldMk cId="4020818354" sldId="259"/>
            <ac:spMk id="2" creationId="{D4CA2623-8417-48A7-9047-AA4115489DFC}"/>
          </ac:spMkLst>
        </pc:spChg>
        <pc:spChg chg="mod">
          <ac:chgData name="Artyom Gnevnov" userId="2f0d4a8a008de216" providerId="LiveId" clId="{EA9557DB-76D9-45E6-BDA4-B6B187A57B55}" dt="2026-03-30T17:41:41.171" v="81" actId="12"/>
          <ac:spMkLst>
            <pc:docMk/>
            <pc:sldMk cId="4020818354" sldId="259"/>
            <ac:spMk id="3" creationId="{650FFE1D-205F-4860-9EC5-4426BED70F0E}"/>
          </ac:spMkLst>
        </pc:spChg>
      </pc:sldChg>
      <pc:sldChg chg="addSp delSp modSp new mod">
        <pc:chgData name="Artyom Gnevnov" userId="2f0d4a8a008de216" providerId="LiveId" clId="{EA9557DB-76D9-45E6-BDA4-B6B187A57B55}" dt="2026-03-30T17:42:46.319" v="104" actId="255"/>
        <pc:sldMkLst>
          <pc:docMk/>
          <pc:sldMk cId="1623830218" sldId="260"/>
        </pc:sldMkLst>
        <pc:spChg chg="mod">
          <ac:chgData name="Artyom Gnevnov" userId="2f0d4a8a008de216" providerId="LiveId" clId="{EA9557DB-76D9-45E6-BDA4-B6B187A57B55}" dt="2026-03-30T17:41:56.598" v="85" actId="1076"/>
          <ac:spMkLst>
            <pc:docMk/>
            <pc:sldMk cId="1623830218" sldId="260"/>
            <ac:spMk id="2" creationId="{CB2F0558-E1B9-44DC-A3A3-DB3A88375A33}"/>
          </ac:spMkLst>
        </pc:spChg>
        <pc:spChg chg="add del mod">
          <ac:chgData name="Artyom Gnevnov" userId="2f0d4a8a008de216" providerId="LiveId" clId="{EA9557DB-76D9-45E6-BDA4-B6B187A57B55}" dt="2026-03-30T17:42:46.319" v="104" actId="255"/>
          <ac:spMkLst>
            <pc:docMk/>
            <pc:sldMk cId="1623830218" sldId="260"/>
            <ac:spMk id="3" creationId="{C7718E29-6966-4E58-A581-C90FB1467F76}"/>
          </ac:spMkLst>
        </pc:spChg>
        <pc:spChg chg="add del mod">
          <ac:chgData name="Artyom Gnevnov" userId="2f0d4a8a008de216" providerId="LiveId" clId="{EA9557DB-76D9-45E6-BDA4-B6B187A57B55}" dt="2026-03-30T17:42:08.832" v="89"/>
          <ac:spMkLst>
            <pc:docMk/>
            <pc:sldMk cId="1623830218" sldId="260"/>
            <ac:spMk id="4" creationId="{1697752A-F96D-4791-A18D-65E89694A4CE}"/>
          </ac:spMkLst>
        </pc:spChg>
        <pc:spChg chg="add del mod">
          <ac:chgData name="Artyom Gnevnov" userId="2f0d4a8a008de216" providerId="LiveId" clId="{EA9557DB-76D9-45E6-BDA4-B6B187A57B55}" dt="2026-03-30T17:42:10.539" v="91"/>
          <ac:spMkLst>
            <pc:docMk/>
            <pc:sldMk cId="1623830218" sldId="260"/>
            <ac:spMk id="5" creationId="{ABBE98A3-A134-4CC3-8F45-E83071E8051B}"/>
          </ac:spMkLst>
        </pc:spChg>
      </pc:sldChg>
      <pc:sldChg chg="addSp delSp modSp new mod">
        <pc:chgData name="Artyom Gnevnov" userId="2f0d4a8a008de216" providerId="LiveId" clId="{EA9557DB-76D9-45E6-BDA4-B6B187A57B55}" dt="2026-03-30T17:43:20.343" v="118" actId="12"/>
        <pc:sldMkLst>
          <pc:docMk/>
          <pc:sldMk cId="199410220" sldId="261"/>
        </pc:sldMkLst>
        <pc:spChg chg="mod">
          <ac:chgData name="Artyom Gnevnov" userId="2f0d4a8a008de216" providerId="LiveId" clId="{EA9557DB-76D9-45E6-BDA4-B6B187A57B55}" dt="2026-03-30T17:43:00.812" v="108" actId="1076"/>
          <ac:spMkLst>
            <pc:docMk/>
            <pc:sldMk cId="199410220" sldId="261"/>
            <ac:spMk id="2" creationId="{8FE2657A-FFA2-4181-9026-512F9D2F6A87}"/>
          </ac:spMkLst>
        </pc:spChg>
        <pc:spChg chg="add del mod">
          <ac:chgData name="Artyom Gnevnov" userId="2f0d4a8a008de216" providerId="LiveId" clId="{EA9557DB-76D9-45E6-BDA4-B6B187A57B55}" dt="2026-03-30T17:43:20.343" v="118" actId="12"/>
          <ac:spMkLst>
            <pc:docMk/>
            <pc:sldMk cId="199410220" sldId="261"/>
            <ac:spMk id="3" creationId="{729753C8-AE43-4D7C-BA85-77DE6E7434BF}"/>
          </ac:spMkLst>
        </pc:spChg>
        <pc:spChg chg="add del mod">
          <ac:chgData name="Artyom Gnevnov" userId="2f0d4a8a008de216" providerId="LiveId" clId="{EA9557DB-76D9-45E6-BDA4-B6B187A57B55}" dt="2026-03-30T17:43:05.827" v="110"/>
          <ac:spMkLst>
            <pc:docMk/>
            <pc:sldMk cId="199410220" sldId="261"/>
            <ac:spMk id="4" creationId="{37129ABB-04C6-436C-87A8-FF23135470C8}"/>
          </ac:spMkLst>
        </pc:spChg>
      </pc:sldChg>
      <pc:sldChg chg="addSp delSp modSp new mod">
        <pc:chgData name="Artyom Gnevnov" userId="2f0d4a8a008de216" providerId="LiveId" clId="{EA9557DB-76D9-45E6-BDA4-B6B187A57B55}" dt="2026-03-30T17:43:56.706" v="130" actId="12"/>
        <pc:sldMkLst>
          <pc:docMk/>
          <pc:sldMk cId="1359659161" sldId="262"/>
        </pc:sldMkLst>
        <pc:spChg chg="mod">
          <ac:chgData name="Artyom Gnevnov" userId="2f0d4a8a008de216" providerId="LiveId" clId="{EA9557DB-76D9-45E6-BDA4-B6B187A57B55}" dt="2026-03-30T17:43:38.124" v="122" actId="1076"/>
          <ac:spMkLst>
            <pc:docMk/>
            <pc:sldMk cId="1359659161" sldId="262"/>
            <ac:spMk id="2" creationId="{552FC9D4-8802-4BFE-A0F9-CAA75B6E7A9D}"/>
          </ac:spMkLst>
        </pc:spChg>
        <pc:spChg chg="add del mod">
          <ac:chgData name="Artyom Gnevnov" userId="2f0d4a8a008de216" providerId="LiveId" clId="{EA9557DB-76D9-45E6-BDA4-B6B187A57B55}" dt="2026-03-30T17:43:56.706" v="130" actId="12"/>
          <ac:spMkLst>
            <pc:docMk/>
            <pc:sldMk cId="1359659161" sldId="262"/>
            <ac:spMk id="3" creationId="{AB361631-9092-4BC0-A54D-2175EE11A0BC}"/>
          </ac:spMkLst>
        </pc:spChg>
        <pc:spChg chg="add del mod">
          <ac:chgData name="Artyom Gnevnov" userId="2f0d4a8a008de216" providerId="LiveId" clId="{EA9557DB-76D9-45E6-BDA4-B6B187A57B55}" dt="2026-03-30T17:43:45.781" v="124"/>
          <ac:spMkLst>
            <pc:docMk/>
            <pc:sldMk cId="1359659161" sldId="262"/>
            <ac:spMk id="4" creationId="{954231D4-3C43-4825-82D8-665B44ED28E2}"/>
          </ac:spMkLst>
        </pc:spChg>
      </pc:sldChg>
      <pc:sldMasterChg chg="addSldLayout">
        <pc:chgData name="Artyom Gnevnov" userId="2f0d4a8a008de216" providerId="LiveId" clId="{EA9557DB-76D9-45E6-BDA4-B6B187A57B55}" dt="2026-03-30T17:37:18.838" v="0" actId="680"/>
        <pc:sldMasterMkLst>
          <pc:docMk/>
          <pc:sldMasterMk cId="1953704058" sldId="2147483648"/>
        </pc:sldMasterMkLst>
        <pc:sldLayoutChg chg="add">
          <pc:chgData name="Artyom Gnevnov" userId="2f0d4a8a008de216" providerId="LiveId" clId="{EA9557DB-76D9-45E6-BDA4-B6B187A57B55}" dt="2026-03-30T17:37:18.838" v="0" actId="680"/>
          <pc:sldLayoutMkLst>
            <pc:docMk/>
            <pc:sldMasterMk cId="1953704058" sldId="2147483648"/>
            <pc:sldLayoutMk cId="1128124628" sldId="214748364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B99F87-2FCA-4C14-BC8D-71C4987A08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90A9C7D-3011-45A5-86B9-76C5CF041D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124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3704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330C2D-8029-409C-A1EC-F8C8626E99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Обзор платформы «</a:t>
            </a:r>
            <a:r>
              <a:rPr lang="ru-RU" dirty="0" err="1"/>
              <a:t>Конструкториум</a:t>
            </a:r>
            <a:r>
              <a:rPr lang="ru-RU" dirty="0"/>
              <a:t>» и стартапа </a:t>
            </a:r>
            <a:r>
              <a:rPr lang="ru-RU" dirty="0" err="1"/>
              <a:t>MyUni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51A4144-85CA-41FD-BBE7-05BD0CAB06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8905" y="4267864"/>
            <a:ext cx="9144000" cy="1655762"/>
          </a:xfrm>
        </p:spPr>
        <p:txBody>
          <a:bodyPr/>
          <a:lstStyle/>
          <a:p>
            <a:pPr algn="r"/>
            <a:r>
              <a:rPr lang="ru-RU" dirty="0"/>
              <a:t>Подготовил: Гневнов А.Е.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34509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7F3757-EE9B-4383-B056-A2476CA81F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4186"/>
            <a:ext cx="9144000" cy="1734429"/>
          </a:xfrm>
        </p:spPr>
        <p:txBody>
          <a:bodyPr/>
          <a:lstStyle/>
          <a:p>
            <a:r>
              <a:rPr lang="ru-RU" dirty="0"/>
              <a:t>Экосистема «</a:t>
            </a:r>
            <a:r>
              <a:rPr lang="ru-RU" dirty="0" err="1"/>
              <a:t>Конструкториум</a:t>
            </a:r>
            <a:r>
              <a:rPr lang="ru-RU" dirty="0"/>
              <a:t>»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B90DD95-04FA-4E06-BBB2-B34C50846F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739" y="2210540"/>
            <a:ext cx="10857391" cy="3915052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Назначение: Российская цифровая платформа для развития молодежного предпринимательства.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Целевая аудитория: Молодые люди в возрасте от 14 до 35 лет.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Ключевые функции: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ru-RU" sz="2400" dirty="0"/>
              <a:t>Поиск единомышленников и формирование проектных команд.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ru-RU" sz="2400" dirty="0"/>
              <a:t>Доступ к венчурным инвестициям через фонд «Молодежная предпринимательская инициатива».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ru-RU" sz="2400" dirty="0"/>
              <a:t>Образовательные курсы по ведению бизнеса и юридическая поддержка стартапов.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ru-RU" sz="2400" dirty="0"/>
              <a:t>Защита интеллектуальной собственности и сопровождение сделок.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06744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4CB6D4-B67B-45B6-96FC-155E21BF62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5208"/>
            <a:ext cx="9144000" cy="1050848"/>
          </a:xfrm>
        </p:spPr>
        <p:txBody>
          <a:bodyPr/>
          <a:lstStyle/>
          <a:p>
            <a:r>
              <a:rPr lang="ru-RU" dirty="0"/>
              <a:t>Активный проект: </a:t>
            </a:r>
            <a:r>
              <a:rPr lang="en-US" dirty="0" err="1"/>
              <a:t>MyUni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416EF16-DF9C-4BEA-88F0-D25C879C3E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6230" y="1819922"/>
            <a:ext cx="8353888" cy="3437878"/>
          </a:xfrm>
        </p:spPr>
        <p:txBody>
          <a:bodyPr/>
          <a:lstStyle/>
          <a:p>
            <a:pPr algn="just"/>
            <a:r>
              <a:rPr lang="ru-RU" dirty="0"/>
              <a:t>Концепция: Многофункциональное мобильное приложение для студенческой среды.</a:t>
            </a:r>
          </a:p>
          <a:p>
            <a:pPr algn="just"/>
            <a:r>
              <a:rPr lang="ru-RU" dirty="0"/>
              <a:t>Отраслевая принадлежность: Информационные технологии, предпринимательство.</a:t>
            </a:r>
          </a:p>
          <a:p>
            <a:pPr algn="just"/>
            <a:r>
              <a:rPr lang="ru-RU" dirty="0"/>
              <a:t>Локация: г. Москва.</a:t>
            </a:r>
          </a:p>
          <a:p>
            <a:pPr algn="just"/>
            <a:r>
              <a:rPr lang="ru-RU" dirty="0"/>
              <a:t>Веб-сайт проекта: myuni.su.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070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CA2623-8417-48A7-9047-AA4115489D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8437"/>
            <a:ext cx="9144000" cy="1655763"/>
          </a:xfrm>
        </p:spPr>
        <p:txBody>
          <a:bodyPr/>
          <a:lstStyle/>
          <a:p>
            <a:r>
              <a:rPr lang="ru-RU" dirty="0"/>
              <a:t>Основной функционал </a:t>
            </a:r>
            <a:r>
              <a:rPr lang="en-US" dirty="0" err="1"/>
              <a:t>MyUni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50FFE1D-205F-4860-9EC5-4426BED70F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676" y="1961965"/>
            <a:ext cx="10499324" cy="3295835"/>
          </a:xfrm>
        </p:spPr>
        <p:txBody>
          <a:bodyPr/>
          <a:lstStyle/>
          <a:p>
            <a:pPr algn="just"/>
            <a:r>
              <a:rPr lang="ru-RU" dirty="0"/>
              <a:t>Проект состоит из двух ключевых модулей: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ru-RU" dirty="0"/>
              <a:t>Студенческая афиша: агрегатор всех значимых молодежных мероприятий и событий, происходящих как внутри вузов, так и на городских площадках.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ru-RU" dirty="0"/>
              <a:t>Фриланс-платформа: специализированная площадка для студенческого заработка, где пользователи могут предлагать услуги и обмениваться профессиональными навыками.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818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2F0558-E1B9-44DC-A3A3-DB3A88375A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1814"/>
            <a:ext cx="9144000" cy="1909763"/>
          </a:xfrm>
        </p:spPr>
        <p:txBody>
          <a:bodyPr/>
          <a:lstStyle/>
          <a:p>
            <a:r>
              <a:rPr lang="ru-RU" dirty="0"/>
              <a:t>Текущее состояние и инвестиции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7718E29-6966-4E58-A581-C90FB1467F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2862" y="2317072"/>
            <a:ext cx="10295138" cy="2940728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Стадия развития: Реализация проекта (активная фаза).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Финансовые показатели: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ru-RU" sz="2400" dirty="0"/>
              <a:t>Статус: В поиске инвестиций.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ru-RU" sz="2400" dirty="0"/>
              <a:t>Необходимая сумма: 6 799 488 рублей.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Цели финансирования: Масштабирование платформы и развитие технической базы.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8302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E2657A-FFA2-4181-9026-512F9D2F6A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88272"/>
            <a:ext cx="9144000" cy="944316"/>
          </a:xfrm>
        </p:spPr>
        <p:txBody>
          <a:bodyPr/>
          <a:lstStyle/>
          <a:p>
            <a:r>
              <a:rPr lang="ru-RU" dirty="0"/>
              <a:t>Команда проекта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29753C8-AE43-4D7C-BA85-77DE6E7434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9495" y="1793289"/>
            <a:ext cx="10268505" cy="3464511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Общее количество участников: 1 человек.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Основатель и руководитель: Иван Смирнов.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Краткие сведения: 25 лет, базируется в Москве.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Профиль в системе: Зарегистрирован на платформе «</a:t>
            </a:r>
            <a:r>
              <a:rPr lang="ru-RU" dirty="0" err="1"/>
              <a:t>Конструкториум</a:t>
            </a:r>
            <a:r>
              <a:rPr lang="ru-RU" dirty="0"/>
              <a:t>» как лидер проекта.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410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2FC9D4-8802-4BFE-A0F9-CAA75B6E7A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9494"/>
            <a:ext cx="9144000" cy="873295"/>
          </a:xfrm>
        </p:spPr>
        <p:txBody>
          <a:bodyPr/>
          <a:lstStyle/>
          <a:p>
            <a:r>
              <a:rPr lang="ru-RU" dirty="0"/>
              <a:t>Заключение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B361631-9092-4BC0-A54D-2175EE11A0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330" y="1819922"/>
            <a:ext cx="10401670" cy="3437878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Проект </a:t>
            </a:r>
            <a:r>
              <a:rPr lang="ru-RU" dirty="0" err="1"/>
              <a:t>MyUni</a:t>
            </a:r>
            <a:r>
              <a:rPr lang="ru-RU" dirty="0"/>
              <a:t> является примером использования инфраструктуры «</a:t>
            </a:r>
            <a:r>
              <a:rPr lang="ru-RU" dirty="0" err="1"/>
              <a:t>Конструкториума</a:t>
            </a:r>
            <a:r>
              <a:rPr lang="ru-RU" dirty="0"/>
              <a:t>» для поиска ресурсов и развития социально значимого ИТ-продукта.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Платформа обеспечивает прозрачность процесса инвестирования и предоставляет необходимые инструменты для превращения студенческой идеи в бизнес.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65916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279</Words>
  <Application>Microsoft Office PowerPoint</Application>
  <PresentationFormat>Широкоэкранный</PresentationFormat>
  <Paragraphs>33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Тема Office</vt:lpstr>
      <vt:lpstr>Обзор платформы «Конструкториум» и стартапа MyUni</vt:lpstr>
      <vt:lpstr>Экосистема «Конструкториум»</vt:lpstr>
      <vt:lpstr>Активный проект: MyUni</vt:lpstr>
      <vt:lpstr>Основной функционал MyUni</vt:lpstr>
      <vt:lpstr>Текущее состояние и инвестиции</vt:lpstr>
      <vt:lpstr>Команда проекта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Обзор платформы «Конструкториум» и стартапа MyUni</dc:title>
  <dc:creator>Artyom Gnevnov</dc:creator>
  <cp:lastModifiedBy>Artyom Gnevnov</cp:lastModifiedBy>
  <cp:revision>1</cp:revision>
  <dcterms:created xsi:type="dcterms:W3CDTF">2026-03-30T17:37:17Z</dcterms:created>
  <dcterms:modified xsi:type="dcterms:W3CDTF">2026-03-30T17:45:31Z</dcterms:modified>
</cp:coreProperties>
</file>