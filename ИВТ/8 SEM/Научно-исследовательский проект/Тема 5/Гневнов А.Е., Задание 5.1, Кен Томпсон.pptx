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533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tyom Gnevnov" userId="2f0d4a8a008de216" providerId="LiveId" clId="{ABC6A44D-8163-4397-B9A5-88655D44B459}"/>
    <pc:docChg chg="undo custSel addSld modSld">
      <pc:chgData name="Artyom Gnevnov" userId="2f0d4a8a008de216" providerId="LiveId" clId="{ABC6A44D-8163-4397-B9A5-88655D44B459}" dt="2026-03-17T11:01:46.848" v="201" actId="12"/>
      <pc:docMkLst>
        <pc:docMk/>
      </pc:docMkLst>
      <pc:sldChg chg="addSp modSp new mod">
        <pc:chgData name="Artyom Gnevnov" userId="2f0d4a8a008de216" providerId="LiveId" clId="{ABC6A44D-8163-4397-B9A5-88655D44B459}" dt="2026-03-17T11:00:49.738" v="185" actId="1076"/>
        <pc:sldMkLst>
          <pc:docMk/>
          <pc:sldMk cId="2549260084" sldId="256"/>
        </pc:sldMkLst>
        <pc:spChg chg="mod">
          <ac:chgData name="Artyom Gnevnov" userId="2f0d4a8a008de216" providerId="LiveId" clId="{ABC6A44D-8163-4397-B9A5-88655D44B459}" dt="2026-03-17T11:00:37.322" v="180" actId="14100"/>
          <ac:spMkLst>
            <pc:docMk/>
            <pc:sldMk cId="2549260084" sldId="256"/>
            <ac:spMk id="2" creationId="{7F3C6714-ADD7-42F7-B941-65644A73C70D}"/>
          </ac:spMkLst>
        </pc:spChg>
        <pc:spChg chg="mod">
          <ac:chgData name="Artyom Gnevnov" userId="2f0d4a8a008de216" providerId="LiveId" clId="{ABC6A44D-8163-4397-B9A5-88655D44B459}" dt="2026-03-17T11:00:45.028" v="182" actId="1076"/>
          <ac:spMkLst>
            <pc:docMk/>
            <pc:sldMk cId="2549260084" sldId="256"/>
            <ac:spMk id="3" creationId="{83016D3E-E5C6-4783-9296-2E2AFCDFF2F7}"/>
          </ac:spMkLst>
        </pc:spChg>
        <pc:picChg chg="add mod">
          <ac:chgData name="Artyom Gnevnov" userId="2f0d4a8a008de216" providerId="LiveId" clId="{ABC6A44D-8163-4397-B9A5-88655D44B459}" dt="2026-03-17T11:00:49.738" v="185" actId="1076"/>
          <ac:picMkLst>
            <pc:docMk/>
            <pc:sldMk cId="2549260084" sldId="256"/>
            <ac:picMk id="7170" creationId="{5EB870EF-CDA6-47D6-BE1F-1A3690F12400}"/>
          </ac:picMkLst>
        </pc:picChg>
      </pc:sldChg>
      <pc:sldChg chg="addSp delSp modSp new mod">
        <pc:chgData name="Artyom Gnevnov" userId="2f0d4a8a008de216" providerId="LiveId" clId="{ABC6A44D-8163-4397-B9A5-88655D44B459}" dt="2026-03-17T10:52:13.701" v="45" actId="12"/>
        <pc:sldMkLst>
          <pc:docMk/>
          <pc:sldMk cId="1119063457" sldId="257"/>
        </pc:sldMkLst>
        <pc:spChg chg="mod">
          <ac:chgData name="Artyom Gnevnov" userId="2f0d4a8a008de216" providerId="LiveId" clId="{ABC6A44D-8163-4397-B9A5-88655D44B459}" dt="2026-03-17T10:51:53.422" v="36" actId="1076"/>
          <ac:spMkLst>
            <pc:docMk/>
            <pc:sldMk cId="1119063457" sldId="257"/>
            <ac:spMk id="2" creationId="{1027F36E-64FC-438F-B2E9-D3CE4548A877}"/>
          </ac:spMkLst>
        </pc:spChg>
        <pc:spChg chg="add del mod">
          <ac:chgData name="Artyom Gnevnov" userId="2f0d4a8a008de216" providerId="LiveId" clId="{ABC6A44D-8163-4397-B9A5-88655D44B459}" dt="2026-03-17T10:52:13.701" v="45" actId="12"/>
          <ac:spMkLst>
            <pc:docMk/>
            <pc:sldMk cId="1119063457" sldId="257"/>
            <ac:spMk id="3" creationId="{C12FA789-20B9-4133-9001-D829B04E621E}"/>
          </ac:spMkLst>
        </pc:spChg>
        <pc:spChg chg="add del mod">
          <ac:chgData name="Artyom Gnevnov" userId="2f0d4a8a008de216" providerId="LiveId" clId="{ABC6A44D-8163-4397-B9A5-88655D44B459}" dt="2026-03-17T10:51:59.997" v="38"/>
          <ac:spMkLst>
            <pc:docMk/>
            <pc:sldMk cId="1119063457" sldId="257"/>
            <ac:spMk id="4" creationId="{A59C4945-FED2-424E-90B4-9D870B76DD91}"/>
          </ac:spMkLst>
        </pc:spChg>
      </pc:sldChg>
      <pc:sldChg chg="addSp delSp modSp new mod">
        <pc:chgData name="Artyom Gnevnov" userId="2f0d4a8a008de216" providerId="LiveId" clId="{ABC6A44D-8163-4397-B9A5-88655D44B459}" dt="2026-03-17T10:53:08.737" v="61" actId="12"/>
        <pc:sldMkLst>
          <pc:docMk/>
          <pc:sldMk cId="2551870665" sldId="258"/>
        </pc:sldMkLst>
        <pc:spChg chg="mod">
          <ac:chgData name="Artyom Gnevnov" userId="2f0d4a8a008de216" providerId="LiveId" clId="{ABC6A44D-8163-4397-B9A5-88655D44B459}" dt="2026-03-17T10:52:35.281" v="51" actId="1076"/>
          <ac:spMkLst>
            <pc:docMk/>
            <pc:sldMk cId="2551870665" sldId="258"/>
            <ac:spMk id="2" creationId="{E7572BBF-8E77-4B1D-B192-12021D0F8E7D}"/>
          </ac:spMkLst>
        </pc:spChg>
        <pc:spChg chg="add del mod">
          <ac:chgData name="Artyom Gnevnov" userId="2f0d4a8a008de216" providerId="LiveId" clId="{ABC6A44D-8163-4397-B9A5-88655D44B459}" dt="2026-03-17T10:53:08.737" v="61" actId="12"/>
          <ac:spMkLst>
            <pc:docMk/>
            <pc:sldMk cId="2551870665" sldId="258"/>
            <ac:spMk id="3" creationId="{85433564-2E83-411A-9F7A-B4ACC4CC4421}"/>
          </ac:spMkLst>
        </pc:spChg>
        <pc:spChg chg="add del mod">
          <ac:chgData name="Artyom Gnevnov" userId="2f0d4a8a008de216" providerId="LiveId" clId="{ABC6A44D-8163-4397-B9A5-88655D44B459}" dt="2026-03-17T10:52:41.825" v="53"/>
          <ac:spMkLst>
            <pc:docMk/>
            <pc:sldMk cId="2551870665" sldId="258"/>
            <ac:spMk id="4" creationId="{DF9AE54E-5A86-4AE6-B332-B41CCF3209D9}"/>
          </ac:spMkLst>
        </pc:spChg>
      </pc:sldChg>
      <pc:sldChg chg="modSp new mod">
        <pc:chgData name="Artyom Gnevnov" userId="2f0d4a8a008de216" providerId="LiveId" clId="{ABC6A44D-8163-4397-B9A5-88655D44B459}" dt="2026-03-17T10:55:01.201" v="85" actId="14100"/>
        <pc:sldMkLst>
          <pc:docMk/>
          <pc:sldMk cId="1442242648" sldId="259"/>
        </pc:sldMkLst>
        <pc:spChg chg="mod">
          <ac:chgData name="Artyom Gnevnov" userId="2f0d4a8a008de216" providerId="LiveId" clId="{ABC6A44D-8163-4397-B9A5-88655D44B459}" dt="2026-03-17T10:53:27.587" v="67" actId="1076"/>
          <ac:spMkLst>
            <pc:docMk/>
            <pc:sldMk cId="1442242648" sldId="259"/>
            <ac:spMk id="2" creationId="{11043A1F-A627-40FB-9764-6F317F58F82E}"/>
          </ac:spMkLst>
        </pc:spChg>
        <pc:spChg chg="mod">
          <ac:chgData name="Artyom Gnevnov" userId="2f0d4a8a008de216" providerId="LiveId" clId="{ABC6A44D-8163-4397-B9A5-88655D44B459}" dt="2026-03-17T10:55:01.201" v="85" actId="14100"/>
          <ac:spMkLst>
            <pc:docMk/>
            <pc:sldMk cId="1442242648" sldId="259"/>
            <ac:spMk id="3" creationId="{1A1BFCDA-83A5-42AC-877F-A91DD5A865A6}"/>
          </ac:spMkLst>
        </pc:spChg>
      </pc:sldChg>
      <pc:sldChg chg="addSp delSp modSp new mod">
        <pc:chgData name="Artyom Gnevnov" userId="2f0d4a8a008de216" providerId="LiveId" clId="{ABC6A44D-8163-4397-B9A5-88655D44B459}" dt="2026-03-17T10:55:43.600" v="101" actId="20577"/>
        <pc:sldMkLst>
          <pc:docMk/>
          <pc:sldMk cId="2963436119" sldId="260"/>
        </pc:sldMkLst>
        <pc:spChg chg="mod">
          <ac:chgData name="Artyom Gnevnov" userId="2f0d4a8a008de216" providerId="LiveId" clId="{ABC6A44D-8163-4397-B9A5-88655D44B459}" dt="2026-03-17T10:55:25.751" v="91" actId="1076"/>
          <ac:spMkLst>
            <pc:docMk/>
            <pc:sldMk cId="2963436119" sldId="260"/>
            <ac:spMk id="2" creationId="{464FB1EE-6072-417E-BDB8-D5A11C82CC3E}"/>
          </ac:spMkLst>
        </pc:spChg>
        <pc:spChg chg="add del mod">
          <ac:chgData name="Artyom Gnevnov" userId="2f0d4a8a008de216" providerId="LiveId" clId="{ABC6A44D-8163-4397-B9A5-88655D44B459}" dt="2026-03-17T10:55:43.600" v="101" actId="20577"/>
          <ac:spMkLst>
            <pc:docMk/>
            <pc:sldMk cId="2963436119" sldId="260"/>
            <ac:spMk id="3" creationId="{006FBF48-3154-4BCD-9769-6FD519564A04}"/>
          </ac:spMkLst>
        </pc:spChg>
        <pc:spChg chg="add del mod">
          <ac:chgData name="Artyom Gnevnov" userId="2f0d4a8a008de216" providerId="LiveId" clId="{ABC6A44D-8163-4397-B9A5-88655D44B459}" dt="2026-03-17T10:55:31.311" v="93"/>
          <ac:spMkLst>
            <pc:docMk/>
            <pc:sldMk cId="2963436119" sldId="260"/>
            <ac:spMk id="4" creationId="{B1A2E618-56E3-4915-9516-ABC1738730F1}"/>
          </ac:spMkLst>
        </pc:spChg>
      </pc:sldChg>
      <pc:sldChg chg="addSp delSp modSp new mod">
        <pc:chgData name="Artyom Gnevnov" userId="2f0d4a8a008de216" providerId="LiveId" clId="{ABC6A44D-8163-4397-B9A5-88655D44B459}" dt="2026-03-17T10:56:21.188" v="119" actId="12"/>
        <pc:sldMkLst>
          <pc:docMk/>
          <pc:sldMk cId="2687398528" sldId="261"/>
        </pc:sldMkLst>
        <pc:spChg chg="mod">
          <ac:chgData name="Artyom Gnevnov" userId="2f0d4a8a008de216" providerId="LiveId" clId="{ABC6A44D-8163-4397-B9A5-88655D44B459}" dt="2026-03-17T10:55:59.323" v="107" actId="1076"/>
          <ac:spMkLst>
            <pc:docMk/>
            <pc:sldMk cId="2687398528" sldId="261"/>
            <ac:spMk id="2" creationId="{D0E6B3D2-3704-45C3-81E0-D20EE04D921D}"/>
          </ac:spMkLst>
        </pc:spChg>
        <pc:spChg chg="add del mod">
          <ac:chgData name="Artyom Gnevnov" userId="2f0d4a8a008de216" providerId="LiveId" clId="{ABC6A44D-8163-4397-B9A5-88655D44B459}" dt="2026-03-17T10:56:21.188" v="119" actId="12"/>
          <ac:spMkLst>
            <pc:docMk/>
            <pc:sldMk cId="2687398528" sldId="261"/>
            <ac:spMk id="3" creationId="{A588A7D9-5F02-4C57-A703-906A24774C5F}"/>
          </ac:spMkLst>
        </pc:spChg>
        <pc:spChg chg="add del mod">
          <ac:chgData name="Artyom Gnevnov" userId="2f0d4a8a008de216" providerId="LiveId" clId="{ABC6A44D-8163-4397-B9A5-88655D44B459}" dt="2026-03-17T10:56:04.431" v="109"/>
          <ac:spMkLst>
            <pc:docMk/>
            <pc:sldMk cId="2687398528" sldId="261"/>
            <ac:spMk id="4" creationId="{069D1000-DF25-4791-ABA3-947B491AEA56}"/>
          </ac:spMkLst>
        </pc:spChg>
      </pc:sldChg>
      <pc:sldChg chg="modSp new mod">
        <pc:chgData name="Artyom Gnevnov" userId="2f0d4a8a008de216" providerId="LiveId" clId="{ABC6A44D-8163-4397-B9A5-88655D44B459}" dt="2026-03-17T10:57:36.665" v="136" actId="12"/>
        <pc:sldMkLst>
          <pc:docMk/>
          <pc:sldMk cId="780731934" sldId="262"/>
        </pc:sldMkLst>
        <pc:spChg chg="mod">
          <ac:chgData name="Artyom Gnevnov" userId="2f0d4a8a008de216" providerId="LiveId" clId="{ABC6A44D-8163-4397-B9A5-88655D44B459}" dt="2026-03-17T10:56:39.136" v="126" actId="1076"/>
          <ac:spMkLst>
            <pc:docMk/>
            <pc:sldMk cId="780731934" sldId="262"/>
            <ac:spMk id="2" creationId="{CD9201C0-6388-46CB-B39A-6993E33F37F1}"/>
          </ac:spMkLst>
        </pc:spChg>
        <pc:spChg chg="mod">
          <ac:chgData name="Artyom Gnevnov" userId="2f0d4a8a008de216" providerId="LiveId" clId="{ABC6A44D-8163-4397-B9A5-88655D44B459}" dt="2026-03-17T10:57:36.665" v="136" actId="12"/>
          <ac:spMkLst>
            <pc:docMk/>
            <pc:sldMk cId="780731934" sldId="262"/>
            <ac:spMk id="3" creationId="{7DA9B2A2-63A5-467B-A9E2-DCFFCA73C249}"/>
          </ac:spMkLst>
        </pc:spChg>
      </pc:sldChg>
      <pc:sldChg chg="addSp delSp modSp new mod">
        <pc:chgData name="Artyom Gnevnov" userId="2f0d4a8a008de216" providerId="LiveId" clId="{ABC6A44D-8163-4397-B9A5-88655D44B459}" dt="2026-03-17T10:58:53.150" v="151" actId="20577"/>
        <pc:sldMkLst>
          <pc:docMk/>
          <pc:sldMk cId="3179817720" sldId="263"/>
        </pc:sldMkLst>
        <pc:spChg chg="mod">
          <ac:chgData name="Artyom Gnevnov" userId="2f0d4a8a008de216" providerId="LiveId" clId="{ABC6A44D-8163-4397-B9A5-88655D44B459}" dt="2026-03-17T10:58:36.406" v="141" actId="1076"/>
          <ac:spMkLst>
            <pc:docMk/>
            <pc:sldMk cId="3179817720" sldId="263"/>
            <ac:spMk id="2" creationId="{3AD83FE8-31ED-4B58-8E37-ACF0ABC291E1}"/>
          </ac:spMkLst>
        </pc:spChg>
        <pc:spChg chg="add del mod">
          <ac:chgData name="Artyom Gnevnov" userId="2f0d4a8a008de216" providerId="LiveId" clId="{ABC6A44D-8163-4397-B9A5-88655D44B459}" dt="2026-03-17T10:58:53.150" v="151" actId="20577"/>
          <ac:spMkLst>
            <pc:docMk/>
            <pc:sldMk cId="3179817720" sldId="263"/>
            <ac:spMk id="3" creationId="{F677D181-EB5F-4DCD-AE14-A853DB39D221}"/>
          </ac:spMkLst>
        </pc:spChg>
        <pc:spChg chg="add del mod">
          <ac:chgData name="Artyom Gnevnov" userId="2f0d4a8a008de216" providerId="LiveId" clId="{ABC6A44D-8163-4397-B9A5-88655D44B459}" dt="2026-03-17T10:58:42.850" v="143"/>
          <ac:spMkLst>
            <pc:docMk/>
            <pc:sldMk cId="3179817720" sldId="263"/>
            <ac:spMk id="4" creationId="{32F0B9E7-5E3A-4171-93AA-4F0FC56F2C3B}"/>
          </ac:spMkLst>
        </pc:spChg>
      </pc:sldChg>
      <pc:sldChg chg="addSp delSp modSp new mod">
        <pc:chgData name="Artyom Gnevnov" userId="2f0d4a8a008de216" providerId="LiveId" clId="{ABC6A44D-8163-4397-B9A5-88655D44B459}" dt="2026-03-17T10:59:48.065" v="168" actId="20577"/>
        <pc:sldMkLst>
          <pc:docMk/>
          <pc:sldMk cId="975364586" sldId="264"/>
        </pc:sldMkLst>
        <pc:spChg chg="mod">
          <ac:chgData name="Artyom Gnevnov" userId="2f0d4a8a008de216" providerId="LiveId" clId="{ABC6A44D-8163-4397-B9A5-88655D44B459}" dt="2026-03-17T10:59:29.693" v="159" actId="1076"/>
          <ac:spMkLst>
            <pc:docMk/>
            <pc:sldMk cId="975364586" sldId="264"/>
            <ac:spMk id="2" creationId="{F4522E95-E7E0-405B-9CAA-66C4FD42C76D}"/>
          </ac:spMkLst>
        </pc:spChg>
        <pc:spChg chg="add del mod">
          <ac:chgData name="Artyom Gnevnov" userId="2f0d4a8a008de216" providerId="LiveId" clId="{ABC6A44D-8163-4397-B9A5-88655D44B459}" dt="2026-03-17T10:59:48.065" v="168" actId="20577"/>
          <ac:spMkLst>
            <pc:docMk/>
            <pc:sldMk cId="975364586" sldId="264"/>
            <ac:spMk id="3" creationId="{83953F5D-5D27-4386-B31E-7DB0E89ED83F}"/>
          </ac:spMkLst>
        </pc:spChg>
        <pc:spChg chg="add del mod">
          <ac:chgData name="Artyom Gnevnov" userId="2f0d4a8a008de216" providerId="LiveId" clId="{ABC6A44D-8163-4397-B9A5-88655D44B459}" dt="2026-03-17T10:59:38.966" v="161"/>
          <ac:spMkLst>
            <pc:docMk/>
            <pc:sldMk cId="975364586" sldId="264"/>
            <ac:spMk id="4" creationId="{DE9079ED-597D-4639-A738-B7D6E5AE80AA}"/>
          </ac:spMkLst>
        </pc:spChg>
      </pc:sldChg>
      <pc:sldChg chg="modSp new mod">
        <pc:chgData name="Artyom Gnevnov" userId="2f0d4a8a008de216" providerId="LiveId" clId="{ABC6A44D-8163-4397-B9A5-88655D44B459}" dt="2026-03-17T11:01:46.848" v="201" actId="12"/>
        <pc:sldMkLst>
          <pc:docMk/>
          <pc:sldMk cId="759166870" sldId="265"/>
        </pc:sldMkLst>
        <pc:spChg chg="mod">
          <ac:chgData name="Artyom Gnevnov" userId="2f0d4a8a008de216" providerId="LiveId" clId="{ABC6A44D-8163-4397-B9A5-88655D44B459}" dt="2026-03-17T11:01:08.603" v="190" actId="1076"/>
          <ac:spMkLst>
            <pc:docMk/>
            <pc:sldMk cId="759166870" sldId="265"/>
            <ac:spMk id="2" creationId="{6C8FD525-044D-4AFB-9481-483A830E613D}"/>
          </ac:spMkLst>
        </pc:spChg>
        <pc:spChg chg="mod">
          <ac:chgData name="Artyom Gnevnov" userId="2f0d4a8a008de216" providerId="LiveId" clId="{ABC6A44D-8163-4397-B9A5-88655D44B459}" dt="2026-03-17T11:01:46.848" v="201" actId="12"/>
          <ac:spMkLst>
            <pc:docMk/>
            <pc:sldMk cId="759166870" sldId="265"/>
            <ac:spMk id="3" creationId="{A3A2C152-0557-40EA-9A82-19459AF69C70}"/>
          </ac:spMkLst>
        </pc:spChg>
      </pc:sldChg>
      <pc:sldMasterChg chg="addSldLayout">
        <pc:chgData name="Artyom Gnevnov" userId="2f0d4a8a008de216" providerId="LiveId" clId="{ABC6A44D-8163-4397-B9A5-88655D44B459}" dt="2026-03-17T10:51:12.447" v="0" actId="680"/>
        <pc:sldMasterMkLst>
          <pc:docMk/>
          <pc:sldMasterMk cId="2880855040" sldId="2147483648"/>
        </pc:sldMasterMkLst>
        <pc:sldLayoutChg chg="add">
          <pc:chgData name="Artyom Gnevnov" userId="2f0d4a8a008de216" providerId="LiveId" clId="{ABC6A44D-8163-4397-B9A5-88655D44B459}" dt="2026-03-17T10:51:12.447" v="0" actId="680"/>
          <pc:sldLayoutMkLst>
            <pc:docMk/>
            <pc:sldMasterMk cId="2880855040" sldId="2147483648"/>
            <pc:sldLayoutMk cId="1501822286" sldId="214748364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E3B28F-4C60-43DE-86E5-AB9501907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3AECFBC-306F-437F-BAD9-85A9A7247F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822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08550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3C6714-ADD7-42F7-B941-65644A73C7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49552" y="239697"/>
            <a:ext cx="7501631" cy="2933492"/>
          </a:xfrm>
        </p:spPr>
        <p:txBody>
          <a:bodyPr/>
          <a:lstStyle/>
          <a:p>
            <a:r>
              <a:rPr lang="ru-RU" dirty="0"/>
              <a:t>Лауреат премии Тьюринга 1983 года — Кеннет Лейн Томпсон.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3016D3E-E5C6-4783-9296-2E2AFCDFF2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6030" y="3429000"/>
            <a:ext cx="3583619" cy="1655762"/>
          </a:xfrm>
        </p:spPr>
        <p:txBody>
          <a:bodyPr/>
          <a:lstStyle/>
          <a:p>
            <a:pPr algn="r"/>
            <a:r>
              <a:rPr lang="ru-RU" dirty="0"/>
              <a:t>Подготовил: Гневнов А.Е.</a:t>
            </a:r>
            <a:endParaRPr lang="en-US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5EB870EF-CDA6-47D6-BE1F-1A3690F124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839" y="442397"/>
            <a:ext cx="4264427" cy="4942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92600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27F36E-64FC-438F-B2E9-D3CE4548A8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19596"/>
            <a:ext cx="9144000" cy="1015338"/>
          </a:xfrm>
        </p:spPr>
        <p:txBody>
          <a:bodyPr/>
          <a:lstStyle/>
          <a:p>
            <a:r>
              <a:rPr lang="ru-RU" dirty="0"/>
              <a:t>Биография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12FA789-20B9-4133-9001-D829B04E62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4905" y="1970843"/>
            <a:ext cx="10153095" cy="3286957"/>
          </a:xfrm>
        </p:spPr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Образование: Калифорнийский университет в Беркли (UC </a:t>
            </a:r>
            <a:r>
              <a:rPr lang="ru-RU" dirty="0" err="1"/>
              <a:t>Berkeley</a:t>
            </a:r>
            <a:r>
              <a:rPr lang="ru-RU" dirty="0"/>
              <a:t>). Степень бакалавра (1965) и магистра (1966) в области электротехники и компьютерных наук.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Профессиональная деятельность: С 1966 года — сотрудник исследовательского центра Bell Laboratories (BTL).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Формирование научной школы: Работа в группе системных исследований вместе с Деннисом </a:t>
            </a:r>
            <a:r>
              <a:rPr lang="ru-RU" dirty="0" err="1"/>
              <a:t>Ритчи</a:t>
            </a:r>
            <a:r>
              <a:rPr lang="ru-RU" dirty="0"/>
              <a:t>, Джо Осанной и Дугласом </a:t>
            </a:r>
            <a:r>
              <a:rPr lang="ru-RU" dirty="0" err="1"/>
              <a:t>Макилроем</a:t>
            </a:r>
            <a:r>
              <a:rPr lang="ru-RU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9063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572BBF-8E77-4B1D-B192-12021D0F8E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12937"/>
            <a:ext cx="9144000" cy="1909763"/>
          </a:xfrm>
        </p:spPr>
        <p:txBody>
          <a:bodyPr/>
          <a:lstStyle/>
          <a:p>
            <a:r>
              <a:rPr lang="ru-RU" dirty="0"/>
              <a:t>Предпосылки создания </a:t>
            </a:r>
            <a:r>
              <a:rPr lang="en-US" dirty="0"/>
              <a:t>UNIX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5433564-2E83-411A-9F7A-B4ACC4CC44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287" y="2222700"/>
            <a:ext cx="10857391" cy="3254822"/>
          </a:xfrm>
        </p:spPr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Критика проекта </a:t>
            </a:r>
            <a:r>
              <a:rPr lang="ru-RU" dirty="0" err="1"/>
              <a:t>Multics</a:t>
            </a:r>
            <a:r>
              <a:rPr lang="ru-RU" dirty="0"/>
              <a:t>: Опыт работы над избыточно сложной и ресурсоемкой ОС </a:t>
            </a:r>
            <a:r>
              <a:rPr lang="ru-RU" dirty="0" err="1"/>
              <a:t>Multics</a:t>
            </a:r>
            <a:r>
              <a:rPr lang="ru-RU" dirty="0"/>
              <a:t> привел Томпсона к идее создания минималистичной, иерархической системы.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Технические ограничения: Первые версии системы разрабатывались для PDP-7 с жестким лимитом памяти (8 Кб), что продиктовало архитектурную лаконичность.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Результат: В 1969 году была реализована первая итерация UNIX, внедрившая древовидную файловую систему и концепцию процессов.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18706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043A1F-A627-40FB-9764-6F317F58F8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19596"/>
            <a:ext cx="9144000" cy="1805450"/>
          </a:xfrm>
        </p:spPr>
        <p:txBody>
          <a:bodyPr/>
          <a:lstStyle/>
          <a:p>
            <a:r>
              <a:rPr lang="ru-RU" dirty="0"/>
              <a:t>Архитектурные принципы </a:t>
            </a:r>
            <a:r>
              <a:rPr lang="en-US" dirty="0"/>
              <a:t>UNIX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A1BFCDA-83A5-42AC-877F-A91DD5A865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287" y="2290438"/>
            <a:ext cx="11683014" cy="4154749"/>
          </a:xfrm>
        </p:spPr>
        <p:txBody>
          <a:bodyPr/>
          <a:lstStyle/>
          <a:p>
            <a:pPr algn="just"/>
            <a:r>
              <a:rPr lang="ru-RU" dirty="0"/>
              <a:t>Вклад Томпсона в системное программирование зафиксирован в «Философии UNIX»: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Компонентный подход: Программы как специализированные инструменты, выполняющие одну атомарную задачу.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Механизм конвейеров (</a:t>
            </a:r>
            <a:r>
              <a:rPr lang="ru-RU" dirty="0" err="1"/>
              <a:t>Pipes</a:t>
            </a:r>
            <a:r>
              <a:rPr lang="ru-RU" dirty="0"/>
              <a:t>): Перенаправление стандартных потоков ввода-вывода для объединения утилит в сложные вычислительные цепочки.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Унификация данных: Представление любых объектов (файлов, устройств, сетевых сокетов) в виде неструктурированных байтовых потоков.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2426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4FB1EE-6072-417E-BDB8-D5A11C82CC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3062"/>
            <a:ext cx="9144000" cy="1743307"/>
          </a:xfrm>
        </p:spPr>
        <p:txBody>
          <a:bodyPr/>
          <a:lstStyle/>
          <a:p>
            <a:r>
              <a:rPr lang="ru-RU" dirty="0"/>
              <a:t>Разработка языков программирования (B и C)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06FBF48-3154-4BCD-9769-6FD519564A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7553" y="2512381"/>
            <a:ext cx="11079332" cy="3604334"/>
          </a:xfrm>
        </p:spPr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Язык B: Создан Томпсоном в 1969 году на базе BCPL. Являлся интерпретируемым, </a:t>
            </a:r>
            <a:r>
              <a:rPr lang="ru-RU" dirty="0" err="1"/>
              <a:t>бестиповым</a:t>
            </a:r>
            <a:r>
              <a:rPr lang="ru-RU" dirty="0"/>
              <a:t> языком для системных задач.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Переход к C: Ограничения языка B привели к сотрудничеству с Деннисом </a:t>
            </a:r>
            <a:r>
              <a:rPr lang="ru-RU" dirty="0" err="1"/>
              <a:t>Ритчи</a:t>
            </a:r>
            <a:r>
              <a:rPr lang="ru-RU" dirty="0"/>
              <a:t>. В 1973 году ядро UNIX было практически полностью переписано на языке C.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Значимость: Это событие ознаменовало отход от использования ассемблера и обеспечило переносимость (</a:t>
            </a:r>
            <a:r>
              <a:rPr lang="ru-RU" dirty="0" err="1"/>
              <a:t>portability</a:t>
            </a:r>
            <a:r>
              <a:rPr lang="ru-RU" dirty="0"/>
              <a:t>) операционных систем на различные аппаратные архитектуры.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34361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E6B3D2-3704-45C3-81E0-D20EE04D92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99494"/>
            <a:ext cx="9144000" cy="1734429"/>
          </a:xfrm>
        </p:spPr>
        <p:txBody>
          <a:bodyPr/>
          <a:lstStyle/>
          <a:p>
            <a:r>
              <a:rPr lang="ru-RU" dirty="0"/>
              <a:t>Теоретический вклад: Регулярные выражения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588A7D9-5F02-4C57-A703-906A24774C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5208" y="2503503"/>
            <a:ext cx="10910656" cy="3746377"/>
          </a:xfrm>
        </p:spPr>
        <p:txBody>
          <a:bodyPr/>
          <a:lstStyle/>
          <a:p>
            <a:pPr algn="just"/>
            <a:r>
              <a:rPr lang="ru-RU" dirty="0"/>
              <a:t>Кен Томпсон формализовал использование регулярных выражений в программировании: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Алгоритм построения Томпсона: Метод преобразования регулярного выражения в недетерминированный конечный автомат (NFA).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Практическая реализация: Внедрение механизмов поиска по шаблону в текстовые редакторы (QED, </a:t>
            </a:r>
            <a:r>
              <a:rPr lang="ru-RU" dirty="0" err="1"/>
              <a:t>ed</a:t>
            </a:r>
            <a:r>
              <a:rPr lang="ru-RU" dirty="0"/>
              <a:t>) и создание утилиты </a:t>
            </a:r>
            <a:r>
              <a:rPr lang="ru-RU" dirty="0" err="1"/>
              <a:t>grep</a:t>
            </a:r>
            <a:r>
              <a:rPr lang="ru-RU" dirty="0"/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Влияние: Наработки Томпсона легли в основу современных библиотек обработки текста и лексического анализа.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73985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9201C0-6388-46CB-B39A-6993E33F37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46229"/>
            <a:ext cx="9144000" cy="1734429"/>
          </a:xfrm>
        </p:spPr>
        <p:txBody>
          <a:bodyPr/>
          <a:lstStyle/>
          <a:p>
            <a:r>
              <a:rPr lang="ru-RU" dirty="0"/>
              <a:t>Кодировка UTF-8 и стандартизация данных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DA9B2A2-63A5-467B-A9E2-DCFFCA73C2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0718" y="2299317"/>
            <a:ext cx="10670960" cy="3737499"/>
          </a:xfrm>
        </p:spPr>
        <p:txBody>
          <a:bodyPr/>
          <a:lstStyle/>
          <a:p>
            <a:pPr algn="just"/>
            <a:r>
              <a:rPr lang="ru-RU" dirty="0"/>
              <a:t>В 1992 году Кен Томпсон (совместно с </a:t>
            </a:r>
            <a:r>
              <a:rPr lang="ru-RU" dirty="0" err="1"/>
              <a:t>Робом</a:t>
            </a:r>
            <a:r>
              <a:rPr lang="ru-RU" dirty="0"/>
              <a:t> Пайком) разработал схему кодирования UTF-8.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Технические преимущества: Обратная совместимость с ASCII, отсутствие байтов с нулевым значением внутри символов (безопасность для функций C-строк) и эффективное использование памяти.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Статус: В настоящее время UTF-8 является доминирующим стандартом кодирования символов в глобальной сети и программном обеспечении.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07319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D83FE8-31ED-4B58-8E37-ACF0ABC291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34596"/>
            <a:ext cx="9144000" cy="2387600"/>
          </a:xfrm>
        </p:spPr>
        <p:txBody>
          <a:bodyPr/>
          <a:lstStyle/>
          <a:p>
            <a:r>
              <a:rPr lang="en-US" dirty="0" err="1"/>
              <a:t>Премия</a:t>
            </a:r>
            <a:r>
              <a:rPr lang="en-US" dirty="0"/>
              <a:t> </a:t>
            </a:r>
            <a:r>
              <a:rPr lang="en-US" dirty="0" err="1"/>
              <a:t>Тьюринга</a:t>
            </a:r>
            <a:r>
              <a:rPr lang="en-US" dirty="0"/>
              <a:t> и "Reflections on Trusting Trust"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677D181-EB5F-4DCD-AE14-A853DB39D2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4185" y="2716567"/>
            <a:ext cx="10946167" cy="3613212"/>
          </a:xfrm>
        </p:spPr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Основание награды (1983): «За разработку общей теории операционных систем и, в частности, за создание ОС UNIX».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 err="1"/>
              <a:t>Тьюринговская</a:t>
            </a:r>
            <a:r>
              <a:rPr lang="ru-RU" dirty="0"/>
              <a:t> лекция: Доклад Томпсона поднял фундаментальный вопрос доверия к доверенным системам.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Атака на компилятор: Он продемонстрировал возможность внедрения скрытого кода (бэкдора) на уровне компилятора, который не обнаруживается в исходном коде программ. Это исследование признано классикой в области информационной безопасности.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98177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522E95-E7E0-405B-9CAA-66C4FD42C7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7452"/>
            <a:ext cx="9144000" cy="1814328"/>
          </a:xfrm>
        </p:spPr>
        <p:txBody>
          <a:bodyPr/>
          <a:lstStyle/>
          <a:p>
            <a:r>
              <a:rPr lang="ru-RU" dirty="0"/>
              <a:t>Современный этап: Google и язык Go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3953F5D-5D27-4386-B31E-7DB0E89ED8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451" y="2071779"/>
            <a:ext cx="10733103" cy="3876259"/>
          </a:xfrm>
        </p:spPr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Проектирование Go (2007–</a:t>
            </a:r>
            <a:r>
              <a:rPr lang="ru-RU" dirty="0" err="1"/>
              <a:t>н.в</a:t>
            </a:r>
            <a:r>
              <a:rPr lang="ru-RU" dirty="0"/>
              <a:t>.): Томпсон выступил соавтором языка Go, сфокусировавшись на эффективности компиляции, строгости типизации и встроенных механизмах параллельных вычислений.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Концепция: Язык Go стал ответом на возрастающую сложность системного ПО в эпоху облачных вычислений и </a:t>
            </a:r>
            <a:r>
              <a:rPr lang="ru-RU" dirty="0" err="1"/>
              <a:t>микросервисных</a:t>
            </a:r>
            <a:r>
              <a:rPr lang="ru-RU" dirty="0"/>
              <a:t> архитектур.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53645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8FD525-044D-4AFB-9481-483A830E61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99495"/>
            <a:ext cx="9144000" cy="864417"/>
          </a:xfrm>
        </p:spPr>
        <p:txBody>
          <a:bodyPr/>
          <a:lstStyle/>
          <a:p>
            <a:r>
              <a:rPr lang="ru-RU" dirty="0"/>
              <a:t>Заключение</a:t>
            </a:r>
            <a:endParaRPr lang="en-US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3A2C152-0557-40EA-9A82-19459AF69C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2862" y="1837678"/>
            <a:ext cx="10295138" cy="3420122"/>
          </a:xfrm>
        </p:spPr>
        <p:txBody>
          <a:bodyPr/>
          <a:lstStyle/>
          <a:p>
            <a:pPr algn="just"/>
            <a:r>
              <a:rPr lang="ru-RU" dirty="0"/>
              <a:t>Кеннет Томпсон оказал определяющее влияние на облик современных вычислений. Его вклад охватывает: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Системную архитектуру (UNIX).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Языки программирования (B, C, Go).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Алгоритмическую базу (Регулярные выражения).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Стандарты обмена данными (UTF-8).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916687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592</Words>
  <Application>Microsoft Office PowerPoint</Application>
  <PresentationFormat>Широкоэкранный</PresentationFormat>
  <Paragraphs>41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Тема Office</vt:lpstr>
      <vt:lpstr>Лауреат премии Тьюринга 1983 года — Кеннет Лейн Томпсон.</vt:lpstr>
      <vt:lpstr>Биография</vt:lpstr>
      <vt:lpstr>Предпосылки создания UNIX</vt:lpstr>
      <vt:lpstr>Архитектурные принципы UNIX</vt:lpstr>
      <vt:lpstr>Разработка языков программирования (B и C)</vt:lpstr>
      <vt:lpstr>Теоретический вклад: Регулярные выражения</vt:lpstr>
      <vt:lpstr>Кодировка UTF-8 и стандартизация данных</vt:lpstr>
      <vt:lpstr>Премия Тьюринга и "Reflections on Trusting Trust"</vt:lpstr>
      <vt:lpstr>Современный этап: Google и язык Go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Лауреат премии Тьюринга 1983 года — Кеннет Лейн Томпсон.</dc:title>
  <dc:creator>Artyom Gnevnov</dc:creator>
  <cp:lastModifiedBy>Artyom Gnevnov</cp:lastModifiedBy>
  <cp:revision>1</cp:revision>
  <dcterms:created xsi:type="dcterms:W3CDTF">2026-03-17T10:51:00Z</dcterms:created>
  <dcterms:modified xsi:type="dcterms:W3CDTF">2026-03-17T11:02:48Z</dcterms:modified>
</cp:coreProperties>
</file>