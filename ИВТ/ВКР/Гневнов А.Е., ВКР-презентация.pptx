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59" r:id="rId6"/>
    <p:sldId id="268" r:id="rId7"/>
    <p:sldId id="269" r:id="rId8"/>
    <p:sldId id="270" r:id="rId9"/>
    <p:sldId id="271" r:id="rId10"/>
    <p:sldId id="260" r:id="rId11"/>
    <p:sldId id="264" r:id="rId12"/>
    <p:sldId id="265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E3027DB8-8939-45B7-9410-08343DA6A218}"/>
    <pc:docChg chg="undo redo custSel modSld">
      <pc:chgData name="Artyom Gnevnov" userId="2f0d4a8a008de216" providerId="LiveId" clId="{E3027DB8-8939-45B7-9410-08343DA6A218}" dt="2026-05-25T17:13:05.858" v="374" actId="1076"/>
      <pc:docMkLst>
        <pc:docMk/>
      </pc:docMkLst>
      <pc:sldChg chg="modSp mod">
        <pc:chgData name="Artyom Gnevnov" userId="2f0d4a8a008de216" providerId="LiveId" clId="{E3027DB8-8939-45B7-9410-08343DA6A218}" dt="2026-05-25T16:34:26.587" v="106" actId="20577"/>
        <pc:sldMkLst>
          <pc:docMk/>
          <pc:sldMk cId="0" sldId="256"/>
        </pc:sldMkLst>
        <pc:spChg chg="mod">
          <ac:chgData name="Artyom Gnevnov" userId="2f0d4a8a008de216" providerId="LiveId" clId="{E3027DB8-8939-45B7-9410-08343DA6A218}" dt="2026-05-25T16:33:29.087" v="37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Artyom Gnevnov" userId="2f0d4a8a008de216" providerId="LiveId" clId="{E3027DB8-8939-45B7-9410-08343DA6A218}" dt="2026-05-25T16:34:26.587" v="106" actId="20577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Artyom Gnevnov" userId="2f0d4a8a008de216" providerId="LiveId" clId="{E3027DB8-8939-45B7-9410-08343DA6A218}" dt="2026-05-25T16:45:53.324" v="147" actId="20577"/>
        <pc:sldMkLst>
          <pc:docMk/>
          <pc:sldMk cId="0" sldId="257"/>
        </pc:sldMkLst>
        <pc:spChg chg="mod">
          <ac:chgData name="Artyom Gnevnov" userId="2f0d4a8a008de216" providerId="LiveId" clId="{E3027DB8-8939-45B7-9410-08343DA6A218}" dt="2026-05-25T16:45:53.324" v="147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Artyom Gnevnov" userId="2f0d4a8a008de216" providerId="LiveId" clId="{E3027DB8-8939-45B7-9410-08343DA6A218}" dt="2026-05-25T16:50:26.516" v="242" actId="1076"/>
        <pc:sldMkLst>
          <pc:docMk/>
          <pc:sldMk cId="0" sldId="258"/>
        </pc:sldMkLst>
        <pc:spChg chg="mod">
          <ac:chgData name="Artyom Gnevnov" userId="2f0d4a8a008de216" providerId="LiveId" clId="{E3027DB8-8939-45B7-9410-08343DA6A218}" dt="2026-05-25T16:50:24.202" v="241" actId="1076"/>
          <ac:spMkLst>
            <pc:docMk/>
            <pc:sldMk cId="0" sldId="258"/>
            <ac:spMk id="67" creationId="{00000000-0000-0000-0000-000000000000}"/>
          </ac:spMkLst>
        </pc:spChg>
        <pc:spChg chg="mod">
          <ac:chgData name="Artyom Gnevnov" userId="2f0d4a8a008de216" providerId="LiveId" clId="{E3027DB8-8939-45B7-9410-08343DA6A218}" dt="2026-05-25T16:50:26.516" v="242" actId="1076"/>
          <ac:spMkLst>
            <pc:docMk/>
            <pc:sldMk cId="0" sldId="258"/>
            <ac:spMk id="68" creationId="{00000000-0000-0000-0000-000000000000}"/>
          </ac:spMkLst>
        </pc:spChg>
      </pc:sldChg>
      <pc:sldChg chg="modSp mod">
        <pc:chgData name="Artyom Gnevnov" userId="2f0d4a8a008de216" providerId="LiveId" clId="{E3027DB8-8939-45B7-9410-08343DA6A218}" dt="2026-05-25T16:51:52.344" v="273" actId="12"/>
        <pc:sldMkLst>
          <pc:docMk/>
          <pc:sldMk cId="0" sldId="259"/>
        </pc:sldMkLst>
        <pc:spChg chg="mod">
          <ac:chgData name="Artyom Gnevnov" userId="2f0d4a8a008de216" providerId="LiveId" clId="{E3027DB8-8939-45B7-9410-08343DA6A218}" dt="2026-05-25T16:51:52.344" v="273" actId="12"/>
          <ac:spMkLst>
            <pc:docMk/>
            <pc:sldMk cId="0" sldId="259"/>
            <ac:spMk id="75" creationId="{00000000-0000-0000-0000-000000000000}"/>
          </ac:spMkLst>
        </pc:spChg>
      </pc:sldChg>
      <pc:sldChg chg="addSp delSp modSp mod">
        <pc:chgData name="Artyom Gnevnov" userId="2f0d4a8a008de216" providerId="LiveId" clId="{E3027DB8-8939-45B7-9410-08343DA6A218}" dt="2026-05-25T16:53:31.450" v="291" actId="2164"/>
        <pc:sldMkLst>
          <pc:docMk/>
          <pc:sldMk cId="0" sldId="260"/>
        </pc:sldMkLst>
        <pc:spChg chg="add del mod">
          <ac:chgData name="Artyom Gnevnov" userId="2f0d4a8a008de216" providerId="LiveId" clId="{E3027DB8-8939-45B7-9410-08343DA6A218}" dt="2026-05-25T16:53:30.606" v="289" actId="478"/>
          <ac:spMkLst>
            <pc:docMk/>
            <pc:sldMk cId="0" sldId="260"/>
            <ac:spMk id="82" creationId="{00000000-0000-0000-0000-000000000000}"/>
          </ac:spMkLst>
        </pc:spChg>
        <pc:graphicFrameChg chg="add mod modGraphic">
          <ac:chgData name="Artyom Gnevnov" userId="2f0d4a8a008de216" providerId="LiveId" clId="{E3027DB8-8939-45B7-9410-08343DA6A218}" dt="2026-05-25T16:53:31.450" v="291" actId="2164"/>
          <ac:graphicFrameMkLst>
            <pc:docMk/>
            <pc:sldMk cId="0" sldId="260"/>
            <ac:graphicFrameMk id="2" creationId="{75F2F52D-10F4-4882-B44A-475A7C4890B3}"/>
          </ac:graphicFrameMkLst>
        </pc:graphicFrameChg>
      </pc:sldChg>
      <pc:sldChg chg="modSp mod">
        <pc:chgData name="Artyom Gnevnov" userId="2f0d4a8a008de216" providerId="LiveId" clId="{E3027DB8-8939-45B7-9410-08343DA6A218}" dt="2026-05-25T16:58:57.898" v="334" actId="14100"/>
        <pc:sldMkLst>
          <pc:docMk/>
          <pc:sldMk cId="0" sldId="264"/>
        </pc:sldMkLst>
        <pc:spChg chg="mod">
          <ac:chgData name="Artyom Gnevnov" userId="2f0d4a8a008de216" providerId="LiveId" clId="{E3027DB8-8939-45B7-9410-08343DA6A218}" dt="2026-05-25T16:58:57.898" v="334" actId="14100"/>
          <ac:spMkLst>
            <pc:docMk/>
            <pc:sldMk cId="0" sldId="264"/>
            <ac:spMk id="109" creationId="{00000000-0000-0000-0000-000000000000}"/>
          </ac:spMkLst>
        </pc:spChg>
      </pc:sldChg>
      <pc:sldChg chg="addSp delSp modSp mod">
        <pc:chgData name="Artyom Gnevnov" userId="2f0d4a8a008de216" providerId="LiveId" clId="{E3027DB8-8939-45B7-9410-08343DA6A218}" dt="2026-05-25T17:13:05.858" v="374" actId="1076"/>
        <pc:sldMkLst>
          <pc:docMk/>
          <pc:sldMk cId="0" sldId="265"/>
        </pc:sldMkLst>
        <pc:spChg chg="add del mod">
          <ac:chgData name="Artyom Gnevnov" userId="2f0d4a8a008de216" providerId="LiveId" clId="{E3027DB8-8939-45B7-9410-08343DA6A218}" dt="2026-05-25T17:12:59.324" v="373" actId="14100"/>
          <ac:spMkLst>
            <pc:docMk/>
            <pc:sldMk cId="0" sldId="265"/>
            <ac:spMk id="115" creationId="{00000000-0000-0000-0000-000000000000}"/>
          </ac:spMkLst>
        </pc:spChg>
        <pc:picChg chg="add del mod">
          <ac:chgData name="Artyom Gnevnov" userId="2f0d4a8a008de216" providerId="LiveId" clId="{E3027DB8-8939-45B7-9410-08343DA6A218}" dt="2026-05-25T17:12:28.256" v="363" actId="22"/>
          <ac:picMkLst>
            <pc:docMk/>
            <pc:sldMk cId="0" sldId="265"/>
            <ac:picMk id="3" creationId="{DADC09F5-F0C3-44F7-9524-22282B64EB5B}"/>
          </ac:picMkLst>
        </pc:picChg>
        <pc:picChg chg="add del">
          <ac:chgData name="Artyom Gnevnov" userId="2f0d4a8a008de216" providerId="LiveId" clId="{E3027DB8-8939-45B7-9410-08343DA6A218}" dt="2026-05-25T17:12:26.653" v="359" actId="22"/>
          <ac:picMkLst>
            <pc:docMk/>
            <pc:sldMk cId="0" sldId="265"/>
            <ac:picMk id="5" creationId="{BDC827C6-EB16-4E51-856C-8D92DB3228F2}"/>
          </ac:picMkLst>
        </pc:picChg>
        <pc:picChg chg="add del mod">
          <ac:chgData name="Artyom Gnevnov" userId="2f0d4a8a008de216" providerId="LiveId" clId="{E3027DB8-8939-45B7-9410-08343DA6A218}" dt="2026-05-25T17:12:25.503" v="357" actId="22"/>
          <ac:picMkLst>
            <pc:docMk/>
            <pc:sldMk cId="0" sldId="265"/>
            <ac:picMk id="7" creationId="{1CCA552C-B256-4D09-A655-5CDCCA4BEA2B}"/>
          </ac:picMkLst>
        </pc:picChg>
        <pc:picChg chg="add mod">
          <ac:chgData name="Artyom Gnevnov" userId="2f0d4a8a008de216" providerId="LiveId" clId="{E3027DB8-8939-45B7-9410-08343DA6A218}" dt="2026-05-25T17:13:05.858" v="374" actId="1076"/>
          <ac:picMkLst>
            <pc:docMk/>
            <pc:sldMk cId="0" sldId="265"/>
            <ac:picMk id="9" creationId="{773FD012-07D0-47BF-92F5-75B788B46DC1}"/>
          </ac:picMkLst>
        </pc:picChg>
      </pc:sldChg>
      <pc:sldChg chg="modSp mod">
        <pc:chgData name="Artyom Gnevnov" userId="2f0d4a8a008de216" providerId="LiveId" clId="{E3027DB8-8939-45B7-9410-08343DA6A218}" dt="2026-05-25T16:47:30.425" v="175" actId="948"/>
        <pc:sldMkLst>
          <pc:docMk/>
          <pc:sldMk cId="1382427228" sldId="266"/>
        </pc:sldMkLst>
        <pc:spChg chg="mod">
          <ac:chgData name="Artyom Gnevnov" userId="2f0d4a8a008de216" providerId="LiveId" clId="{E3027DB8-8939-45B7-9410-08343DA6A218}" dt="2026-05-25T16:46:26.226" v="168" actId="20577"/>
          <ac:spMkLst>
            <pc:docMk/>
            <pc:sldMk cId="1382427228" sldId="266"/>
            <ac:spMk id="60" creationId="{00000000-0000-0000-0000-000000000000}"/>
          </ac:spMkLst>
        </pc:spChg>
        <pc:spChg chg="mod">
          <ac:chgData name="Artyom Gnevnov" userId="2f0d4a8a008de216" providerId="LiveId" clId="{E3027DB8-8939-45B7-9410-08343DA6A218}" dt="2026-05-25T16:47:30.425" v="175" actId="948"/>
          <ac:spMkLst>
            <pc:docMk/>
            <pc:sldMk cId="1382427228" sldId="266"/>
            <ac:spMk id="61" creationId="{00000000-0000-0000-0000-000000000000}"/>
          </ac:spMkLst>
        </pc:spChg>
      </pc:sldChg>
    </pc:docChg>
  </pc:docChgLst>
  <pc:docChgLst>
    <pc:chgData name="Artyom Gnevnov" userId="2f0d4a8a008de216" providerId="LiveId" clId="{6D6E26C1-95B4-4AFC-9A01-55F6C69F82E0}"/>
    <pc:docChg chg="undo redo custSel addSld delSld modSld">
      <pc:chgData name="Artyom Gnevnov" userId="2f0d4a8a008de216" providerId="LiveId" clId="{6D6E26C1-95B4-4AFC-9A01-55F6C69F82E0}" dt="2026-06-09T19:53:04.047" v="593" actId="1076"/>
      <pc:docMkLst>
        <pc:docMk/>
      </pc:docMkLst>
      <pc:sldChg chg="modSp mod">
        <pc:chgData name="Artyom Gnevnov" userId="2f0d4a8a008de216" providerId="LiveId" clId="{6D6E26C1-95B4-4AFC-9A01-55F6C69F82E0}" dt="2026-06-09T19:35:41.674" v="573" actId="20577"/>
        <pc:sldMkLst>
          <pc:docMk/>
          <pc:sldMk cId="0" sldId="257"/>
        </pc:sldMkLst>
        <pc:spChg chg="mod">
          <ac:chgData name="Artyom Gnevnov" userId="2f0d4a8a008de216" providerId="LiveId" clId="{6D6E26C1-95B4-4AFC-9A01-55F6C69F82E0}" dt="2026-06-09T19:35:00.765" v="570" actId="1076"/>
          <ac:spMkLst>
            <pc:docMk/>
            <pc:sldMk cId="0" sldId="257"/>
            <ac:spMk id="60" creationId="{00000000-0000-0000-0000-000000000000}"/>
          </ac:spMkLst>
        </pc:spChg>
        <pc:spChg chg="mod">
          <ac:chgData name="Artyom Gnevnov" userId="2f0d4a8a008de216" providerId="LiveId" clId="{6D6E26C1-95B4-4AFC-9A01-55F6C69F82E0}" dt="2026-06-09T19:35:41.674" v="573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Artyom Gnevnov" userId="2f0d4a8a008de216" providerId="LiveId" clId="{6D6E26C1-95B4-4AFC-9A01-55F6C69F82E0}" dt="2026-06-09T19:34:54.813" v="568" actId="404"/>
        <pc:sldMkLst>
          <pc:docMk/>
          <pc:sldMk cId="0" sldId="258"/>
        </pc:sldMkLst>
        <pc:spChg chg="mod">
          <ac:chgData name="Artyom Gnevnov" userId="2f0d4a8a008de216" providerId="LiveId" clId="{6D6E26C1-95B4-4AFC-9A01-55F6C69F82E0}" dt="2026-06-09T19:34:54.813" v="568" actId="404"/>
          <ac:spMkLst>
            <pc:docMk/>
            <pc:sldMk cId="0" sldId="258"/>
            <ac:spMk id="67" creationId="{00000000-0000-0000-0000-000000000000}"/>
          </ac:spMkLst>
        </pc:spChg>
      </pc:sldChg>
      <pc:sldChg chg="addSp delSp modSp mod">
        <pc:chgData name="Artyom Gnevnov" userId="2f0d4a8a008de216" providerId="LiveId" clId="{6D6E26C1-95B4-4AFC-9A01-55F6C69F82E0}" dt="2026-06-09T19:33:24.465" v="547" actId="2711"/>
        <pc:sldMkLst>
          <pc:docMk/>
          <pc:sldMk cId="0" sldId="260"/>
        </pc:sldMkLst>
        <pc:spChg chg="add del">
          <ac:chgData name="Artyom Gnevnov" userId="2f0d4a8a008de216" providerId="LiveId" clId="{6D6E26C1-95B4-4AFC-9A01-55F6C69F82E0}" dt="2026-06-09T19:18:28.296" v="373" actId="22"/>
          <ac:spMkLst>
            <pc:docMk/>
            <pc:sldMk cId="0" sldId="260"/>
            <ac:spMk id="8" creationId="{286AED30-FBE5-4595-896B-C810F22F142F}"/>
          </ac:spMkLst>
        </pc:spChg>
        <pc:spChg chg="add mod">
          <ac:chgData name="Artyom Gnevnov" userId="2f0d4a8a008de216" providerId="LiveId" clId="{6D6E26C1-95B4-4AFC-9A01-55F6C69F82E0}" dt="2026-06-09T19:20:41.727" v="406" actId="1076"/>
          <ac:spMkLst>
            <pc:docMk/>
            <pc:sldMk cId="0" sldId="260"/>
            <ac:spMk id="10" creationId="{87C9748E-14DE-45C4-889E-9ACBEB9EA3FC}"/>
          </ac:spMkLst>
        </pc:spChg>
        <pc:spChg chg="add del">
          <ac:chgData name="Artyom Gnevnov" userId="2f0d4a8a008de216" providerId="LiveId" clId="{6D6E26C1-95B4-4AFC-9A01-55F6C69F82E0}" dt="2026-06-09T19:18:47.524" v="377" actId="22"/>
          <ac:spMkLst>
            <pc:docMk/>
            <pc:sldMk cId="0" sldId="260"/>
            <ac:spMk id="12" creationId="{C9255A80-5364-467B-815F-C2009047FF90}"/>
          </ac:spMkLst>
        </pc:spChg>
        <pc:spChg chg="add mod">
          <ac:chgData name="Artyom Gnevnov" userId="2f0d4a8a008de216" providerId="LiveId" clId="{6D6E26C1-95B4-4AFC-9A01-55F6C69F82E0}" dt="2026-06-09T19:19:49.844" v="397" actId="1076"/>
          <ac:spMkLst>
            <pc:docMk/>
            <pc:sldMk cId="0" sldId="260"/>
            <ac:spMk id="14" creationId="{BD383A0A-841C-4CB3-ADBD-912AE2AEE45F}"/>
          </ac:spMkLst>
        </pc:spChg>
        <pc:spChg chg="mod">
          <ac:chgData name="Artyom Gnevnov" userId="2f0d4a8a008de216" providerId="LiveId" clId="{6D6E26C1-95B4-4AFC-9A01-55F6C69F82E0}" dt="2026-06-09T19:15:32.023" v="351"/>
          <ac:spMkLst>
            <pc:docMk/>
            <pc:sldMk cId="0" sldId="260"/>
            <ac:spMk id="81" creationId="{00000000-0000-0000-0000-000000000000}"/>
          </ac:spMkLst>
        </pc:spChg>
        <pc:spChg chg="mod">
          <ac:chgData name="Artyom Gnevnov" userId="2f0d4a8a008de216" providerId="LiveId" clId="{6D6E26C1-95B4-4AFC-9A01-55F6C69F82E0}" dt="2026-06-09T19:20:45.497" v="407" actId="1076"/>
          <ac:spMkLst>
            <pc:docMk/>
            <pc:sldMk cId="0" sldId="260"/>
            <ac:spMk id="82" creationId="{00000000-0000-0000-0000-000000000000}"/>
          </ac:spMkLst>
        </pc:spChg>
        <pc:graphicFrameChg chg="del mod modGraphic">
          <ac:chgData name="Artyom Gnevnov" userId="2f0d4a8a008de216" providerId="LiveId" clId="{6D6E26C1-95B4-4AFC-9A01-55F6C69F82E0}" dt="2026-06-09T19:14:29.642" v="341" actId="21"/>
          <ac:graphicFrameMkLst>
            <pc:docMk/>
            <pc:sldMk cId="0" sldId="260"/>
            <ac:graphicFrameMk id="2" creationId="{75F2F52D-10F4-4882-B44A-475A7C4890B3}"/>
          </ac:graphicFrameMkLst>
        </pc:graphicFrameChg>
        <pc:graphicFrameChg chg="add mod modGraphic">
          <ac:chgData name="Artyom Gnevnov" userId="2f0d4a8a008de216" providerId="LiveId" clId="{6D6E26C1-95B4-4AFC-9A01-55F6C69F82E0}" dt="2026-06-09T19:33:24.465" v="547" actId="2711"/>
          <ac:graphicFrameMkLst>
            <pc:docMk/>
            <pc:sldMk cId="0" sldId="260"/>
            <ac:graphicFrameMk id="3" creationId="{E2F25B01-B38B-489F-A528-3B556DC462E4}"/>
          </ac:graphicFrameMkLst>
        </pc:graphicFrameChg>
      </pc:sldChg>
      <pc:sldChg chg="addSp delSp modSp mod">
        <pc:chgData name="Artyom Gnevnov" userId="2f0d4a8a008de216" providerId="LiveId" clId="{6D6E26C1-95B4-4AFC-9A01-55F6C69F82E0}" dt="2026-06-09T19:32:35.133" v="546" actId="20577"/>
        <pc:sldMkLst>
          <pc:docMk/>
          <pc:sldMk cId="0" sldId="264"/>
        </pc:sldMkLst>
        <pc:spChg chg="add del mod">
          <ac:chgData name="Artyom Gnevnov" userId="2f0d4a8a008de216" providerId="LiveId" clId="{6D6E26C1-95B4-4AFC-9A01-55F6C69F82E0}" dt="2026-06-09T19:22:46.749" v="417" actId="478"/>
          <ac:spMkLst>
            <pc:docMk/>
            <pc:sldMk cId="0" sldId="264"/>
            <ac:spMk id="3" creationId="{15598B52-4B4C-4D29-A6C4-FE775463F435}"/>
          </ac:spMkLst>
        </pc:spChg>
        <pc:spChg chg="add mod">
          <ac:chgData name="Artyom Gnevnov" userId="2f0d4a8a008de216" providerId="LiveId" clId="{6D6E26C1-95B4-4AFC-9A01-55F6C69F82E0}" dt="2026-06-09T19:32:35.133" v="546" actId="20577"/>
          <ac:spMkLst>
            <pc:docMk/>
            <pc:sldMk cId="0" sldId="264"/>
            <ac:spMk id="9" creationId="{FEABB24A-47BB-45B2-BF90-8A7F361CC2D4}"/>
          </ac:spMkLst>
        </pc:spChg>
        <pc:spChg chg="add mod">
          <ac:chgData name="Artyom Gnevnov" userId="2f0d4a8a008de216" providerId="LiveId" clId="{6D6E26C1-95B4-4AFC-9A01-55F6C69F82E0}" dt="2026-06-09T19:24:28.203" v="441" actId="1076"/>
          <ac:spMkLst>
            <pc:docMk/>
            <pc:sldMk cId="0" sldId="264"/>
            <ac:spMk id="11" creationId="{9B6CEDC5-E8AC-4608-AC9D-0B5A09FAB3DF}"/>
          </ac:spMkLst>
        </pc:spChg>
        <pc:spChg chg="mod">
          <ac:chgData name="Artyom Gnevnov" userId="2f0d4a8a008de216" providerId="LiveId" clId="{6D6E26C1-95B4-4AFC-9A01-55F6C69F82E0}" dt="2026-06-09T19:21:10.014" v="415" actId="2711"/>
          <ac:spMkLst>
            <pc:docMk/>
            <pc:sldMk cId="0" sldId="264"/>
            <ac:spMk id="108" creationId="{00000000-0000-0000-0000-000000000000}"/>
          </ac:spMkLst>
        </pc:spChg>
        <pc:spChg chg="del">
          <ac:chgData name="Artyom Gnevnov" userId="2f0d4a8a008de216" providerId="LiveId" clId="{6D6E26C1-95B4-4AFC-9A01-55F6C69F82E0}" dt="2026-06-09T19:22:44.202" v="416" actId="478"/>
          <ac:spMkLst>
            <pc:docMk/>
            <pc:sldMk cId="0" sldId="264"/>
            <ac:spMk id="109" creationId="{00000000-0000-0000-0000-000000000000}"/>
          </ac:spMkLst>
        </pc:spChg>
        <pc:graphicFrameChg chg="add del mod modGraphic">
          <ac:chgData name="Artyom Gnevnov" userId="2f0d4a8a008de216" providerId="LiveId" clId="{6D6E26C1-95B4-4AFC-9A01-55F6C69F82E0}" dt="2026-06-09T19:26:47.397" v="491" actId="478"/>
          <ac:graphicFrameMkLst>
            <pc:docMk/>
            <pc:sldMk cId="0" sldId="264"/>
            <ac:graphicFrameMk id="4" creationId="{05F4E1EF-56BF-41D6-9085-7E83C7FE6A49}"/>
          </ac:graphicFrameMkLst>
        </pc:graphicFrameChg>
        <pc:graphicFrameChg chg="add del mod">
          <ac:chgData name="Artyom Gnevnov" userId="2f0d4a8a008de216" providerId="LiveId" clId="{6D6E26C1-95B4-4AFC-9A01-55F6C69F82E0}" dt="2026-06-09T19:26:05.788" v="459"/>
          <ac:graphicFrameMkLst>
            <pc:docMk/>
            <pc:sldMk cId="0" sldId="264"/>
            <ac:graphicFrameMk id="7" creationId="{C40F7D88-797F-44C0-82F9-FAA3A69762D6}"/>
          </ac:graphicFrameMkLst>
        </pc:graphicFrameChg>
        <pc:graphicFrameChg chg="add mod modGraphic">
          <ac:chgData name="Artyom Gnevnov" userId="2f0d4a8a008de216" providerId="LiveId" clId="{6D6E26C1-95B4-4AFC-9A01-55F6C69F82E0}" dt="2026-06-09T19:32:18.747" v="545" actId="14734"/>
          <ac:graphicFrameMkLst>
            <pc:docMk/>
            <pc:sldMk cId="0" sldId="264"/>
            <ac:graphicFrameMk id="8" creationId="{138F450C-94EE-4279-BDBB-63C7C3D5C6D3}"/>
          </ac:graphicFrameMkLst>
        </pc:graphicFrameChg>
        <pc:graphicFrameChg chg="add del mod">
          <ac:chgData name="Artyom Gnevnov" userId="2f0d4a8a008de216" providerId="LiveId" clId="{6D6E26C1-95B4-4AFC-9A01-55F6C69F82E0}" dt="2026-06-09T19:30:21.215" v="524"/>
          <ac:graphicFrameMkLst>
            <pc:docMk/>
            <pc:sldMk cId="0" sldId="264"/>
            <ac:graphicFrameMk id="10" creationId="{2418CF40-5632-4CD8-B1FF-2489DFA7437C}"/>
          </ac:graphicFrameMkLst>
        </pc:graphicFrameChg>
        <pc:graphicFrameChg chg="add mod modGraphic">
          <ac:chgData name="Artyom Gnevnov" userId="2f0d4a8a008de216" providerId="LiveId" clId="{6D6E26C1-95B4-4AFC-9A01-55F6C69F82E0}" dt="2026-06-09T19:32:06.143" v="543" actId="14734"/>
          <ac:graphicFrameMkLst>
            <pc:docMk/>
            <pc:sldMk cId="0" sldId="264"/>
            <ac:graphicFrameMk id="12" creationId="{B7213E8E-18D2-4A70-B290-673EA43BEF00}"/>
          </ac:graphicFrameMkLst>
        </pc:graphicFrameChg>
      </pc:sldChg>
      <pc:sldChg chg="addSp delSp modSp mod">
        <pc:chgData name="Artyom Gnevnov" userId="2f0d4a8a008de216" providerId="LiveId" clId="{6D6E26C1-95B4-4AFC-9A01-55F6C69F82E0}" dt="2026-06-09T19:53:04.047" v="593" actId="1076"/>
        <pc:sldMkLst>
          <pc:docMk/>
          <pc:sldMk cId="0" sldId="265"/>
        </pc:sldMkLst>
        <pc:spChg chg="mod">
          <ac:chgData name="Artyom Gnevnov" userId="2f0d4a8a008de216" providerId="LiveId" clId="{6D6E26C1-95B4-4AFC-9A01-55F6C69F82E0}" dt="2026-06-09T19:52:52.206" v="588" actId="1076"/>
          <ac:spMkLst>
            <pc:docMk/>
            <pc:sldMk cId="0" sldId="265"/>
            <ac:spMk id="115" creationId="{00000000-0000-0000-0000-000000000000}"/>
          </ac:spMkLst>
        </pc:spChg>
        <pc:picChg chg="add mod">
          <ac:chgData name="Artyom Gnevnov" userId="2f0d4a8a008de216" providerId="LiveId" clId="{6D6E26C1-95B4-4AFC-9A01-55F6C69F82E0}" dt="2026-06-09T19:53:04.047" v="593" actId="1076"/>
          <ac:picMkLst>
            <pc:docMk/>
            <pc:sldMk cId="0" sldId="265"/>
            <ac:picMk id="3" creationId="{4B7FDA05-17AC-4DB0-B0D6-94FB3C463705}"/>
          </ac:picMkLst>
        </pc:picChg>
        <pc:picChg chg="del">
          <ac:chgData name="Artyom Gnevnov" userId="2f0d4a8a008de216" providerId="LiveId" clId="{6D6E26C1-95B4-4AFC-9A01-55F6C69F82E0}" dt="2026-06-09T19:52:27.076" v="578" actId="478"/>
          <ac:picMkLst>
            <pc:docMk/>
            <pc:sldMk cId="0" sldId="265"/>
            <ac:picMk id="9" creationId="{773FD012-07D0-47BF-92F5-75B788B46DC1}"/>
          </ac:picMkLst>
        </pc:picChg>
      </pc:sldChg>
      <pc:sldChg chg="modSp mod">
        <pc:chgData name="Artyom Gnevnov" userId="2f0d4a8a008de216" providerId="LiveId" clId="{6D6E26C1-95B4-4AFC-9A01-55F6C69F82E0}" dt="2026-06-09T19:36:05.072" v="577" actId="14100"/>
        <pc:sldMkLst>
          <pc:docMk/>
          <pc:sldMk cId="1382427228" sldId="266"/>
        </pc:sldMkLst>
        <pc:spChg chg="mod">
          <ac:chgData name="Artyom Gnevnov" userId="2f0d4a8a008de216" providerId="LiveId" clId="{6D6E26C1-95B4-4AFC-9A01-55F6C69F82E0}" dt="2026-06-09T19:36:03.154" v="576" actId="404"/>
          <ac:spMkLst>
            <pc:docMk/>
            <pc:sldMk cId="1382427228" sldId="266"/>
            <ac:spMk id="60" creationId="{00000000-0000-0000-0000-000000000000}"/>
          </ac:spMkLst>
        </pc:spChg>
        <pc:spChg chg="mod">
          <ac:chgData name="Artyom Gnevnov" userId="2f0d4a8a008de216" providerId="LiveId" clId="{6D6E26C1-95B4-4AFC-9A01-55F6C69F82E0}" dt="2026-06-09T19:36:05.072" v="577" actId="14100"/>
          <ac:spMkLst>
            <pc:docMk/>
            <pc:sldMk cId="1382427228" sldId="266"/>
            <ac:spMk id="61" creationId="{00000000-0000-0000-0000-000000000000}"/>
          </ac:spMkLst>
        </pc:spChg>
      </pc:sldChg>
      <pc:sldChg chg="addSp modSp new del mod">
        <pc:chgData name="Artyom Gnevnov" userId="2f0d4a8a008de216" providerId="LiveId" clId="{6D6E26C1-95B4-4AFC-9A01-55F6C69F82E0}" dt="2026-06-09T19:14:12.731" v="337" actId="47"/>
        <pc:sldMkLst>
          <pc:docMk/>
          <pc:sldMk cId="3901671703" sldId="267"/>
        </pc:sldMkLst>
        <pc:spChg chg="mod">
          <ac:chgData name="Artyom Gnevnov" userId="2f0d4a8a008de216" providerId="LiveId" clId="{6D6E26C1-95B4-4AFC-9A01-55F6C69F82E0}" dt="2026-06-09T15:32:36.121" v="86" actId="20577"/>
          <ac:spMkLst>
            <pc:docMk/>
            <pc:sldMk cId="3901671703" sldId="267"/>
            <ac:spMk id="2" creationId="{948A8F9E-FA54-417D-892F-A4FC997C0184}"/>
          </ac:spMkLst>
        </pc:spChg>
        <pc:spChg chg="mod">
          <ac:chgData name="Artyom Gnevnov" userId="2f0d4a8a008de216" providerId="LiveId" clId="{6D6E26C1-95B4-4AFC-9A01-55F6C69F82E0}" dt="2026-06-09T15:34:35.292" v="116" actId="14100"/>
          <ac:spMkLst>
            <pc:docMk/>
            <pc:sldMk cId="3901671703" sldId="267"/>
            <ac:spMk id="3" creationId="{A829AD12-D0EA-49CD-8E13-57AA02993E90}"/>
          </ac:spMkLst>
        </pc:spChg>
        <pc:picChg chg="add mod">
          <ac:chgData name="Artyom Gnevnov" userId="2f0d4a8a008de216" providerId="LiveId" clId="{6D6E26C1-95B4-4AFC-9A01-55F6C69F82E0}" dt="2026-06-09T15:34:32.196" v="115" actId="1076"/>
          <ac:picMkLst>
            <pc:docMk/>
            <pc:sldMk cId="3901671703" sldId="267"/>
            <ac:picMk id="6" creationId="{D4A306FF-6982-47CE-8300-CF0D53F21E04}"/>
          </ac:picMkLst>
        </pc:picChg>
      </pc:sldChg>
      <pc:sldChg chg="addSp delSp modSp new mod">
        <pc:chgData name="Artyom Gnevnov" userId="2f0d4a8a008de216" providerId="LiveId" clId="{6D6E26C1-95B4-4AFC-9A01-55F6C69F82E0}" dt="2026-06-09T19:34:33.035" v="565" actId="14100"/>
        <pc:sldMkLst>
          <pc:docMk/>
          <pc:sldMk cId="640269526" sldId="268"/>
        </pc:sldMkLst>
        <pc:spChg chg="mod">
          <ac:chgData name="Artyom Gnevnov" userId="2f0d4a8a008de216" providerId="LiveId" clId="{6D6E26C1-95B4-4AFC-9A01-55F6C69F82E0}" dt="2026-06-09T19:34:33.035" v="565" actId="14100"/>
          <ac:spMkLst>
            <pc:docMk/>
            <pc:sldMk cId="640269526" sldId="268"/>
            <ac:spMk id="2" creationId="{E0B8E20D-3BBF-4EE4-9E1C-D477D967DB7F}"/>
          </ac:spMkLst>
        </pc:spChg>
        <pc:spChg chg="del mod">
          <ac:chgData name="Artyom Gnevnov" userId="2f0d4a8a008de216" providerId="LiveId" clId="{6D6E26C1-95B4-4AFC-9A01-55F6C69F82E0}" dt="2026-06-09T19:07:35.367" v="251" actId="478"/>
          <ac:spMkLst>
            <pc:docMk/>
            <pc:sldMk cId="640269526" sldId="268"/>
            <ac:spMk id="3" creationId="{B20F03ED-BE31-44FC-A986-CEF5DFFCCED9}"/>
          </ac:spMkLst>
        </pc:spChg>
        <pc:spChg chg="mod">
          <ac:chgData name="Artyom Gnevnov" userId="2f0d4a8a008de216" providerId="LiveId" clId="{6D6E26C1-95B4-4AFC-9A01-55F6C69F82E0}" dt="2026-06-09T19:07:23.201" v="248" actId="1076"/>
          <ac:spMkLst>
            <pc:docMk/>
            <pc:sldMk cId="640269526" sldId="268"/>
            <ac:spMk id="4" creationId="{4E3BEB59-2020-4CC3-A004-456094F6F123}"/>
          </ac:spMkLst>
        </pc:spChg>
        <pc:graphicFrameChg chg="add mod modGraphic">
          <ac:chgData name="Artyom Gnevnov" userId="2f0d4a8a008de216" providerId="LiveId" clId="{6D6E26C1-95B4-4AFC-9A01-55F6C69F82E0}" dt="2026-06-09T19:07:38.465" v="252" actId="1076"/>
          <ac:graphicFrameMkLst>
            <pc:docMk/>
            <pc:sldMk cId="640269526" sldId="268"/>
            <ac:graphicFrameMk id="5" creationId="{8BD1854C-B395-43BA-BA7E-E3109140E9B9}"/>
          </ac:graphicFrameMkLst>
        </pc:graphicFrameChg>
      </pc:sldChg>
      <pc:sldChg chg="addSp delSp modSp new mod">
        <pc:chgData name="Artyom Gnevnov" userId="2f0d4a8a008de216" providerId="LiveId" clId="{6D6E26C1-95B4-4AFC-9A01-55F6C69F82E0}" dt="2026-06-09T19:34:26.742" v="563" actId="403"/>
        <pc:sldMkLst>
          <pc:docMk/>
          <pc:sldMk cId="3784753988" sldId="269"/>
        </pc:sldMkLst>
        <pc:spChg chg="mod">
          <ac:chgData name="Artyom Gnevnov" userId="2f0d4a8a008de216" providerId="LiveId" clId="{6D6E26C1-95B4-4AFC-9A01-55F6C69F82E0}" dt="2026-06-09T19:34:26.742" v="563" actId="403"/>
          <ac:spMkLst>
            <pc:docMk/>
            <pc:sldMk cId="3784753988" sldId="269"/>
            <ac:spMk id="2" creationId="{A517895F-72BC-442C-B1F5-8AF2DC8696D7}"/>
          </ac:spMkLst>
        </pc:spChg>
        <pc:spChg chg="add del mod">
          <ac:chgData name="Artyom Gnevnov" userId="2f0d4a8a008de216" providerId="LiveId" clId="{6D6E26C1-95B4-4AFC-9A01-55F6C69F82E0}" dt="2026-06-09T19:06:54.720" v="242" actId="478"/>
          <ac:spMkLst>
            <pc:docMk/>
            <pc:sldMk cId="3784753988" sldId="269"/>
            <ac:spMk id="3" creationId="{0ACB0764-3C12-44DC-AA3F-76082812206B}"/>
          </ac:spMkLst>
        </pc:spChg>
        <pc:spChg chg="add del mod">
          <ac:chgData name="Artyom Gnevnov" userId="2f0d4a8a008de216" providerId="LiveId" clId="{6D6E26C1-95B4-4AFC-9A01-55F6C69F82E0}" dt="2026-06-09T19:03:45.199" v="222"/>
          <ac:spMkLst>
            <pc:docMk/>
            <pc:sldMk cId="3784753988" sldId="269"/>
            <ac:spMk id="6" creationId="{5B35377C-07A3-4FB7-AADF-F08F967A7236}"/>
          </ac:spMkLst>
        </pc:spChg>
        <pc:graphicFrameChg chg="add del mod">
          <ac:chgData name="Artyom Gnevnov" userId="2f0d4a8a008de216" providerId="LiveId" clId="{6D6E26C1-95B4-4AFC-9A01-55F6C69F82E0}" dt="2026-06-09T19:03:45.199" v="222"/>
          <ac:graphicFrameMkLst>
            <pc:docMk/>
            <pc:sldMk cId="3784753988" sldId="269"/>
            <ac:graphicFrameMk id="5" creationId="{8779E25C-3966-48A0-85FD-D1B4AEDBF82F}"/>
          </ac:graphicFrameMkLst>
        </pc:graphicFrameChg>
        <pc:graphicFrameChg chg="add del mod modGraphic">
          <ac:chgData name="Artyom Gnevnov" userId="2f0d4a8a008de216" providerId="LiveId" clId="{6D6E26C1-95B4-4AFC-9A01-55F6C69F82E0}" dt="2026-06-09T19:07:07.063" v="245" actId="478"/>
          <ac:graphicFrameMkLst>
            <pc:docMk/>
            <pc:sldMk cId="3784753988" sldId="269"/>
            <ac:graphicFrameMk id="7" creationId="{4FFAE823-E2EF-4848-834C-F9FCC8F16048}"/>
          </ac:graphicFrameMkLst>
        </pc:graphicFrameChg>
        <pc:graphicFrameChg chg="add del">
          <ac:chgData name="Artyom Gnevnov" userId="2f0d4a8a008de216" providerId="LiveId" clId="{6D6E26C1-95B4-4AFC-9A01-55F6C69F82E0}" dt="2026-06-09T19:06:36.608" v="234"/>
          <ac:graphicFrameMkLst>
            <pc:docMk/>
            <pc:sldMk cId="3784753988" sldId="269"/>
            <ac:graphicFrameMk id="8" creationId="{F0BFDED0-E76A-494F-A2AF-10A41E565F7B}"/>
          </ac:graphicFrameMkLst>
        </pc:graphicFrameChg>
        <pc:graphicFrameChg chg="add del">
          <ac:chgData name="Artyom Gnevnov" userId="2f0d4a8a008de216" providerId="LiveId" clId="{6D6E26C1-95B4-4AFC-9A01-55F6C69F82E0}" dt="2026-06-09T19:06:57.801" v="243" actId="478"/>
          <ac:graphicFrameMkLst>
            <pc:docMk/>
            <pc:sldMk cId="3784753988" sldId="269"/>
            <ac:graphicFrameMk id="9" creationId="{00396FB9-2BBA-4FE8-A5D6-82A78F7B2F97}"/>
          </ac:graphicFrameMkLst>
        </pc:graphicFrameChg>
        <pc:graphicFrameChg chg="add mod modGraphic">
          <ac:chgData name="Artyom Gnevnov" userId="2f0d4a8a008de216" providerId="LiveId" clId="{6D6E26C1-95B4-4AFC-9A01-55F6C69F82E0}" dt="2026-06-09T19:10:33.414" v="304" actId="20577"/>
          <ac:graphicFrameMkLst>
            <pc:docMk/>
            <pc:sldMk cId="3784753988" sldId="269"/>
            <ac:graphicFrameMk id="10" creationId="{35C1E1BF-613F-4996-BA98-D447AE17BF0A}"/>
          </ac:graphicFrameMkLst>
        </pc:graphicFrameChg>
      </pc:sldChg>
      <pc:sldChg chg="addSp delSp modSp new mod">
        <pc:chgData name="Artyom Gnevnov" userId="2f0d4a8a008de216" providerId="LiveId" clId="{6D6E26C1-95B4-4AFC-9A01-55F6C69F82E0}" dt="2026-06-09T19:34:21.636" v="562" actId="404"/>
        <pc:sldMkLst>
          <pc:docMk/>
          <pc:sldMk cId="1242314994" sldId="270"/>
        </pc:sldMkLst>
        <pc:spChg chg="mod">
          <ac:chgData name="Artyom Gnevnov" userId="2f0d4a8a008de216" providerId="LiveId" clId="{6D6E26C1-95B4-4AFC-9A01-55F6C69F82E0}" dt="2026-06-09T19:34:21.636" v="562" actId="404"/>
          <ac:spMkLst>
            <pc:docMk/>
            <pc:sldMk cId="1242314994" sldId="270"/>
            <ac:spMk id="2" creationId="{91193C71-D116-4D9F-987C-9EA7E16E3425}"/>
          </ac:spMkLst>
        </pc:spChg>
        <pc:spChg chg="del">
          <ac:chgData name="Artyom Gnevnov" userId="2f0d4a8a008de216" providerId="LiveId" clId="{6D6E26C1-95B4-4AFC-9A01-55F6C69F82E0}" dt="2026-06-09T19:11:44.883" v="315" actId="478"/>
          <ac:spMkLst>
            <pc:docMk/>
            <pc:sldMk cId="1242314994" sldId="270"/>
            <ac:spMk id="3" creationId="{E3A05387-B67F-4E22-9466-7BA55352A789}"/>
          </ac:spMkLst>
        </pc:spChg>
        <pc:spChg chg="add mod">
          <ac:chgData name="Artyom Gnevnov" userId="2f0d4a8a008de216" providerId="LiveId" clId="{6D6E26C1-95B4-4AFC-9A01-55F6C69F82E0}" dt="2026-06-09T19:33:43.169" v="550" actId="1076"/>
          <ac:spMkLst>
            <pc:docMk/>
            <pc:sldMk cId="1242314994" sldId="270"/>
            <ac:spMk id="8" creationId="{36F3DC35-86D5-48A6-BFE3-804ECFA37AC3}"/>
          </ac:spMkLst>
        </pc:spChg>
        <pc:graphicFrameChg chg="add mod modGraphic">
          <ac:chgData name="Artyom Gnevnov" userId="2f0d4a8a008de216" providerId="LiveId" clId="{6D6E26C1-95B4-4AFC-9A01-55F6C69F82E0}" dt="2026-06-09T19:33:32.641" v="548" actId="2711"/>
          <ac:graphicFrameMkLst>
            <pc:docMk/>
            <pc:sldMk cId="1242314994" sldId="270"/>
            <ac:graphicFrameMk id="6" creationId="{4CACE971-DCC6-4861-B8BD-93322457BDB4}"/>
          </ac:graphicFrameMkLst>
        </pc:graphicFrameChg>
        <pc:picChg chg="add mod">
          <ac:chgData name="Artyom Gnevnov" userId="2f0d4a8a008de216" providerId="LiveId" clId="{6D6E26C1-95B4-4AFC-9A01-55F6C69F82E0}" dt="2026-06-09T19:34:20.760" v="561" actId="14100"/>
          <ac:picMkLst>
            <pc:docMk/>
            <pc:sldMk cId="1242314994" sldId="270"/>
            <ac:picMk id="5" creationId="{537671EB-2005-487D-AB8C-A2B467A509A5}"/>
          </ac:picMkLst>
        </pc:picChg>
      </pc:sldChg>
      <pc:sldChg chg="addSp delSp modSp new mod">
        <pc:chgData name="Artyom Gnevnov" userId="2f0d4a8a008de216" providerId="LiveId" clId="{6D6E26C1-95B4-4AFC-9A01-55F6C69F82E0}" dt="2026-06-09T19:15:11.651" v="346" actId="2164"/>
        <pc:sldMkLst>
          <pc:docMk/>
          <pc:sldMk cId="2776363305" sldId="271"/>
        </pc:sldMkLst>
        <pc:spChg chg="mod">
          <ac:chgData name="Artyom Gnevnov" userId="2f0d4a8a008de216" providerId="LiveId" clId="{6D6E26C1-95B4-4AFC-9A01-55F6C69F82E0}" dt="2026-06-09T19:14:06.791" v="336" actId="2711"/>
          <ac:spMkLst>
            <pc:docMk/>
            <pc:sldMk cId="2776363305" sldId="271"/>
            <ac:spMk id="2" creationId="{CFA1BCDB-FA0B-41D3-BB02-6672083D3E2A}"/>
          </ac:spMkLst>
        </pc:spChg>
        <pc:spChg chg="del mod">
          <ac:chgData name="Artyom Gnevnov" userId="2f0d4a8a008de216" providerId="LiveId" clId="{6D6E26C1-95B4-4AFC-9A01-55F6C69F82E0}" dt="2026-06-09T19:14:37.428" v="344" actId="478"/>
          <ac:spMkLst>
            <pc:docMk/>
            <pc:sldMk cId="2776363305" sldId="271"/>
            <ac:spMk id="3" creationId="{9DC0DDC4-F75C-4F6D-BC35-D40C5CF47CD2}"/>
          </ac:spMkLst>
        </pc:spChg>
        <pc:graphicFrameChg chg="add mod modGraphic">
          <ac:chgData name="Artyom Gnevnov" userId="2f0d4a8a008de216" providerId="LiveId" clId="{6D6E26C1-95B4-4AFC-9A01-55F6C69F82E0}" dt="2026-06-09T19:15:11.651" v="346" actId="2164"/>
          <ac:graphicFrameMkLst>
            <pc:docMk/>
            <pc:sldMk cId="2776363305" sldId="271"/>
            <ac:graphicFrameMk id="5" creationId="{317ECCB7-C23A-46BA-B400-3C8853EE91FE}"/>
          </ac:graphicFrameMkLst>
        </pc:graphicFrameChg>
      </pc:sldChg>
      <pc:sldChg chg="new del">
        <pc:chgData name="Artyom Gnevnov" userId="2f0d4a8a008de216" providerId="LiveId" clId="{6D6E26C1-95B4-4AFC-9A01-55F6C69F82E0}" dt="2026-06-09T19:21:03.386" v="409" actId="47"/>
        <pc:sldMkLst>
          <pc:docMk/>
          <pc:sldMk cId="2503931595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c16143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c16143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161430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161430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c16143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c16143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523ac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523ac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462d57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462d57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03199"/>
            <a:ext cx="8520600" cy="11608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 b="1" dirty="0">
                <a:latin typeface="Times New Roman"/>
                <a:ea typeface="Times New Roman"/>
                <a:cs typeface="Times New Roman"/>
                <a:sym typeface="Times New Roman"/>
              </a:rPr>
              <a:t>Разработка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AI-</a:t>
            </a:r>
            <a:r>
              <a:rPr lang="ru-RU" sz="2800" b="1" dirty="0">
                <a:latin typeface="Times New Roman"/>
                <a:ea typeface="Times New Roman"/>
                <a:cs typeface="Times New Roman"/>
                <a:sym typeface="Times New Roman"/>
              </a:rPr>
              <a:t>сервиса техподдержки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735200" y="2055908"/>
            <a:ext cx="4408800" cy="2953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5461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  <a:endParaRPr lang="ru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Гневнов Артем Евгеньевич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43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кандидат физико-математических наук, доцент кафедры ИТиЭО Жуков Николай Николаевич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23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02671" y="713699"/>
            <a:ext cx="8832300" cy="4046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ru-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Рост обращений в техподдержку → ручная обработка  не справляется с пиковой нагрузкой</a:t>
            </a: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spcAft>
                <a:spcPts val="1600"/>
              </a:spcAft>
            </a:pPr>
            <a:r>
              <a:rPr lang="ru-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 одно готовое решение не сочетает:  локальное развёртывание + гибкая интеграция  + бесплатная лицензия </a:t>
            </a: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spcAft>
                <a:spcPts val="1600"/>
              </a:spcAft>
            </a:pPr>
            <a:r>
              <a:rPr lang="ru-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Потребность: локальный AI-сервис без передачи данных,  встраиваемый в систему управления заявками</a:t>
            </a: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объект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35324" y="1250577"/>
            <a:ext cx="8596976" cy="3806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ОБЪЕКТ ИССЛЕДОВАНИЯ:</a:t>
            </a:r>
          </a:p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 автоматизированной обработки обращений пользователей в системе технической поддержки.</a:t>
            </a:r>
          </a:p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ПРЕДМЕТ ИССЛЕДОВАНИЯ:</a:t>
            </a:r>
          </a:p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Программные методы разработки AI-сервиса технической поддержки в микросервисной архитектуре с применением локальных языковых моделей.</a:t>
            </a:r>
            <a:endParaRPr sz="2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42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28366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956176"/>
            <a:ext cx="8520600" cy="3707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микросервис AI-технической поддержки, обеспечивающий: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автоматическую обработку пользовательских обращений    на основе локальной языковой модели; 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сохранение полной истории диалога;  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ограничение нагрузки на языковую модель; 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интеграцию в систему управления заявками.</a:t>
            </a:r>
            <a:endParaRPr sz="2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201705" y="1075765"/>
            <a:ext cx="8693523" cy="36227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Сравнительный анализ существующих AI-решений   в области автоматизации технической поддержки.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Формулировка функциональных и нефункциональных   требований к разрабатываемому AI-сервису.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архитектуры микросервиса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и протокола его интеграции с системой управления заявками.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микросервиса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gRPC-интерфейс,   хранение чатов в PostgreSQL, вызов локальной LLM   через Ollama.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сервисом бизнес-логики  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Telegram-ботом helperbot-tg.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 системы и описание процедуры   развёртывания через 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8E20D-3BBF-4EE4-9E1C-D477D967D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709458" cy="5727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1. АНАЛИЗ СУЩЕСТВУЮЩИХ РЕШЕНИЙ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3BEB59-2020-4CC3-A004-456094F6F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BD1854C-B395-43BA-BA7E-E3109140E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846819"/>
              </p:ext>
            </p:extLst>
          </p:nvPr>
        </p:nvGraphicFramePr>
        <p:xfrm>
          <a:off x="311701" y="1246816"/>
          <a:ext cx="8520599" cy="34164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57431">
                  <a:extLst>
                    <a:ext uri="{9D8B030D-6E8A-4147-A177-3AD203B41FA5}">
                      <a16:colId xmlns:a16="http://schemas.microsoft.com/office/drawing/2014/main" val="2410581066"/>
                    </a:ext>
                  </a:extLst>
                </a:gridCol>
                <a:gridCol w="1139131">
                  <a:extLst>
                    <a:ext uri="{9D8B030D-6E8A-4147-A177-3AD203B41FA5}">
                      <a16:colId xmlns:a16="http://schemas.microsoft.com/office/drawing/2014/main" val="3088939951"/>
                    </a:ext>
                  </a:extLst>
                </a:gridCol>
                <a:gridCol w="1640912">
                  <a:extLst>
                    <a:ext uri="{9D8B030D-6E8A-4147-A177-3AD203B41FA5}">
                      <a16:colId xmlns:a16="http://schemas.microsoft.com/office/drawing/2014/main" val="2533479479"/>
                    </a:ext>
                  </a:extLst>
                </a:gridCol>
                <a:gridCol w="1286144">
                  <a:extLst>
                    <a:ext uri="{9D8B030D-6E8A-4147-A177-3AD203B41FA5}">
                      <a16:colId xmlns:a16="http://schemas.microsoft.com/office/drawing/2014/main" val="2990932002"/>
                    </a:ext>
                  </a:extLst>
                </a:gridCol>
                <a:gridCol w="1632992">
                  <a:extLst>
                    <a:ext uri="{9D8B030D-6E8A-4147-A177-3AD203B41FA5}">
                      <a16:colId xmlns:a16="http://schemas.microsoft.com/office/drawing/2014/main" val="3997184425"/>
                    </a:ext>
                  </a:extLst>
                </a:gridCol>
                <a:gridCol w="876797">
                  <a:extLst>
                    <a:ext uri="{9D8B030D-6E8A-4147-A177-3AD203B41FA5}">
                      <a16:colId xmlns:a16="http://schemas.microsoft.com/office/drawing/2014/main" val="3220482311"/>
                    </a:ext>
                  </a:extLst>
                </a:gridCol>
                <a:gridCol w="1087192">
                  <a:extLst>
                    <a:ext uri="{9D8B030D-6E8A-4147-A177-3AD203B41FA5}">
                      <a16:colId xmlns:a16="http://schemas.microsoft.com/office/drawing/2014/main" val="3618767163"/>
                    </a:ext>
                  </a:extLst>
                </a:gridCol>
              </a:tblGrid>
              <a:tr h="34057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Решения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Развёртывание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 данных вовне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Контекст диалога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 тикетами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Лицензия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extLst>
                  <a:ext uri="{0D108BD9-81ED-4DB2-BD59-A6C34878D82A}">
                    <a16:rowId xmlns:a16="http://schemas.microsoft.com/office/drawing/2014/main" val="943620325"/>
                  </a:ext>
                </a:extLst>
              </a:tr>
              <a:tr h="5387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OpenAI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Облако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Встроенная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 API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Платно (по токенам)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Проприетарная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extLst>
                  <a:ext uri="{0D108BD9-81ED-4DB2-BD59-A6C34878D82A}">
                    <a16:rowId xmlns:a16="http://schemas.microsoft.com/office/drawing/2014/main" val="913325310"/>
                  </a:ext>
                </a:extLst>
              </a:tr>
              <a:tr h="5387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Yandex GPT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Облако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Встроенная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 API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Платно (по токенам)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Проприетарная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extLst>
                  <a:ext uri="{0D108BD9-81ED-4DB2-BD59-A6C34878D82A}">
                    <a16:rowId xmlns:a16="http://schemas.microsoft.com/office/drawing/2014/main" val="305642160"/>
                  </a:ext>
                </a:extLst>
              </a:tr>
              <a:tr h="60647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Локально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 настройки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Кастомные коннекторы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 / Enterprise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2.0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extLst>
                  <a:ext uri="{0D108BD9-81ED-4DB2-BD59-A6C34878D82A}">
                    <a16:rowId xmlns:a16="http://schemas.microsoft.com/office/drawing/2014/main" val="3197804122"/>
                  </a:ext>
                </a:extLst>
              </a:tr>
              <a:tr h="4396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Botpress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Облако / Локально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Встроенная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Кастомные плагины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Freemium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Проприетарная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extLst>
                  <a:ext uri="{0D108BD9-81ED-4DB2-BD59-A6C34878D82A}">
                    <a16:rowId xmlns:a16="http://schemas.microsoft.com/office/drawing/2014/main" val="3632885424"/>
                  </a:ext>
                </a:extLst>
              </a:tr>
              <a:tr h="4396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DialogFlow CX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Облако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Встроенная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 API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Платно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Проприетарная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extLst>
                  <a:ext uri="{0D108BD9-81ED-4DB2-BD59-A6C34878D82A}">
                    <a16:rowId xmlns:a16="http://schemas.microsoft.com/office/drawing/2014/main" val="877347887"/>
                  </a:ext>
                </a:extLst>
              </a:tr>
              <a:tr h="5126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Ollama + custom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Локально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Реализуется разработчиком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Полная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59" marR="45259" marT="25144" marB="25144"/>
                </a:tc>
                <a:extLst>
                  <a:ext uri="{0D108BD9-81ED-4DB2-BD59-A6C34878D82A}">
                    <a16:rowId xmlns:a16="http://schemas.microsoft.com/office/drawing/2014/main" val="414296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26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7895F-72BC-442C-B1F5-8AF2DC86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70213"/>
            <a:ext cx="8520600" cy="5727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Требования 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сервису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F37349-A1F7-4C3C-9FF0-A26AB464F0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7</a:t>
            </a:fld>
            <a:endParaRPr lang="ru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35C1E1BF-613F-4996-BA98-D447AE17B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73864"/>
              </p:ext>
            </p:extLst>
          </p:nvPr>
        </p:nvGraphicFramePr>
        <p:xfrm>
          <a:off x="311150" y="1152525"/>
          <a:ext cx="8710008" cy="32500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06920">
                  <a:extLst>
                    <a:ext uri="{9D8B030D-6E8A-4147-A177-3AD203B41FA5}">
                      <a16:colId xmlns:a16="http://schemas.microsoft.com/office/drawing/2014/main" val="1137628488"/>
                    </a:ext>
                  </a:extLst>
                </a:gridCol>
                <a:gridCol w="4903088">
                  <a:extLst>
                    <a:ext uri="{9D8B030D-6E8A-4147-A177-3AD203B41FA5}">
                      <a16:colId xmlns:a16="http://schemas.microsoft.com/office/drawing/2014/main" val="2554247581"/>
                    </a:ext>
                  </a:extLst>
                </a:gridCol>
              </a:tblGrid>
              <a:tr h="23504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Функциональные требования (6)</a:t>
                      </a: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Нефункциональные требования (8)</a:t>
                      </a: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653149170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диалога с возвратом UUID чата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Изолированный микросервис с собственной БД</a:t>
                      </a: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4055594036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Отправка сообщений с сохранением полного контекста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gRPC + Protocol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Buffers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валидация на границе сервиса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3294268356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не более 10 сообщений / 300 сек</a:t>
                      </a: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мастер-реплика</a:t>
                      </a: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743354091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Типизированная ошибка превышения лимита (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errors.Is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Локальное выполнение LLM, без передачи данных вовне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446898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Эскалация к оператору через системный промпт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Таймаут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— 60 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сек</a:t>
                      </a: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273213895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Встраивание в произвольную систему через gRPC-контракт</a:t>
                      </a: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Макс. сообщение — 2 000 </a:t>
                      </a:r>
                      <a:r>
                        <a:rPr lang="ru-RU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</a:t>
                      </a: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3981275453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UUID v4 для всех сущностей</a:t>
                      </a: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4193328973"/>
                  </a:ext>
                </a:extLst>
              </a:tr>
              <a:tr h="31911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Развёртывание через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Compose</a:t>
                      </a: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202373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75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93C71-D116-4D9F-987C-9EA7E16E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43319"/>
            <a:ext cx="8520600" cy="5727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3: Архитектура и интеграционный контракт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9D1C09-AF97-4831-9003-AD449BBDDD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7671EB-2005-487D-AB8C-A2B467A50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436" y="854437"/>
            <a:ext cx="3165725" cy="4125037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CACE971-DCC6-4861-B8BD-93322457B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604887"/>
              </p:ext>
            </p:extLst>
          </p:nvPr>
        </p:nvGraphicFramePr>
        <p:xfrm>
          <a:off x="124385" y="1321065"/>
          <a:ext cx="4914900" cy="14203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93888">
                  <a:extLst>
                    <a:ext uri="{9D8B030D-6E8A-4147-A177-3AD203B41FA5}">
                      <a16:colId xmlns:a16="http://schemas.microsoft.com/office/drawing/2014/main" val="3003254539"/>
                    </a:ext>
                  </a:extLst>
                </a:gridCol>
                <a:gridCol w="956352">
                  <a:extLst>
                    <a:ext uri="{9D8B030D-6E8A-4147-A177-3AD203B41FA5}">
                      <a16:colId xmlns:a16="http://schemas.microsoft.com/office/drawing/2014/main" val="3723747720"/>
                    </a:ext>
                  </a:extLst>
                </a:gridCol>
                <a:gridCol w="1074490">
                  <a:extLst>
                    <a:ext uri="{9D8B030D-6E8A-4147-A177-3AD203B41FA5}">
                      <a16:colId xmlns:a16="http://schemas.microsoft.com/office/drawing/2014/main" val="2720972981"/>
                    </a:ext>
                  </a:extLst>
                </a:gridCol>
                <a:gridCol w="1590170">
                  <a:extLst>
                    <a:ext uri="{9D8B030D-6E8A-4147-A177-3AD203B41FA5}">
                      <a16:colId xmlns:a16="http://schemas.microsoft.com/office/drawing/2014/main" val="3872564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Инициатор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Исполнитель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486542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NewChat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helperbot-core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helperbot-ai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Создать новый диалог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240998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SendMessage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helperbot-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helperbot-ai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Отправить сообщение, получить ответ LLM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7212117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6F3DC35-86D5-48A6-BFE3-804ECFA37AC3}"/>
              </a:ext>
            </a:extLst>
          </p:cNvPr>
          <p:cNvSpPr txBox="1"/>
          <p:nvPr/>
        </p:nvSpPr>
        <p:spPr>
          <a:xfrm>
            <a:off x="122842" y="2916955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 контракта:</a:t>
            </a: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Минимальность — только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ru-RU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Декларативная валидация — правила прямо в .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</a:t>
            </a:r>
            <a:endParaRPr lang="ru-RU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Типизированные ошибки —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ErrTooManyRequests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через %w</a:t>
            </a:r>
          </a:p>
        </p:txBody>
      </p:sp>
    </p:spTree>
    <p:extLst>
      <p:ext uri="{BB962C8B-B14F-4D97-AF65-F5344CB8AC3E}">
        <p14:creationId xmlns:p14="http://schemas.microsoft.com/office/powerpoint/2010/main" val="124231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1BCDB-FA0B-41D3-BB02-6672083D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4: Реализация микросервиса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18D25D-4BC5-4F16-8B3D-728DEAEFBC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17ECCB7-C23A-46BA-B400-3C8853EE9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119302"/>
              </p:ext>
            </p:extLst>
          </p:nvPr>
        </p:nvGraphicFramePr>
        <p:xfrm>
          <a:off x="311700" y="1108948"/>
          <a:ext cx="8520600" cy="32552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1832">
                  <a:extLst>
                    <a:ext uri="{9D8B030D-6E8A-4147-A177-3AD203B41FA5}">
                      <a16:colId xmlns:a16="http://schemas.microsoft.com/office/drawing/2014/main" val="4058208263"/>
                    </a:ext>
                  </a:extLst>
                </a:gridCol>
                <a:gridCol w="2256256">
                  <a:extLst>
                    <a:ext uri="{9D8B030D-6E8A-4147-A177-3AD203B41FA5}">
                      <a16:colId xmlns:a16="http://schemas.microsoft.com/office/drawing/2014/main" val="1581714473"/>
                    </a:ext>
                  </a:extLst>
                </a:gridCol>
                <a:gridCol w="4512512">
                  <a:extLst>
                    <a:ext uri="{9D8B030D-6E8A-4147-A177-3AD203B41FA5}">
                      <a16:colId xmlns:a16="http://schemas.microsoft.com/office/drawing/2014/main" val="2896194413"/>
                    </a:ext>
                  </a:extLst>
                </a:gridCol>
              </a:tblGrid>
              <a:tr h="24620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Обоснование выбора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139251087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 бэкенда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 1.24+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Горутины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статический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бинарник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нативный gRPC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670629196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gRPC + Protocol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Buffers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Типизированные контракты, HTTP/2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38953179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Валидация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protoc-gen-validate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Декларативные правила валидации в .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-файле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3691845365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СУБД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16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ACID, UUID, гибкое индексирование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653091636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Драйвер БД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pgx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v5 +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pgxpool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Нативный Go-драйвер, пул соединений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3016065358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DI-фреймворк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Uber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FX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Декларативное внедрение зависимостей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031293972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LLM-среда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Ollama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Локальный запуск, HTTP API, Modelfile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106473440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Языковая модель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qwen2.5:1.5b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Компактность, поддержка русского языка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176558599"/>
                  </a:ext>
                </a:extLst>
              </a:tr>
              <a:tr h="3342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Оркестрация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Единый запуск всего комплекса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156993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36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Задача 5: Интеграция компонентов</a:t>
            </a: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177229" y="1422825"/>
            <a:ext cx="5833730" cy="452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helperbot-tg → helperbot-core → helperbot-ai → Ollama</a:t>
            </a: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10</a:t>
            </a:fld>
            <a:endParaRPr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2F25B01-B38B-489F-A528-3B556DC46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722794"/>
              </p:ext>
            </p:extLst>
          </p:nvPr>
        </p:nvGraphicFramePr>
        <p:xfrm>
          <a:off x="322277" y="2304317"/>
          <a:ext cx="5341928" cy="126645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42283">
                  <a:extLst>
                    <a:ext uri="{9D8B030D-6E8A-4147-A177-3AD203B41FA5}">
                      <a16:colId xmlns:a16="http://schemas.microsoft.com/office/drawing/2014/main" val="3293609980"/>
                    </a:ext>
                  </a:extLst>
                </a:gridCol>
                <a:gridCol w="3099645">
                  <a:extLst>
                    <a:ext uri="{9D8B030D-6E8A-4147-A177-3AD203B41FA5}">
                      <a16:colId xmlns:a16="http://schemas.microsoft.com/office/drawing/2014/main" val="3296830078"/>
                    </a:ext>
                  </a:extLst>
                </a:gridCol>
              </a:tblGrid>
              <a:tr h="25112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Состояние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Поведение при получении сообщения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124274743"/>
                  </a:ext>
                </a:extLst>
              </a:tr>
              <a:tr h="51524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PendingActionGetAiMessage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отправляется в AI, состояние → PendingActionWaitAiAnswer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684541675"/>
                  </a:ext>
                </a:extLst>
              </a:tr>
              <a:tr h="4259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PendingActionWaitAiAnswer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Пользователю сообщается, что запрос обрабатывается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9307303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7C9748E-14DE-45C4-889E-9ACBEB9EA3FC}"/>
              </a:ext>
            </a:extLst>
          </p:cNvPr>
          <p:cNvSpPr txBox="1"/>
          <p:nvPr/>
        </p:nvSpPr>
        <p:spPr>
          <a:xfrm>
            <a:off x="247877" y="193597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Состояния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helperbot-tg: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83A0A-841C-4CB3-ADBD-912AE2AEE45F}"/>
              </a:ext>
            </a:extLst>
          </p:cNvPr>
          <p:cNvSpPr txBox="1"/>
          <p:nvPr/>
        </p:nvSpPr>
        <p:spPr>
          <a:xfrm>
            <a:off x="247877" y="3592897"/>
            <a:ext cx="76892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аспекты интеграции: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helperbot-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тонкий прокси, инкапсулирует существование AI-сервиса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Ленивое создание чата —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ChatID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запрашивается при первом обращении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Ошибка лимита — распознаётся через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errors.Is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без разбора текста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Роли пользователей — понятие системы-хоста, AI-сервис их не знает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6: Тестирование и развёртывание</a:t>
            </a:r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11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BB24A-47BB-45B2-BF90-8A7F361CC2D4}"/>
              </a:ext>
            </a:extLst>
          </p:cNvPr>
          <p:cNvSpPr txBox="1"/>
          <p:nvPr/>
        </p:nvSpPr>
        <p:spPr>
          <a:xfrm>
            <a:off x="200532" y="10177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Юнит-тесты (все PASS):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CEDC5-E8AC-4608-AC9D-0B5A09FAB3DF}"/>
              </a:ext>
            </a:extLst>
          </p:cNvPr>
          <p:cNvSpPr txBox="1"/>
          <p:nvPr/>
        </p:nvSpPr>
        <p:spPr>
          <a:xfrm>
            <a:off x="4772532" y="1017725"/>
            <a:ext cx="4572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управления (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Makefile):</a:t>
            </a:r>
          </a:p>
          <a:p>
            <a:br>
              <a:rPr lang="en-US" b="0" i="0" dirty="0">
                <a:solidFill>
                  <a:srgbClr val="D8D8D8"/>
                </a:solidFill>
                <a:effectLst/>
                <a:latin typeface="ui-monospace"/>
              </a:rPr>
            </a:br>
            <a:endParaRPr lang="en-US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38F450C-94EE-4279-BDBB-63C7C3D5C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311174"/>
              </p:ext>
            </p:extLst>
          </p:nvPr>
        </p:nvGraphicFramePr>
        <p:xfrm>
          <a:off x="200532" y="1377281"/>
          <a:ext cx="4371468" cy="32231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00621">
                  <a:extLst>
                    <a:ext uri="{9D8B030D-6E8A-4147-A177-3AD203B41FA5}">
                      <a16:colId xmlns:a16="http://schemas.microsoft.com/office/drawing/2014/main" val="3333709550"/>
                    </a:ext>
                  </a:extLst>
                </a:gridCol>
                <a:gridCol w="727674">
                  <a:extLst>
                    <a:ext uri="{9D8B030D-6E8A-4147-A177-3AD203B41FA5}">
                      <a16:colId xmlns:a16="http://schemas.microsoft.com/office/drawing/2014/main" val="2608887329"/>
                    </a:ext>
                  </a:extLst>
                </a:gridCol>
                <a:gridCol w="1343173">
                  <a:extLst>
                    <a:ext uri="{9D8B030D-6E8A-4147-A177-3AD203B41FA5}">
                      <a16:colId xmlns:a16="http://schemas.microsoft.com/office/drawing/2014/main" val="918550240"/>
                    </a:ext>
                  </a:extLst>
                </a:gridCol>
              </a:tblGrid>
              <a:tr h="28343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Тест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Пакет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Что проверяется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extLst>
                  <a:ext uri="{0D108BD9-81ED-4DB2-BD59-A6C34878D82A}">
                    <a16:rowId xmlns:a16="http://schemas.microsoft.com/office/drawing/2014/main" val="3733980614"/>
                  </a:ext>
                </a:extLst>
              </a:tr>
              <a:tr h="45347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TestNewChatID_Valid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/Empty/</a:t>
                      </a:r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InvalidUUID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Конструкторы </a:t>
                      </a:r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ChatID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extLst>
                  <a:ext uri="{0D108BD9-81ED-4DB2-BD59-A6C34878D82A}">
                    <a16:rowId xmlns:a16="http://schemas.microsoft.com/office/drawing/2014/main" val="361492104"/>
                  </a:ext>
                </a:extLst>
              </a:tr>
              <a:tr h="45347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TestNewUserID_Valid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/Empty/</a:t>
                      </a:r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InvalidUUID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Конструкторы </a:t>
                      </a:r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UserID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extLst>
                  <a:ext uri="{0D108BD9-81ED-4DB2-BD59-A6C34878D82A}">
                    <a16:rowId xmlns:a16="http://schemas.microsoft.com/office/drawing/2014/main" val="2861468130"/>
                  </a:ext>
                </a:extLst>
              </a:tr>
              <a:tr h="45347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TestSendMessage_RateLimitExceeded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service/chat/v1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ErrTooManyRequests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extLst>
                  <a:ext uri="{0D108BD9-81ED-4DB2-BD59-A6C34878D82A}">
                    <a16:rowId xmlns:a16="http://schemas.microsoft.com/office/drawing/2014/main" val="1286304558"/>
                  </a:ext>
                </a:extLst>
              </a:tr>
              <a:tr h="4750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TestSendMessage_Success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service/chat/v1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Полный успешный сценарий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extLst>
                  <a:ext uri="{0D108BD9-81ED-4DB2-BD59-A6C34878D82A}">
                    <a16:rowId xmlns:a16="http://schemas.microsoft.com/office/drawing/2014/main" val="2435078757"/>
                  </a:ext>
                </a:extLst>
              </a:tr>
              <a:tr h="5121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TestSendMessage_OllamaError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service/chat/v1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Ошибка 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API-</a:t>
                      </a: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репозитория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extLst>
                  <a:ext uri="{0D108BD9-81ED-4DB2-BD59-A6C34878D82A}">
                    <a16:rowId xmlns:a16="http://schemas.microsoft.com/office/drawing/2014/main" val="4053871851"/>
                  </a:ext>
                </a:extLst>
              </a:tr>
              <a:tr h="5920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TestSendMessage_ContextPassedToOllama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service/chat/v1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Передача контекста в 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LLM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823" marR="67823" marT="37679" marB="37679"/>
                </a:tc>
                <a:extLst>
                  <a:ext uri="{0D108BD9-81ED-4DB2-BD59-A6C34878D82A}">
                    <a16:rowId xmlns:a16="http://schemas.microsoft.com/office/drawing/2014/main" val="3703421727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B7213E8E-18D2-4A70-B290-673EA43BE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753035"/>
              </p:ext>
            </p:extLst>
          </p:nvPr>
        </p:nvGraphicFramePr>
        <p:xfrm>
          <a:off x="4662768" y="1387057"/>
          <a:ext cx="4358390" cy="21099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75335">
                  <a:extLst>
                    <a:ext uri="{9D8B030D-6E8A-4147-A177-3AD203B41FA5}">
                      <a16:colId xmlns:a16="http://schemas.microsoft.com/office/drawing/2014/main" val="922470881"/>
                    </a:ext>
                  </a:extLst>
                </a:gridCol>
                <a:gridCol w="3383055">
                  <a:extLst>
                    <a:ext uri="{9D8B030D-6E8A-4147-A177-3AD203B41FA5}">
                      <a16:colId xmlns:a16="http://schemas.microsoft.com/office/drawing/2014/main" val="4028577991"/>
                    </a:ext>
                  </a:extLst>
                </a:gridCol>
              </a:tblGrid>
              <a:tr h="27210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Команда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Действие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510662973"/>
                  </a:ext>
                </a:extLst>
              </a:tr>
              <a:tr h="45800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compose-up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Запустить весь комплекс, создать модель в Ollama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56526390"/>
                  </a:ext>
                </a:extLst>
              </a:tr>
              <a:tr h="451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make compose-stop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Остановить контейнеры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499873432"/>
                  </a:ext>
                </a:extLst>
              </a:tr>
              <a:tr h="47064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make migrate-up-ai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Применить миграции 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helperbot-ai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580958087"/>
                  </a:ext>
                </a:extLst>
              </a:tr>
              <a:tr h="45800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make update-repo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Обновить все репозитории (</a:t>
                      </a:r>
                      <a:r>
                        <a:rPr lang="ru-RU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git</a:t>
                      </a: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ru-RU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pull</a:t>
                      </a: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7814993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193100" y="60511"/>
            <a:ext cx="7148994" cy="625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продукта</a:t>
            </a: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12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7FDA05-17AC-4DB0-B0D6-94FB3C46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340" y="685800"/>
            <a:ext cx="4249271" cy="424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767</Words>
  <Application>Microsoft Office PowerPoint</Application>
  <PresentationFormat>Экран (16:9)</PresentationFormat>
  <Paragraphs>205</Paragraphs>
  <Slides>12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ui-monospace</vt:lpstr>
      <vt:lpstr>Simple Light</vt:lpstr>
      <vt:lpstr>Разработка AI-сервиса техподдержки</vt:lpstr>
      <vt:lpstr>Актуальность</vt:lpstr>
      <vt:lpstr>Предмет и объект</vt:lpstr>
      <vt:lpstr>Цель</vt:lpstr>
      <vt:lpstr>Задачи</vt:lpstr>
      <vt:lpstr>ЗАДАЧА 1. АНАЛИЗ СУЩЕСТВУЮЩИХ РЕШЕНИЙ</vt:lpstr>
      <vt:lpstr>ЗАДАЧА 2. Требования к AI-сервису</vt:lpstr>
      <vt:lpstr>ЗАДАЧА 3: Архитектура и интеграционный контракт</vt:lpstr>
      <vt:lpstr>Задача 4: Реализация микросервиса</vt:lpstr>
      <vt:lpstr>Задача 5: Интеграция компонентов</vt:lpstr>
      <vt:lpstr>Задача 6: Тестирование и развёртывание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ВКР</dc:title>
  <dc:creator>Светлана Гончарова</dc:creator>
  <cp:lastModifiedBy>Artyom Gnevnov</cp:lastModifiedBy>
  <cp:revision>9</cp:revision>
  <dcterms:modified xsi:type="dcterms:W3CDTF">2026-06-09T19:53:43Z</dcterms:modified>
</cp:coreProperties>
</file>