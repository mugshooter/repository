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722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314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5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63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26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48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73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37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14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18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58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81E36D-4518-46BE-81D0-DDD5B62E2C4E}" type="datetimeFigureOut">
              <a:rPr lang="ru-RU" smtClean="0"/>
              <a:t>12.09.2023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6224D3-6E69-4E58-9D5B-A147AB529F6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VS Code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Гневнов</a:t>
            </a:r>
            <a:r>
              <a:rPr lang="ru-RU" dirty="0"/>
              <a:t> а.е., Адаменко </a:t>
            </a:r>
            <a:r>
              <a:rPr lang="ru-RU" dirty="0" err="1"/>
              <a:t>С.с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647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555555"/>
                </a:solidFill>
                <a:latin typeface="Open Sans" panose="020B0606030504020204" pitchFamily="34" charset="0"/>
              </a:rPr>
              <a:t>О</a:t>
            </a:r>
            <a:r>
              <a:rPr lang="ru-RU" b="0" i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бщая </a:t>
            </a:r>
            <a:r>
              <a:rPr lang="ru-RU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характеристика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Visual</a:t>
            </a:r>
            <a:r>
              <a:rPr lang="ru-RU" sz="2800" dirty="0"/>
              <a:t> </a:t>
            </a:r>
            <a:r>
              <a:rPr lang="ru-RU" sz="2800" dirty="0" err="1"/>
              <a:t>Studio</a:t>
            </a:r>
            <a:r>
              <a:rPr lang="ru-RU" sz="2800" dirty="0"/>
              <a:t> </a:t>
            </a:r>
            <a:r>
              <a:rPr lang="ru-RU" sz="2800" dirty="0" err="1"/>
              <a:t>Code</a:t>
            </a:r>
            <a:r>
              <a:rPr lang="ru-RU" sz="2800" dirty="0"/>
              <a:t> (VS </a:t>
            </a:r>
            <a:r>
              <a:rPr lang="ru-RU" sz="2800" dirty="0" err="1"/>
              <a:t>Code</a:t>
            </a:r>
            <a:r>
              <a:rPr lang="ru-RU" sz="2800" dirty="0"/>
              <a:t>) — это бесплатный редактор кода, разработанный и поддерживаемый </a:t>
            </a:r>
            <a:r>
              <a:rPr lang="ru-RU" sz="2800" dirty="0" err="1"/>
              <a:t>Microsoft</a:t>
            </a:r>
            <a:r>
              <a:rPr lang="ru-RU" sz="2800" dirty="0"/>
              <a:t>. Он предлагает широкий спектр функций и поддержку различных языков программирования и технологий. VS </a:t>
            </a:r>
            <a:r>
              <a:rPr lang="ru-RU" sz="2800" dirty="0" err="1"/>
              <a:t>Code</a:t>
            </a:r>
            <a:r>
              <a:rPr lang="ru-RU" sz="2800" dirty="0"/>
              <a:t> является популярным выбором среди разработчиков благодаря своей простоте использования, мощным возможностям и доступностью.</a:t>
            </a:r>
          </a:p>
        </p:txBody>
      </p:sp>
    </p:spTree>
    <p:extLst>
      <p:ext uri="{BB962C8B-B14F-4D97-AF65-F5344CB8AC3E}">
        <p14:creationId xmlns:p14="http://schemas.microsoft.com/office/powerpoint/2010/main" val="352499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проекта</a:t>
            </a:r>
            <a:r>
              <a:rPr lang="en-US" dirty="0"/>
              <a:t>:                                                         </a:t>
            </a:r>
            <a:r>
              <a:rPr lang="ru-RU" dirty="0"/>
              <a:t>Выбор расширения</a:t>
            </a:r>
            <a:r>
              <a:rPr lang="en-US" dirty="0"/>
              <a:t> </a:t>
            </a:r>
            <a:r>
              <a:rPr lang="ru-RU" dirty="0"/>
              <a:t>файла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Проводник</a:t>
            </a:r>
            <a:r>
              <a:rPr lang="en-US" dirty="0"/>
              <a:t>: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429" y="1845734"/>
            <a:ext cx="2872989" cy="175275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696" y="2367749"/>
            <a:ext cx="2827265" cy="70872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849" y="3706860"/>
            <a:ext cx="2880610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3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3929" y="286603"/>
            <a:ext cx="10613985" cy="1450757"/>
          </a:xfrm>
        </p:spPr>
        <p:txBody>
          <a:bodyPr/>
          <a:lstStyle/>
          <a:p>
            <a:r>
              <a:rPr lang="ru-RU" dirty="0"/>
              <a:t>Форматирование/Откладка/Компиляция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Форматирование кода. Комбинации для форматирования: «</a:t>
            </a:r>
            <a:r>
              <a:rPr lang="ru-RU" dirty="0" err="1"/>
              <a:t>Shift+Alt+F</a:t>
            </a:r>
            <a:r>
              <a:rPr lang="ru-RU" dirty="0"/>
              <a:t>» (действует на весь код в текущем файле), либо с помощью комбинации клавиш «</a:t>
            </a:r>
            <a:r>
              <a:rPr lang="ru-RU" dirty="0" err="1"/>
              <a:t>Ctrl+K</a:t>
            </a:r>
            <a:r>
              <a:rPr lang="ru-RU" dirty="0"/>
              <a:t> /</a:t>
            </a:r>
            <a:r>
              <a:rPr lang="ru-RU" dirty="0" err="1"/>
              <a:t>Ctrl+F</a:t>
            </a:r>
            <a:r>
              <a:rPr lang="ru-RU" dirty="0"/>
              <a:t>» (действует только на код, входящий в текущее выделение)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Откладка</a:t>
            </a:r>
            <a:r>
              <a:rPr lang="en-US" dirty="0"/>
              <a:t>. </a:t>
            </a:r>
            <a:r>
              <a:rPr lang="ru-RU" dirty="0"/>
              <a:t>Для запуска кода используется комбинация «</a:t>
            </a:r>
            <a:r>
              <a:rPr lang="ru-RU" dirty="0" err="1"/>
              <a:t>Ctrl</a:t>
            </a:r>
            <a:r>
              <a:rPr lang="ru-RU" dirty="0"/>
              <a:t> + </a:t>
            </a:r>
            <a:r>
              <a:rPr lang="ru-RU" dirty="0" err="1"/>
              <a:t>Alt</a:t>
            </a:r>
            <a:r>
              <a:rPr lang="ru-RU" dirty="0"/>
              <a:t> + N». Либо откладку и запуск кода можно начать с контекстного меню.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Компиляция</a:t>
            </a:r>
            <a:r>
              <a:rPr lang="en-US" dirty="0"/>
              <a:t>. </a:t>
            </a:r>
            <a:r>
              <a:rPr lang="ru-RU" dirty="0"/>
              <a:t>Для запуска кода используется комбинация «</a:t>
            </a:r>
            <a:r>
              <a:rPr lang="ru-RU" dirty="0" err="1"/>
              <a:t>Ctrl</a:t>
            </a:r>
            <a:r>
              <a:rPr lang="ru-RU" dirty="0"/>
              <a:t> + </a:t>
            </a:r>
            <a:r>
              <a:rPr lang="ru-RU" dirty="0" err="1"/>
              <a:t>Alt</a:t>
            </a:r>
            <a:r>
              <a:rPr lang="ru-RU" dirty="0"/>
              <a:t> + N». Либо откладку и запуск кода можно начать с контекстного меню.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360203"/>
            <a:ext cx="4023709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7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Extensions/</a:t>
            </a:r>
            <a:r>
              <a:rPr lang="ru-RU" dirty="0"/>
              <a:t>Система контроля версий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Extensions</a:t>
            </a:r>
            <a:r>
              <a:rPr lang="ru-RU" dirty="0"/>
              <a:t>. Это набор инструментов для расширения возможностей редактора кода и упрощения работы с ним. Они могут дать пользователю </a:t>
            </a:r>
            <a:r>
              <a:rPr lang="ru-RU" dirty="0" err="1"/>
              <a:t>автодополнение</a:t>
            </a:r>
            <a:r>
              <a:rPr lang="ru-RU" dirty="0"/>
              <a:t>, форматирование, различные темы. 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Система контроля версий. VS </a:t>
            </a:r>
            <a:r>
              <a:rPr lang="ru-RU" dirty="0" err="1"/>
              <a:t>Code</a:t>
            </a:r>
            <a:r>
              <a:rPr lang="ru-RU" dirty="0"/>
              <a:t> имеет встроенную поддержку </a:t>
            </a:r>
            <a:r>
              <a:rPr lang="ru-RU" dirty="0" err="1"/>
              <a:t>Git</a:t>
            </a:r>
            <a:r>
              <a:rPr lang="ru-RU" dirty="0"/>
              <a:t>. Для публикации нужно перейти в систему управления версиями (</a:t>
            </a:r>
            <a:r>
              <a:rPr lang="ru-RU" dirty="0" err="1"/>
              <a:t>Ctrl+Shift+G</a:t>
            </a:r>
            <a:r>
              <a:rPr lang="ru-RU" dirty="0"/>
              <a:t>), опубликовать в </a:t>
            </a:r>
            <a:r>
              <a:rPr lang="ru-RU" dirty="0" err="1"/>
              <a:t>GitHub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Доступен удобный интерфейс взаимодействия с </a:t>
            </a:r>
            <a:r>
              <a:rPr lang="ru-RU" dirty="0" err="1"/>
              <a:t>репозиториями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963" y="2440969"/>
            <a:ext cx="2411567" cy="18086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801" y="4844880"/>
            <a:ext cx="2347163" cy="1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Необходимое программное и аппаратное обеспечение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04733"/>
            <a:ext cx="7772037" cy="172971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71925"/>
            <a:ext cx="7105458" cy="156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7127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</TotalTime>
  <Words>251</Words>
  <Application>Microsoft Office PowerPoint</Application>
  <PresentationFormat>Широкоэкранный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Open Sans</vt:lpstr>
      <vt:lpstr>Ретро</vt:lpstr>
      <vt:lpstr>VS Code</vt:lpstr>
      <vt:lpstr>Общая характеристика</vt:lpstr>
      <vt:lpstr>Функционал</vt:lpstr>
      <vt:lpstr>Форматирование/Откладка/Компиляция</vt:lpstr>
      <vt:lpstr>Extensions/Система контроля версий</vt:lpstr>
      <vt:lpstr>Необходимое программное и аппаратное обеспечение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</dc:title>
  <dc:creator>paniccaaa</dc:creator>
  <cp:lastModifiedBy>Artyom Gnevnov</cp:lastModifiedBy>
  <cp:revision>4</cp:revision>
  <dcterms:created xsi:type="dcterms:W3CDTF">2023-09-12T10:26:02Z</dcterms:created>
  <dcterms:modified xsi:type="dcterms:W3CDTF">2023-09-12T10:55:03Z</dcterms:modified>
</cp:coreProperties>
</file>