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EA610583-F62E-4A2C-82FE-49C6E6FB25C3}"/>
    <pc:docChg chg="custSel modSld">
      <pc:chgData name="Artyom Gnevnov" userId="2f0d4a8a008de216" providerId="LiveId" clId="{EA610583-F62E-4A2C-82FE-49C6E6FB25C3}" dt="2023-09-20T16:41:12.694" v="2" actId="313"/>
      <pc:docMkLst>
        <pc:docMk/>
      </pc:docMkLst>
      <pc:sldChg chg="modSp mod">
        <pc:chgData name="Artyom Gnevnov" userId="2f0d4a8a008de216" providerId="LiveId" clId="{EA610583-F62E-4A2C-82FE-49C6E6FB25C3}" dt="2023-09-12T12:05:40.774" v="1" actId="20577"/>
        <pc:sldMkLst>
          <pc:docMk/>
          <pc:sldMk cId="4002033810" sldId="256"/>
        </pc:sldMkLst>
        <pc:spChg chg="mod">
          <ac:chgData name="Artyom Gnevnov" userId="2f0d4a8a008de216" providerId="LiveId" clId="{EA610583-F62E-4A2C-82FE-49C6E6FB25C3}" dt="2023-09-12T12:05:40.774" v="1" actId="20577"/>
          <ac:spMkLst>
            <pc:docMk/>
            <pc:sldMk cId="4002033810" sldId="256"/>
            <ac:spMk id="3" creationId="{00000000-0000-0000-0000-000000000000}"/>
          </ac:spMkLst>
        </pc:spChg>
      </pc:sldChg>
      <pc:sldChg chg="modSp mod">
        <pc:chgData name="Artyom Gnevnov" userId="2f0d4a8a008de216" providerId="LiveId" clId="{EA610583-F62E-4A2C-82FE-49C6E6FB25C3}" dt="2023-09-20T16:41:12.694" v="2" actId="313"/>
        <pc:sldMkLst>
          <pc:docMk/>
          <pc:sldMk cId="2592913913" sldId="260"/>
        </pc:sldMkLst>
        <pc:spChg chg="mod">
          <ac:chgData name="Artyom Gnevnov" userId="2f0d4a8a008de216" providerId="LiveId" clId="{EA610583-F62E-4A2C-82FE-49C6E6FB25C3}" dt="2023-09-20T16:41:12.694" v="2" actId="313"/>
          <ac:spMkLst>
            <pc:docMk/>
            <pc:sldMk cId="2592913913" sldId="260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6CA7-DC31-4403-B3C6-BF4E718DBDAD}" type="datetimeFigureOut">
              <a:rPr lang="ru-RU" smtClean="0"/>
              <a:t>20.09.2023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41E6-83B2-469A-8581-8086C2F8D480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095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6CA7-DC31-4403-B3C6-BF4E718DBDAD}" type="datetimeFigureOut">
              <a:rPr lang="ru-RU" smtClean="0"/>
              <a:t>20.09.2023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41E6-83B2-469A-8581-8086C2F8D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141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6CA7-DC31-4403-B3C6-BF4E718DBDAD}" type="datetimeFigureOut">
              <a:rPr lang="ru-RU" smtClean="0"/>
              <a:t>20.09.2023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41E6-83B2-469A-8581-8086C2F8D480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964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6CA7-DC31-4403-B3C6-BF4E718DBDAD}" type="datetimeFigureOut">
              <a:rPr lang="ru-RU" smtClean="0"/>
              <a:t>20.09.2023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41E6-83B2-469A-8581-8086C2F8D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250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6CA7-DC31-4403-B3C6-BF4E718DBDAD}" type="datetimeFigureOut">
              <a:rPr lang="ru-RU" smtClean="0"/>
              <a:t>20.09.2023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41E6-83B2-469A-8581-8086C2F8D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74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6CA7-DC31-4403-B3C6-BF4E718DBDAD}" type="datetimeFigureOut">
              <a:rPr lang="ru-RU" smtClean="0"/>
              <a:t>20.09.2023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41E6-83B2-469A-8581-8086C2F8D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77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6CA7-DC31-4403-B3C6-BF4E718DBDAD}" type="datetimeFigureOut">
              <a:rPr lang="ru-RU" smtClean="0"/>
              <a:t>20.09.2023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41E6-83B2-469A-8581-8086C2F8D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7840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FE26CA7-DC31-4403-B3C6-BF4E718DBDAD}" type="datetimeFigureOut">
              <a:rPr lang="ru-RU" smtClean="0"/>
              <a:t>20.09.2023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FC41E6-83B2-469A-8581-8086C2F8D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871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6CA7-DC31-4403-B3C6-BF4E718DBDAD}" type="datetimeFigureOut">
              <a:rPr lang="ru-RU" smtClean="0"/>
              <a:t>20.09.2023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41E6-83B2-469A-8581-8086C2F8D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473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6CA7-DC31-4403-B3C6-BF4E718DBDAD}" type="datetimeFigureOut">
              <a:rPr lang="ru-RU" smtClean="0"/>
              <a:t>20.09.2023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41E6-83B2-469A-8581-8086C2F8D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205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6CA7-DC31-4403-B3C6-BF4E718DBDAD}" type="datetimeFigureOut">
              <a:rPr lang="ru-RU" smtClean="0"/>
              <a:t>20.09.2023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41E6-83B2-469A-8581-8086C2F8D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102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FE26CA7-DC31-4403-B3C6-BF4E718DBDAD}" type="datetimeFigureOut">
              <a:rPr lang="ru-RU" smtClean="0"/>
              <a:t>20.09.2023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1FC41E6-83B2-469A-8581-8086C2F8D480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94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Яндекс </a:t>
            </a:r>
            <a:r>
              <a:rPr lang="ru-RU" dirty="0" err="1"/>
              <a:t>Трекер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/>
              <a:t>ГневноВ </a:t>
            </a:r>
            <a:r>
              <a:rPr lang="ru-RU" dirty="0"/>
              <a:t>а.е., </a:t>
            </a:r>
            <a:r>
              <a:rPr lang="ru-RU" dirty="0" err="1"/>
              <a:t>адаменко</a:t>
            </a:r>
            <a:r>
              <a:rPr lang="ru-RU" dirty="0"/>
              <a:t> </a:t>
            </a:r>
            <a:r>
              <a:rPr lang="ru-RU" dirty="0" err="1"/>
              <a:t>с.с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2033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38477"/>
            <a:ext cx="10058400" cy="1450757"/>
          </a:xfrm>
        </p:spPr>
        <p:txBody>
          <a:bodyPr/>
          <a:lstStyle/>
          <a:p>
            <a:r>
              <a:rPr lang="ru-RU" dirty="0"/>
              <a:t>Определение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en-US" dirty="0" err="1"/>
              <a:t>Yandex</a:t>
            </a:r>
            <a:r>
              <a:rPr lang="en-US" dirty="0"/>
              <a:t> Tracker – </a:t>
            </a:r>
            <a:r>
              <a:rPr lang="ru-RU" dirty="0"/>
              <a:t>это сервис для управления проектами и процессами. В </a:t>
            </a:r>
            <a:r>
              <a:rPr lang="en-US" dirty="0"/>
              <a:t>Tracker </a:t>
            </a:r>
            <a:r>
              <a:rPr lang="ru-RU" dirty="0"/>
              <a:t>можно организовывать любую работу – разработку приложения, проведение рекламной компании, прием обращений от пользователей, согласование договоров и так далее.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Руководители могут распределять работу между сотрудниками и отслеживать выполнение.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Сотрудники с помощью </a:t>
            </a:r>
            <a:r>
              <a:rPr lang="ru-RU" dirty="0" err="1"/>
              <a:t>Трекера</a:t>
            </a:r>
            <a:r>
              <a:rPr lang="ru-RU" dirty="0"/>
              <a:t> могут легко найти свои задачи и следить за их состоянием.</a:t>
            </a:r>
          </a:p>
        </p:txBody>
      </p:sp>
      <p:pic>
        <p:nvPicPr>
          <p:cNvPr id="1030" name="Picture 6" descr="Яндекс.Трекер»: система управления рабочими процессам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916" y="3687958"/>
            <a:ext cx="4186990" cy="2612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223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работы с </a:t>
            </a:r>
            <a:r>
              <a:rPr lang="en-US" dirty="0" err="1"/>
              <a:t>Yandex</a:t>
            </a:r>
            <a:r>
              <a:rPr lang="en-US" dirty="0"/>
              <a:t> Tracker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начала необходимо на верхней панели создать очередь(из названия должно быть понятно, какие задачи относятся к этой очереди).</a:t>
            </a:r>
          </a:p>
          <a:p>
            <a:r>
              <a:rPr lang="ru-RU" dirty="0"/>
              <a:t>Задайте уникальный ключ очереди с понятным названием, так вам будет проще искать нужную очередь в списке.</a:t>
            </a:r>
          </a:p>
          <a:p>
            <a:r>
              <a:rPr lang="ru-RU" dirty="0"/>
              <a:t>Каждая задача будет обозначаться с помощью ключа очереди и номера задачи.</a:t>
            </a:r>
            <a:endParaRPr lang="en-US" dirty="0"/>
          </a:p>
          <a:p>
            <a:r>
              <a:rPr lang="ru-RU" dirty="0"/>
              <a:t>Далее необходимо создать доску, нажав на соответствующую кнопку в левой панели</a:t>
            </a:r>
          </a:p>
          <a:p>
            <a:r>
              <a:rPr lang="ru-RU" dirty="0"/>
              <a:t>И уже в самой доске создавать задачи и по ходу выполнения распределять на 3 колонки</a:t>
            </a:r>
            <a:r>
              <a:rPr lang="en-US" dirty="0"/>
              <a:t>: </a:t>
            </a:r>
            <a:r>
              <a:rPr lang="ru-RU" dirty="0"/>
              <a:t>Открыт/В работе/Закрыт.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039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Наглядный интерфейс доски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02119"/>
            <a:ext cx="10058400" cy="288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65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Дополнительные возможности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en-US" dirty="0"/>
              <a:t>Agile-</a:t>
            </a:r>
            <a:r>
              <a:rPr lang="ru-RU" dirty="0"/>
              <a:t>инструменты</a:t>
            </a:r>
            <a:r>
              <a:rPr lang="en-US" dirty="0"/>
              <a:t>. </a:t>
            </a:r>
            <a:r>
              <a:rPr lang="ru-RU" dirty="0"/>
              <a:t>Используйте в ваших проектах гибкую методологию разработки. В </a:t>
            </a:r>
            <a:r>
              <a:rPr lang="ru-RU" dirty="0" err="1"/>
              <a:t>Трекере</a:t>
            </a:r>
            <a:r>
              <a:rPr lang="ru-RU" dirty="0"/>
              <a:t> можно группировать задачи в спринты и отслеживать на </a:t>
            </a:r>
            <a:r>
              <a:rPr lang="en-US" dirty="0"/>
              <a:t>Agile-</a:t>
            </a:r>
            <a:r>
              <a:rPr lang="ru-RU" dirty="0"/>
              <a:t>досках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Чек-листы. Можно перечислять шаги, которые необходимо пройти при выполнении задания.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Автоматизация и шаблоны. Чтобы автоматизировать работу с задачами, можно использовать триггеры и </a:t>
            </a:r>
            <a:r>
              <a:rPr lang="ru-RU" dirty="0" err="1"/>
              <a:t>автодействия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Учёт времени. </a:t>
            </a:r>
            <a:r>
              <a:rPr lang="ru-RU" dirty="0" err="1"/>
              <a:t>Трекер</a:t>
            </a:r>
            <a:r>
              <a:rPr lang="ru-RU" dirty="0"/>
              <a:t> предоставляет функционал, чтобы регистрировать время, затраченное на выполнение задания.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Поиск задач. Поиск задач осуществляется с помощью фильтров, их можно создавать с помощью конструктора или языка запросов.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Комментирование задач. Каждый человек в команде может оставить комментарий к заданию.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Возможность работать в команде. </a:t>
            </a:r>
            <a:r>
              <a:rPr lang="en-US" dirty="0" err="1"/>
              <a:t>Yandex</a:t>
            </a:r>
            <a:r>
              <a:rPr lang="en-US" dirty="0"/>
              <a:t> Tracker </a:t>
            </a:r>
            <a:r>
              <a:rPr lang="ru-RU" dirty="0"/>
              <a:t>ориентирован на командную работу. Можно добавлять/удалять членов команды.</a:t>
            </a:r>
          </a:p>
        </p:txBody>
      </p:sp>
    </p:spTree>
    <p:extLst>
      <p:ext uri="{BB962C8B-B14F-4D97-AF65-F5344CB8AC3E}">
        <p14:creationId xmlns:p14="http://schemas.microsoft.com/office/powerpoint/2010/main" val="2592913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</a:t>
            </a:r>
            <a:r>
              <a:rPr lang="ru-RU"/>
              <a:t>за внимание!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758645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56</TotalTime>
  <Words>303</Words>
  <Application>Microsoft Office PowerPoint</Application>
  <PresentationFormat>Широкоэкранный</PresentationFormat>
  <Paragraphs>22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Ретро</vt:lpstr>
      <vt:lpstr>Яндекс Трекер</vt:lpstr>
      <vt:lpstr>Определение</vt:lpstr>
      <vt:lpstr>Принцип работы с Yandex Tracker</vt:lpstr>
      <vt:lpstr>Наглядный интерфейс доски</vt:lpstr>
      <vt:lpstr>Дополнительные возможности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Яндекс Трекер</dc:title>
  <dc:creator>paniccaaa</dc:creator>
  <cp:lastModifiedBy>Artyom Gnevnov</cp:lastModifiedBy>
  <cp:revision>5</cp:revision>
  <dcterms:created xsi:type="dcterms:W3CDTF">2023-09-12T11:16:11Z</dcterms:created>
  <dcterms:modified xsi:type="dcterms:W3CDTF">2023-09-20T16:54:05Z</dcterms:modified>
</cp:coreProperties>
</file>