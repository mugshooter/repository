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55A78195-E464-4FF0-AD92-0E8D3E6CAEA8}"/>
    <pc:docChg chg="undo custSel modSld">
      <pc:chgData name="Artyom Gnevnov" userId="2f0d4a8a008de216" providerId="LiveId" clId="{55A78195-E464-4FF0-AD92-0E8D3E6CAEA8}" dt="2023-09-20T17:18:53.018" v="1308" actId="20577"/>
      <pc:docMkLst>
        <pc:docMk/>
      </pc:docMkLst>
      <pc:sldChg chg="addSp delSp modSp mod setBg">
        <pc:chgData name="Artyom Gnevnov" userId="2f0d4a8a008de216" providerId="LiveId" clId="{55A78195-E464-4FF0-AD92-0E8D3E6CAEA8}" dt="2023-09-20T17:18:53.018" v="1308" actId="20577"/>
        <pc:sldMkLst>
          <pc:docMk/>
          <pc:sldMk cId="2152078515" sldId="256"/>
        </pc:sldMkLst>
        <pc:spChg chg="mod">
          <ac:chgData name="Artyom Gnevnov" userId="2f0d4a8a008de216" providerId="LiveId" clId="{55A78195-E464-4FF0-AD92-0E8D3E6CAEA8}" dt="2023-09-20T17:02:09.332" v="1242" actId="20577"/>
          <ac:spMkLst>
            <pc:docMk/>
            <pc:sldMk cId="2152078515" sldId="256"/>
            <ac:spMk id="2" creationId="{C0C87B09-9E53-4A5F-920B-F7A911FE143B}"/>
          </ac:spMkLst>
        </pc:spChg>
        <pc:spChg chg="mod">
          <ac:chgData name="Artyom Gnevnov" userId="2f0d4a8a008de216" providerId="LiveId" clId="{55A78195-E464-4FF0-AD92-0E8D3E6CAEA8}" dt="2023-09-20T17:03:06.482" v="1254" actId="1076"/>
          <ac:spMkLst>
            <pc:docMk/>
            <pc:sldMk cId="2152078515" sldId="256"/>
            <ac:spMk id="3" creationId="{E4A4D6DD-86DD-4DB3-9DE1-2078DD3F62A8}"/>
          </ac:spMkLst>
        </pc:spChg>
        <pc:spChg chg="add del">
          <ac:chgData name="Artyom Gnevnov" userId="2f0d4a8a008de216" providerId="LiveId" clId="{55A78195-E464-4FF0-AD92-0E8D3E6CAEA8}" dt="2023-09-20T16:46:22.482" v="1137" actId="22"/>
          <ac:spMkLst>
            <pc:docMk/>
            <pc:sldMk cId="2152078515" sldId="256"/>
            <ac:spMk id="5" creationId="{EDFB75DA-A0DB-46F6-9A8B-8C9587B4D960}"/>
          </ac:spMkLst>
        </pc:spChg>
        <pc:spChg chg="add mod">
          <ac:chgData name="Artyom Gnevnov" userId="2f0d4a8a008de216" providerId="LiveId" clId="{55A78195-E464-4FF0-AD92-0E8D3E6CAEA8}" dt="2023-09-20T17:15:59.758" v="1268" actId="20577"/>
          <ac:spMkLst>
            <pc:docMk/>
            <pc:sldMk cId="2152078515" sldId="256"/>
            <ac:spMk id="7" creationId="{AFC22C9E-86CC-4700-B0A8-AC69994E0522}"/>
          </ac:spMkLst>
        </pc:spChg>
        <pc:spChg chg="add mod">
          <ac:chgData name="Artyom Gnevnov" userId="2f0d4a8a008de216" providerId="LiveId" clId="{55A78195-E464-4FF0-AD92-0E8D3E6CAEA8}" dt="2023-09-20T17:18:53.018" v="1308" actId="20577"/>
          <ac:spMkLst>
            <pc:docMk/>
            <pc:sldMk cId="2152078515" sldId="256"/>
            <ac:spMk id="9" creationId="{CBE4F4F3-8A04-4452-8B50-3B3BE021094A}"/>
          </ac:spMkLst>
        </pc:spChg>
        <pc:picChg chg="add del mod ord">
          <ac:chgData name="Artyom Gnevnov" userId="2f0d4a8a008de216" providerId="LiveId" clId="{55A78195-E464-4FF0-AD92-0E8D3E6CAEA8}" dt="2023-09-20T16:59:02.369" v="1220" actId="478"/>
          <ac:picMkLst>
            <pc:docMk/>
            <pc:sldMk cId="2152078515" sldId="256"/>
            <ac:picMk id="11" creationId="{646C44DD-9FA5-4D04-91DA-E8BC3139F5A8}"/>
          </ac:picMkLst>
        </pc:picChg>
        <pc:picChg chg="add del mod ord">
          <ac:chgData name="Artyom Gnevnov" userId="2f0d4a8a008de216" providerId="LiveId" clId="{55A78195-E464-4FF0-AD92-0E8D3E6CAEA8}" dt="2023-09-20T17:07:53.531" v="1260" actId="478"/>
          <ac:picMkLst>
            <pc:docMk/>
            <pc:sldMk cId="2152078515" sldId="256"/>
            <ac:picMk id="13" creationId="{28E37166-8E92-462A-A1BC-22ACE53B157E}"/>
          </ac:picMkLst>
        </pc:picChg>
        <pc:picChg chg="add del mod ord">
          <ac:chgData name="Artyom Gnevnov" userId="2f0d4a8a008de216" providerId="LiveId" clId="{55A78195-E464-4FF0-AD92-0E8D3E6CAEA8}" dt="2023-09-20T17:09:50.124" v="1263" actId="478"/>
          <ac:picMkLst>
            <pc:docMk/>
            <pc:sldMk cId="2152078515" sldId="256"/>
            <ac:picMk id="15" creationId="{7E615528-8C5D-46F0-995C-B2BF22AB9644}"/>
          </ac:picMkLst>
        </pc:picChg>
        <pc:picChg chg="add mod ord">
          <ac:chgData name="Artyom Gnevnov" userId="2f0d4a8a008de216" providerId="LiveId" clId="{55A78195-E464-4FF0-AD92-0E8D3E6CAEA8}" dt="2023-09-20T17:11:23.845" v="1265" actId="167"/>
          <ac:picMkLst>
            <pc:docMk/>
            <pc:sldMk cId="2152078515" sldId="256"/>
            <ac:picMk id="17" creationId="{2C785C0D-24EE-4154-9110-8BF89C303ED9}"/>
          </ac:picMkLst>
        </pc:picChg>
      </pc:sldChg>
    </pc:docChg>
  </pc:docChgLst>
  <pc:docChgLst>
    <pc:chgData name="Artyom Gnevnov" userId="2f0d4a8a008de216" providerId="LiveId" clId="{DF696131-C474-47C8-B084-C2DF57497D13}"/>
    <pc:docChg chg="addSld">
      <pc:chgData name="Artyom Gnevnov" userId="2f0d4a8a008de216" providerId="LiveId" clId="{DF696131-C474-47C8-B084-C2DF57497D13}" dt="2023-09-20T16:19:53.725" v="0" actId="680"/>
      <pc:docMkLst>
        <pc:docMk/>
      </pc:docMkLst>
      <pc:sldChg chg="new">
        <pc:chgData name="Artyom Gnevnov" userId="2f0d4a8a008de216" providerId="LiveId" clId="{DF696131-C474-47C8-B084-C2DF57497D13}" dt="2023-09-20T16:19:53.725" v="0" actId="680"/>
        <pc:sldMkLst>
          <pc:docMk/>
          <pc:sldMk cId="2152078515" sldId="256"/>
        </pc:sldMkLst>
      </pc:sldChg>
      <pc:sldMasterChg chg="addSldLayout">
        <pc:chgData name="Artyom Gnevnov" userId="2f0d4a8a008de216" providerId="LiveId" clId="{DF696131-C474-47C8-B084-C2DF57497D13}" dt="2023-09-20T16:19:53.725" v="0" actId="680"/>
        <pc:sldMasterMkLst>
          <pc:docMk/>
          <pc:sldMasterMk cId="1837839829" sldId="2147483648"/>
        </pc:sldMasterMkLst>
        <pc:sldLayoutChg chg="add">
          <pc:chgData name="Artyom Gnevnov" userId="2f0d4a8a008de216" providerId="LiveId" clId="{DF696131-C474-47C8-B084-C2DF57497D13}" dt="2023-09-20T16:19:53.725" v="0" actId="680"/>
          <pc:sldLayoutMkLst>
            <pc:docMk/>
            <pc:sldMasterMk cId="1837839829" sldId="2147483648"/>
            <pc:sldLayoutMk cId="9070145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E26F3-F2A3-4ABB-8841-F002E5C26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87517A-32A2-486F-A995-C1658E9F1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83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785C0D-24EE-4154-9110-8BF89C303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87B09-9E53-4A5F-920B-F7A911FE1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7143" y="44126"/>
            <a:ext cx="8682362" cy="1361485"/>
          </a:xfrm>
        </p:spPr>
        <p:txBody>
          <a:bodyPr/>
          <a:lstStyle/>
          <a:p>
            <a:r>
              <a:rPr lang="en-US" dirty="0"/>
              <a:t>Yandex Tracker</a:t>
            </a:r>
            <a:br>
              <a:rPr lang="ru-RU" dirty="0"/>
            </a:br>
            <a:r>
              <a:rPr lang="ru-RU" sz="2800" dirty="0"/>
              <a:t>продукт для управления проектами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A4D6DD-86DD-4DB3-9DE1-2078DD3F6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2551" y="1382619"/>
            <a:ext cx="4506898" cy="641488"/>
          </a:xfrm>
        </p:spPr>
        <p:txBody>
          <a:bodyPr/>
          <a:lstStyle/>
          <a:p>
            <a:r>
              <a:rPr lang="ru-RU" sz="2800" dirty="0"/>
              <a:t>Гневнов А.Е., Адаменко С.С.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2C9E-86CC-4700-B0A8-AC69994E0522}"/>
              </a:ext>
            </a:extLst>
          </p:cNvPr>
          <p:cNvSpPr txBox="1"/>
          <p:nvPr/>
        </p:nvSpPr>
        <p:spPr>
          <a:xfrm>
            <a:off x="213064" y="2024107"/>
            <a:ext cx="609526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Yandex Tracker представляет собой инструмент для контроля над проектами и процессами, позволяющий управлять различными видами работ, включая разработку приложений, рекламные кампании, обработку обращений пользователей, согласование контрактов и многое другое.</a:t>
            </a:r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Руководители имеют возможность распределять задачи </a:t>
            </a:r>
            <a:r>
              <a:rPr lang="ru-RU" sz="2000"/>
              <a:t>между сотрудниками </a:t>
            </a:r>
            <a:r>
              <a:rPr lang="ru-RU" sz="2000" dirty="0"/>
              <a:t>и контролировать их выполнение.</a:t>
            </a:r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 помощью </a:t>
            </a:r>
            <a:r>
              <a:rPr lang="en-US" sz="2000" dirty="0"/>
              <a:t>Yandex</a:t>
            </a:r>
            <a:r>
              <a:rPr lang="ru-RU" sz="2000" dirty="0"/>
              <a:t> Tracker, сотрудники могут без труда отслеживать свои задания и их текущий статус.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4F4F3-8A04-4452-8B50-3B3BE021094A}"/>
              </a:ext>
            </a:extLst>
          </p:cNvPr>
          <p:cNvSpPr txBox="1"/>
          <p:nvPr/>
        </p:nvSpPr>
        <p:spPr>
          <a:xfrm>
            <a:off x="6267635" y="2024107"/>
            <a:ext cx="59243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Возможности: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Agile-инструменты: для гибкой методологии разработки.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Чек-листы: для отслеживания прогресса выполнения задач.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Автоматизация и шаблоны: для упрощения работы с задачами.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Учет времени: для отслеживания затраченных на задачу ресурсов.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Продвинутый поиск задач: с помощью фильтров и конструктора запросов.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Комментирование задач: для обсуждения деталей задачи в команде.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Поддержка командной работы: с возможностью добавления и удаления членов команды.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20785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151</Words>
  <Application>Microsoft Office PowerPoint</Application>
  <PresentationFormat>Широкоэкранный</PresentationFormat>
  <Paragraphs>15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Yandex Tracker продукт для управления проектами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Artyom Gnevnov</dc:creator>
  <cp:lastModifiedBy>Artyom Gnevnov</cp:lastModifiedBy>
  <cp:revision>6</cp:revision>
  <dcterms:created xsi:type="dcterms:W3CDTF">2023-09-20T16:19:51Z</dcterms:created>
  <dcterms:modified xsi:type="dcterms:W3CDTF">2023-09-20T17:19:24Z</dcterms:modified>
</cp:coreProperties>
</file>